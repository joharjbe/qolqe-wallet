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d3042d390924ca0" /><Relationship Type="http://schemas.openxmlformats.org/officeDocument/2006/relationships/extended-properties" Target="/docProps/app.xml" Id="Rc7a990a0c3db4f14" /><Relationship Type="http://schemas.openxmlformats.org/officeDocument/2006/relationships/officeDocument" Target="/ppt/presentation.xml" Id="R8818c13bbc384696" /></Relationships>
</file>

<file path=ppt/presentation.xml><?xml version="1.0" encoding="utf-8"?>
<p:presentation xmlns:p="http://schemas.openxmlformats.org/presentationml/2006/main">
  <p:sldMasterIdLst>
    <p:sldMasterId xmlns:r="http://schemas.openxmlformats.org/officeDocument/2006/relationships" id="2147483648" r:id="Rb7d87696eb60459d"/>
  </p:sldMasterIdLst>
  <p:notesMasterIdLst>
    <p:notesMasterId xmlns:r="http://schemas.openxmlformats.org/officeDocument/2006/relationships" r:id="R03ae263e117c48a9"/>
  </p:notesMasterIdLst>
  <p:sldIdLst>
    <p:sldId xmlns:r="http://schemas.openxmlformats.org/officeDocument/2006/relationships" id="256" r:id="R447c7d065cf64a2a"/>
    <p:sldId xmlns:r="http://schemas.openxmlformats.org/officeDocument/2006/relationships" id="257" r:id="Rf2cab15647f04579"/>
    <p:sldId xmlns:r="http://schemas.openxmlformats.org/officeDocument/2006/relationships" id="258" r:id="R8d871e7597d24d2b"/>
    <p:sldId xmlns:r="http://schemas.openxmlformats.org/officeDocument/2006/relationships" id="259" r:id="Re70833fed4e34d9d"/>
    <p:sldId xmlns:r="http://schemas.openxmlformats.org/officeDocument/2006/relationships" id="260" r:id="R8d9c4cd9bdda438e"/>
    <p:sldId xmlns:r="http://schemas.openxmlformats.org/officeDocument/2006/relationships" id="261" r:id="R69fcc3f54f934946"/>
    <p:sldId xmlns:r="http://schemas.openxmlformats.org/officeDocument/2006/relationships" id="262" r:id="R5886eb9de0204e2c"/>
    <p:sldId xmlns:r="http://schemas.openxmlformats.org/officeDocument/2006/relationships" id="263" r:id="Rcc832a0bd5574977"/>
    <p:sldId xmlns:r="http://schemas.openxmlformats.org/officeDocument/2006/relationships" id="264" r:id="R788d180fb3b7470a"/>
    <p:sldId xmlns:r="http://schemas.openxmlformats.org/officeDocument/2006/relationships" id="265" r:id="R76121aff705f45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dbd5ee4bb74e85" /><Relationship Type="http://schemas.openxmlformats.org/officeDocument/2006/relationships/slideMaster" Target="/ppt/slideMasters/slideMaster1.xml" Id="Rb7d87696eb60459d" /><Relationship Type="http://schemas.openxmlformats.org/officeDocument/2006/relationships/notesMaster" Target="/ppt/notesMasters/notesMaster1.xml" Id="R03ae263e117c48a9" /><Relationship Type="http://schemas.openxmlformats.org/officeDocument/2006/relationships/presProps" Target="/ppt/presProps.xml" Id="R478cbda23c334886" /><Relationship Type="http://schemas.openxmlformats.org/officeDocument/2006/relationships/tableStyles" Target="/ppt/tableStyles.xml" Id="R672d3875d1ca4099" /><Relationship Type="http://schemas.openxmlformats.org/officeDocument/2006/relationships/slide" Target="/ppt/slides/slide1.xml" Id="R447c7d065cf64a2a" /><Relationship Type="http://schemas.openxmlformats.org/officeDocument/2006/relationships/slide" Target="/ppt/slides/slide2.xml" Id="Rf2cab15647f04579" /><Relationship Type="http://schemas.openxmlformats.org/officeDocument/2006/relationships/slide" Target="/ppt/slides/slide3.xml" Id="R8d871e7597d24d2b" /><Relationship Type="http://schemas.openxmlformats.org/officeDocument/2006/relationships/slide" Target="/ppt/slides/slide4.xml" Id="Re70833fed4e34d9d" /><Relationship Type="http://schemas.openxmlformats.org/officeDocument/2006/relationships/slide" Target="/ppt/slides/slide5.xml" Id="R8d9c4cd9bdda438e" /><Relationship Type="http://schemas.openxmlformats.org/officeDocument/2006/relationships/slide" Target="/ppt/slides/slide6.xml" Id="R69fcc3f54f934946" /><Relationship Type="http://schemas.openxmlformats.org/officeDocument/2006/relationships/slide" Target="/ppt/slides/slide7.xml" Id="R5886eb9de0204e2c" /><Relationship Type="http://schemas.openxmlformats.org/officeDocument/2006/relationships/slide" Target="/ppt/slides/slide8.xml" Id="Rcc832a0bd5574977" /><Relationship Type="http://schemas.openxmlformats.org/officeDocument/2006/relationships/slide" Target="/ppt/slides/slide9.xml" Id="R788d180fb3b7470a" /><Relationship Type="http://schemas.openxmlformats.org/officeDocument/2006/relationships/slide" Target="/ppt/slides/slide10.xml" Id="R76121aff705f45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70f418b8c2147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920920400e47a3" /><Relationship Type="http://schemas.openxmlformats.org/officeDocument/2006/relationships/notesMaster" Target="/ppt/notesMasters/notesMaster1.xml" Id="Ra9916279a18641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4fc63980f24da0" /><Relationship Type="http://schemas.openxmlformats.org/officeDocument/2006/relationships/notesMaster" Target="/ppt/notesMasters/notesMaster1.xml" Id="Rcefc44fb2d4f46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4b781bef1745a7" /><Relationship Type="http://schemas.openxmlformats.org/officeDocument/2006/relationships/notesMaster" Target="/ppt/notesMasters/notesMaster1.xml" Id="R417090b0fd964d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2e30c9b1fd43e0" /><Relationship Type="http://schemas.openxmlformats.org/officeDocument/2006/relationships/notesMaster" Target="/ppt/notesMasters/notesMaster1.xml" Id="R18e0f28055e141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eacd95df174c84" /><Relationship Type="http://schemas.openxmlformats.org/officeDocument/2006/relationships/notesMaster" Target="/ppt/notesMasters/notesMaster1.xml" Id="R2dc15a9a417c4e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f101d3dc464575" /><Relationship Type="http://schemas.openxmlformats.org/officeDocument/2006/relationships/notesMaster" Target="/ppt/notesMasters/notesMaster1.xml" Id="R81b3acbb71924c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0c6c02301c74066" /><Relationship Type="http://schemas.openxmlformats.org/officeDocument/2006/relationships/notesMaster" Target="/ppt/notesMasters/notesMaster1.xml" Id="Rbb7b91bc24474f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a8e8215c0c4b3e" /><Relationship Type="http://schemas.openxmlformats.org/officeDocument/2006/relationships/notesMaster" Target="/ppt/notesMasters/notesMaster1.xml" Id="Ra99fd5ca8213498b" /></Relationships>
</file>

<file path=ppt/notesSlides/_rels/notesSlide9.xml.rels>&#65279;<?xml version="1.0" encoding="utf-8"?><Relationships xmlns="http://schemas.openxmlformats.org/package/2006/relationships"><Relationship Type="http://schemas.openxmlformats.org/officeDocument/2006/relationships/slide" Target="/ppt/slides/slide9.xml" Id="R9c194318437149b2" /><Relationship Type="http://schemas.openxmlformats.org/officeDocument/2006/relationships/notesMaster" Target="/ppt/notesMasters/notesMaster1.xml" Id="R82b187f2833747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b7c2a7b1ab840f4" /><Relationship Type="http://schemas.openxmlformats.org/officeDocument/2006/relationships/notesMaster" Target="/ppt/notesMasters/notesMaster1.xml" Id="R9e4c6addbd0f44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0:00-0:20</a:t>
            </a:r>
          </a:p>
          <a:p xmlns:a="http://schemas.openxmlformats.org/drawingml/2006/main">
            <a:r>
              <a:t>Hola. En este trabajo automatizamos un recorrido completo del módulo de solicitudes de dinero de Qolqe. Diego agrega a Bruno como contacto, le pide 25 soles y Bruno acepta. Lo hicimos con Robot Framework y el patrón Page Object. Al final veremos la prueba ejecutándose y una revisión con inteligencia artificial.</a:t>
            </a:r>
          </a:p>
          <a:p xmlns:a="http://schemas.openxmlformats.org/drawingml/2006/main">
            <a:r>
              <a:t/>
            </a:r>
          </a:p>
          <a:p xmlns:a="http://schemas.openxmlformats.org/drawingml/2006/main">
            <a:r>
              <a:t>REFERENCIAS Y GUÍA</a:t>
            </a:r>
          </a:p>
          <a:p xmlns:a="http://schemas.openxmlformats.org/drawingml/2006/main">
            <a:r>
              <a:t>0:00-0:20 (20 s). Presentar el objetivo y anunciar que se verá la ejecución real y una revisión con IA en vivo. El flujo involucra a Diego y Bruno en el módulo G4. La captura es de la instancia local de Qolqe. Fuente del encargo: Canvas, Clase 11 - Automatización.pdf, archivo 4957072, y tarea 349599.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0:20-1:00</a:t>
            </a:r>
          </a:p>
          <a:p xmlns:a="http://schemas.openxmlformats.org/drawingml/2006/main">
            <a:r>
              <a:t>Robot Framework es una herramienta para automatizar pruebas usando palabras clave fáciles de leer. En lugar de repetir manualmente todos los clics, describimos el recorrido una vez y dejamos que la prueba lo ejecute y compruebe el resultado. En Qolqe no basta con pulsar “Enviar solicitud”: también queremos saber si quedó Pendiente, si después fue Aceptada y si el dinero realmente cambió de cuenta. Ese es el problema que buscamos resolver.</a:t>
            </a:r>
          </a:p>
          <a:p xmlns:a="http://schemas.openxmlformats.org/drawingml/2006/main">
            <a:r>
              <a:t/>
            </a:r>
          </a:p>
          <a:p xmlns:a="http://schemas.openxmlformats.org/drawingml/2006/main">
            <a:r>
              <a:t>REFERENCIAS Y GUÍA</a:t>
            </a:r>
          </a:p>
          <a:p xmlns:a="http://schemas.openxmlformats.org/drawingml/2006/main">
            <a:r>
              <a:t>0:20-1:00 (40 s). Definir Robot Framework como marco abierto de automatización basado en palabras clave. Problema: repetir y comprobar el recorrido sin depender de clics manuales, con evidencia de cada ejecución. En Qolqe hay acciones y estados visibles. Fuente: https://robotframework.org/robotframework/latest/RobotFrameworkUserGuide y Canvas Clase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1:00-1:40</a:t>
            </a:r>
          </a:p>
          <a:p xmlns:a="http://schemas.openxmlformats.org/drawingml/2006/main">
            <a:r>
              <a:t>Robot Framework comenzó muy ligado a las pruebas de aceptación: casos expresados con palabras clave, bibliotecas para interactuar con sistemas y reportes claros. Luego amplió su uso a la automatización de tareas repetitivas, lo que se conoce como RPA. Para aplicaciones web actuales podemos usar Browser Library, que se apoya en Playwright. En este proyecto esa combinación controla un navegador Chromium real, igual que el que usaría una persona.</a:t>
            </a:r>
          </a:p>
          <a:p xmlns:a="http://schemas.openxmlformats.org/drawingml/2006/main">
            <a:r>
              <a:t/>
            </a:r>
          </a:p>
          <a:p xmlns:a="http://schemas.openxmlformats.org/drawingml/2006/main">
            <a:r>
              <a:t>REFERENCIAS Y GUÍA</a:t>
            </a:r>
          </a:p>
          <a:p xmlns:a="http://schemas.openxmlformats.org/drawingml/2006/main">
            <a:r>
              <a:t>1:00-1:40 (40 s). Explicar la evolución por capacidades: pruebas de aceptación con keywords, tareas RPA desde Robot Framework 3.1, y automatización web moderna con Browser Library sobre Playwright. No presentar esto como cronología exhaustiva. La instalación usada se verificó con Robot 7.5 y Browser Library 20.6.0. Fuentes: Robot Framework User Guide; https://github.com/MarketSquare/robotframework-browser ; notas de versión de Robot Framework 7.5.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1:40-2:35</a:t>
            </a:r>
          </a:p>
          <a:p xmlns:a="http://schemas.openxmlformats.org/drawingml/2006/main">
            <a:r>
              <a:t>La arquitectura se puede leer de izquierda a derecha. Primero está nuestro archivo de prueba, terminado en .robot, donde escribimos las acciones de negocio. Luego están los recursos Page Object: ahí viven los clics, los campos, las esperas y las comprobaciones de cada pantalla. El motor de Robot ejecuta esas palabras clave. Browser Library se comunica con Playwright, Playwright controla Chromium y el navegador interactúa con Qolqe. Esta separación ayuda porque el caso no necesita saber dónde está cada botón: solo expresa qué resultado esperamos. Al terminar, Robot produce output.xml, log.html y report.html. Así tenemos tanto el resultado resumido como el detalle de cada paso.</a:t>
            </a:r>
          </a:p>
          <a:p xmlns:a="http://schemas.openxmlformats.org/drawingml/2006/main">
            <a:r>
              <a:t/>
            </a:r>
          </a:p>
          <a:p xmlns:a="http://schemas.openxmlformats.org/drawingml/2006/main">
            <a:r>
              <a:t>REFERENCIAS Y GUÍA</a:t>
            </a:r>
          </a:p>
          <a:p xmlns:a="http://schemas.openxmlformats.org/drawingml/2006/main">
            <a:r>
              <a:t>1:40-2:35 (55 s). Seguir las flechas: el caso .robot llama keywords de los recursos Page Object; el motor de Robot los ejecuta; Browser Library usa Playwright para controlar Chromium contra Qolqe. El motor genera output.xml, log.html y report.html. Diferenciar motor, biblioteca, navegador y sistema bajo prueba. Fuentes: Robot Framework User Guide; https://github.com/MarketSquare/robotframework-browser ; tests/e2e del repositorio.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2:35-3:40</a:t>
            </a:r>
          </a:p>
          <a:p xmlns:a="http://schemas.openxmlformats.org/drawingml/2006/main">
            <a:r>
              <a:t>El patrón que aplicamos es Page Object. En la izquierda vemos que el caso dice qué debe ocurrir: enviar la solicitud, aceptarla y comprobar estado y saldos. A la derecha vemos cómo se hace una de esas acciones: el recurso SolicitudesPage usa un selector para escribir el monto y otro para pulsar el botón. Cuando Bruno acepta, otra palabra clave reúne el clic de aceptación, el cuadro de confirmación y la espera por el nuevo estado. Elegimos este patrón porque el recorrido pasa por varias pantallas y por dos usuarios. Si Qolqe cambia un selector, lo corregimos en el recurso de esa pantalla; el caso principal sigue siendo legible y no tenemos que reescribir toda la historia.</a:t>
            </a:r>
          </a:p>
          <a:p xmlns:a="http://schemas.openxmlformats.org/drawingml/2006/main">
            <a:r>
              <a:t/>
            </a:r>
          </a:p>
          <a:p xmlns:a="http://schemas.openxmlformats.org/drawingml/2006/main">
            <a:r>
              <a:t>REFERENCIAS Y GUÍA</a:t>
            </a:r>
          </a:p>
          <a:p xmlns:a="http://schemas.openxmlformats.org/drawingml/2006/main">
            <a:r>
              <a:t>2:35-3:40 (65 s). Mostrar los dos fragmentos reales: el caso llama Enviar solicitud a contacto sin selectores; SolicitudesPage.resource usa Fill Text sobre input-solicitud-monto y Click sobre boton-solicitar. En Robot el patrón se implementa con recursos y user keywords, no requiere clases. Justificación: localizadores concentrados por pantalla, caso legible y menos cambios cuando varía un selector. Señalar tests/e2e/pages/ en el repositorio. Fuentes: Canvas Clase 11, sección de patrones; tests/e2e/g4_solicitud_happy_path.robot; tests/e2e/pages/SolicitudesPage.resource.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3:40-4:45</a:t>
            </a:r>
          </a:p>
          <a:p xmlns:a="http://schemas.openxmlformats.org/drawingml/2006/main">
            <a:r>
              <a:t>El happy path empieza con Diego. Entra a Qolqe y agrega a Bruno como contacto. La prueba no se queda solo con el clic en “Agregar”: busca el alias Bruno Demo y comprueba que aparece en la lista. Después Diego le solicita 25 soles con el motivo “Devolución demo G4”. El monto y el motivo están definidos en la suite, de modo que la prueba identifica esta solicitud concreta y no cualquier fila que esté en la pantalla. La segunda captura muestra el resultado que esperamos en ese momento: una solicitud enviada por 25 soles y en estado Pendiente. Estas son las primeras validaciones del flujo.</a:t>
            </a:r>
          </a:p>
          <a:p xmlns:a="http://schemas.openxmlformats.org/drawingml/2006/main">
            <a:r>
              <a:t/>
            </a:r>
          </a:p>
          <a:p xmlns:a="http://schemas.openxmlformats.org/drawingml/2006/main">
            <a:r>
              <a:t>REFERENCIAS Y GUÍA</a:t>
            </a:r>
          </a:p>
          <a:p xmlns:a="http://schemas.openxmlformats.org/drawingml/2006/main">
            <a:r>
              <a:t>3:40-4:45 (65 s). Mostrar las capturas como mapa previo a la ejecución y nombrar las validaciones: alias Bruno Demo visible, mensaje de solicitud enviada y fila por S/ 25 con estado Pendiente. Durante la ejecución del slide 8, estas acciones ocurrirán en Chromium. Fuente: capturas reales 01-contacto-creado.png y 03-solicitud-pendiente.png; requisitos Qolqe HU-G4-01, HU-G4-06 y HU-G4-07.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4:45-5:55</a:t>
            </a:r>
          </a:p>
          <a:p xmlns:a="http://schemas.openxmlformats.org/drawingml/2006/main">
            <a:r>
              <a:t>Ahora cambiamos de usuario. Bruno entra, encuentra la solicitud recibida y confirma que quiere transferir los 25 soles a Diego. Después de aceptar, la prueba verifica que el estado diga Aceptada y que aparezca un código de operación. También comprueba el efecto en los saldos: Bruno empieza con 800 soles y termina con 775; Diego empieza con 2,500 y termina con 2,525. En este caso la comisión es cero. La etiqueta Aceptada por sí sola no sería suficiente: por eso comprobamos también la operación y el cambio observable de dinero. Finalmente, volvemos a la cuenta de Diego y comprobamos que él también ve la solicitud como Aceptada.</a:t>
            </a:r>
          </a:p>
          <a:p xmlns:a="http://schemas.openxmlformats.org/drawingml/2006/main">
            <a:r>
              <a:t/>
            </a:r>
          </a:p>
          <a:p xmlns:a="http://schemas.openxmlformats.org/drawingml/2006/main">
            <a:r>
              <a:t>REFERENCIAS Y GUÍA</a:t>
            </a:r>
          </a:p>
          <a:p xmlns:a="http://schemas.openxmlformats.org/drawingml/2006/main">
            <a:r>
              <a:t>4:45-5:55 (70 s). Mostrar cuadro de confirmación, estado Aceptada y código de operación. Enumerar oráculos del caso: estado para Bruno y Diego, detalle con Operación, Bruno S/ 775.00 y Diego S/ 2,525.00. Los saldos se derivan de S/ 800.00 y S/ 2,500.00 iniciales con una transferencia de S/ 25.00 y comisión cero. Fuente: capturas reales 04 a 07; Qolqe HU-G4-08, RN-09 y RN-10.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5:55-7:30</a:t>
            </a:r>
          </a:p>
          <a:p xmlns:a="http://schemas.openxmlformats.org/drawingml/2006/main">
            <a:r>
              <a:t>Pasemos a la ejecución. Voy a lanzar Robot con el navegador visible y un poco más lento para que podamos seguirlo. El caso prepara los datos de una instancia local de pruebas, entra primero como Diego y después como Bruno, y hace las comprobaciones que acabamos de revisar.</a:t>
            </a:r>
          </a:p>
          <a:p xmlns:a="http://schemas.openxmlformats.org/drawingml/2006/main">
            <a:r>
              <a:t/>
            </a:r>
          </a:p>
          <a:p xmlns:a="http://schemas.openxmlformats.org/drawingml/2006/main">
            <a:r>
              <a:t>[ACCIÓN EN VIVO, NO LEER] No leer: con Qolqe ya iniciado, ejecutar el comando del paso 2 de la guía: HEADLESS:False y SLOWMO:0.5s. Esperar el PASS; abrir reportes/report.html y luego reportes/log.html.</a:t>
            </a:r>
          </a:p>
          <a:p xmlns:a="http://schemas.openxmlformats.org/drawingml/2006/main">
            <a:r>
              <a:t/>
            </a:r>
          </a:p>
          <a:p xmlns:a="http://schemas.openxmlformats.org/drawingml/2006/main">
            <a:r>
              <a:t>Aquí vemos el resultado: una prueba ejecutada y aprobada. En el log podemos abrir los pasos y ver que Robot comparó los estados, el código de operación y los saldos. El reporte queda guardado, de modo que la ejecución se puede revisar y repetir; no dependemos solo de una captura de pantalla.</a:t>
            </a:r>
          </a:p>
          <a:p xmlns:a="http://schemas.openxmlformats.org/drawingml/2006/main">
            <a:r>
              <a:t/>
            </a:r>
          </a:p>
          <a:p xmlns:a="http://schemas.openxmlformats.org/drawingml/2006/main">
            <a:r>
              <a:t>REFERENCIAS Y GUÍA</a:t>
            </a:r>
          </a:p>
          <a:p xmlns:a="http://schemas.openxmlformats.org/drawingml/2006/main">
            <a:r>
              <a:t>5:55-7:30 (95 s). PREPARACIÓN: Qolqe debe estar iniciado con el comando de la sección 7 del README. EN VIVO: ejecutar python -m robot --variable HEADLESS:False --variable SLOWMO:0.5s --outputdir reportes tests/e2e/g4_solicitud_happy_path.robot. Dejar que la audiencia vea Chromium; abrir reportes/report.html, señalar 1 test/1 passed; abrir log.html y expandir Enviar solicitud a contacto o Aceptar solicitud recibida para mostrar validaciones. Si la ventana tarda, usar la captura real como respaldo, aclarando que es una ejecución previa. La ejecución visible verificada el 24 de octubre de 2026 aprobó 1 de 1 prueba en unos 18 segundos. Fuente: reportes locales y captura real 08-robot-report.png.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7:30-9:10</a:t>
            </a:r>
          </a:p>
          <a:p xmlns:a="http://schemas.openxmlformats.org/drawingml/2006/main">
            <a:r>
              <a:t>Ahora voy a usar IA como apoyo para revisar nuestra prueba de Robot Framework. Le daré a Codex el resultado real, el archivo de la prueba y los criterios de aceptación. Le pediré que diga qué se comprobó, qué falta y qué palabra clave pequeña propondría para cubrirlo. La IA no ejecuta ni valida por sí sola esta prueba: nos ayuda a detectar una posible brecha.</a:t>
            </a:r>
          </a:p>
          <a:p xmlns:a="http://schemas.openxmlformats.org/drawingml/2006/main">
            <a:r>
              <a:t/>
            </a:r>
          </a:p>
          <a:p xmlns:a="http://schemas.openxmlformats.org/drawingml/2006/main">
            <a:r>
              <a:t>[ACCIÓN EN VIVO, NO LEER] No leer: abrir docs/demo-robot-ia.md, copiar el prompt completo en Codex y mostrar la respuesta. Usar reportes/output.xml, tests/e2e/g4_solicitud_happy_path.robot y docs/requisitos.md como contexto.</a:t>
            </a:r>
          </a:p>
          <a:p xmlns:a="http://schemas.openxmlformats.org/drawingml/2006/main">
            <a:r>
              <a:t/>
            </a:r>
          </a:p>
          <a:p xmlns:a="http://schemas.openxmlformats.org/drawingml/2006/main">
            <a:r>
              <a:t>Comparemos la respuesta con los requisitos. La brecha que esperamos detectar es el SMS simulado: el caso actual verifica estado, operación y saldos, pero todavía no comprueba la notificación a Bruno ni la que recibe Diego después de la aceptación. Si la IA propone un keyword para consultar notificaciones, eso sigue siendo una propuesta. Para decir que está cubierto, tendríamos que incorporarlo y ejecutar la prueba otra vez. Si Codex pasa por alto el requisito, se lo señalamos: la IA tampoco reemplaza nuestro criterio.</a:t>
            </a:r>
          </a:p>
          <a:p xmlns:a="http://schemas.openxmlformats.org/drawingml/2006/main">
            <a:r>
              <a:t/>
            </a:r>
          </a:p>
          <a:p xmlns:a="http://schemas.openxmlformats.org/drawingml/2006/main">
            <a:r>
              <a:t>REFERENCIAS Y GUÍA</a:t>
            </a:r>
          </a:p>
          <a:p xmlns:a="http://schemas.openxmlformats.org/drawingml/2006/main">
            <a:r>
              <a:t>7:30-9:10 (100 s). EN VIVO: abrir Codex con este repositorio y pegar el prompt completo de docs/demo-robot-ia.md. Adjuntar o referir reportes/output.xml, tests/e2e/g4_solicitud_happy_path.robot y docs/requisitos.md. Prompt exacto: Revisa el resultado real de reportes/output.xml y la prueba tests/e2e/g4_solicitud_happy_path.robot contra HU-G4-06 y HU-G4-08 de docs/requisitos.md. Dime qué validación importante falta en este único happy path. Propón un cambio mínimo a Robot Framework, con el criterio de aceptación exacto que cubre. No modifiques el código de qolqe/ ni afirmes que la prueba cubre escenarios negativos. Distingue claramente lo que el reporte ya comprobó de lo que solo estás proponiendo. La respuesta útil debe detectar los SMS simulados de HU-G4-06 CA2 y HU-G4-08 CA3. La IA es asistencia externa aplicada al resultado de Robot; no atribuir IA integrada al motor. Mostrar la propuesta y aclarar que se debe comprobar con requisitos y ejecutar antes de incorporarla. Fuente: docs/demo-robot-ia.md y docs/requisitos.md.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GUION 9:10-10:00</a:t>
            </a:r>
          </a:p>
          <a:p xmlns:a="http://schemas.openxmlformats.org/drawingml/2006/main">
            <a:r>
              <a:t>Para cerrar, encontramos una dificultad real: justo después de aceptar, la pantalla todavía podía mostrar Pendiente durante un instante. Lo resolvimos esperando a que el estado Aceptada fuera visible antes de comprobarlo. También hay límites: instalar el navegador y sus dependencias toma tiempo, las pruebas por interfaz son más lentas que las de API y los selectores requieren mantenimiento. Por eso no usaríamos este enfoque para cada regla pequeña ni para servicios externos que no controlamos. El repositorio incluye el código, el README para ejecutar la demo y esta presentación. Gracias.</a:t>
            </a:r>
          </a:p>
          <a:p xmlns:a="http://schemas.openxmlformats.org/drawingml/2006/main">
            <a:r>
              <a:t/>
            </a:r>
          </a:p>
          <a:p xmlns:a="http://schemas.openxmlformats.org/drawingml/2006/main">
            <a:r>
              <a:t>REFERENCIAS Y GUÍA</a:t>
            </a:r>
          </a:p>
          <a:p xmlns:a="http://schemas.openxmlformats.org/drawingml/2006/main">
            <a:r>
              <a:t>9:10-10:00 (50 s). Dificultad observada: tras aceptar, la pantalla podía seguir en Pendiente; la espera por estado visible resolvió la carrera. Límites: Chromium y dependencias, mayor lentitud que API/unidad y mantenimiento de selectores. No usar UI E2E para cada regla pequeña ni contra servicios externos no controlados. Reconocer que el SMS simulado todavía no está validado. Cerrar señalando el enlace público al repositorio, con código, README ejecutable y esta presentación. Fuente: Canvas Clase 11, riesgos/esperas/pirámide; ejecución local; README del repositorio.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ecdd33eb084b1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6af12fd55f8465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438eac0fb4460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9949cdb80594f0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d5c99361f35486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008b321286840a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8D9AC6B-6C6A-455E-9080-D2D2D99556B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4E4196A-7237-4501-B516-408D7062854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153FB1D-7C7C-4B18-BA85-FE105B45BEA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62F02C-196F-4DA3-B7DE-E7B0A20BFF9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98B960F-117C-42E7-8454-067F1FD8551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BCAA681-4E75-427F-A14B-247E37A15D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D44F27-BBBD-4A19-8E6E-90851B451D5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C67C356-47F7-42FF-820C-5F7C9EB813D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DC61B7-184C-4767-82F5-2DCD660BA6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A11454-885B-4247-9AEA-E62CDEF995D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e60ce8407146ee" /><Relationship Type="http://schemas.openxmlformats.org/officeDocument/2006/relationships/slideLayout" Target="/ppt/slideLayouts/slideLayout1.xml" Id="R38ccfb38f34445ac" /><Relationship Type="http://schemas.openxmlformats.org/officeDocument/2006/relationships/slideLayout" Target="/ppt/slideLayouts/slideLayout2.xml" Id="Re40fd10fc3e5411a" /><Relationship Type="http://schemas.openxmlformats.org/officeDocument/2006/relationships/slideLayout" Target="/ppt/slideLayouts/slideLayout3.xml" Id="Rcb5c95d9aeaf4182" /><Relationship Type="http://schemas.openxmlformats.org/officeDocument/2006/relationships/slideLayout" Target="/ppt/slideLayouts/slideLayout4.xml" Id="R9417874804804304" /><Relationship Type="http://schemas.openxmlformats.org/officeDocument/2006/relationships/slideLayout" Target="/ppt/slideLayouts/slideLayout5.xml" Id="Raf649e6c69984610" /><Relationship Type="http://schemas.openxmlformats.org/officeDocument/2006/relationships/slideLayout" Target="/ppt/slideLayouts/slideLayout6.xml" Id="Rd19ccf2cb45c43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ccfb38f34445ac"/>
    <p:sldLayoutId xmlns:r="http://schemas.openxmlformats.org/officeDocument/2006/relationships" id="2147483650" r:id="Re40fd10fc3e5411a"/>
    <p:sldLayoutId xmlns:r="http://schemas.openxmlformats.org/officeDocument/2006/relationships" id="2147483651" r:id="Rcb5c95d9aeaf4182"/>
    <p:sldLayoutId xmlns:r="http://schemas.openxmlformats.org/officeDocument/2006/relationships" id="2147483652" r:id="R9417874804804304"/>
    <p:sldLayoutId xmlns:r="http://schemas.openxmlformats.org/officeDocument/2006/relationships" id="2147483653" r:id="Raf649e6c69984610"/>
    <p:sldLayoutId xmlns:r="http://schemas.openxmlformats.org/officeDocument/2006/relationships" id="2147483654" r:id="Rd19ccf2cb45c43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c2b729db9734a58" /><Relationship Type="http://schemas.openxmlformats.org/officeDocument/2006/relationships/image" Target="/ppt/media/image.png" Id="R94b724784c8e453d" /><Relationship Type="http://schemas.openxmlformats.org/officeDocument/2006/relationships/notesSlide" Target="/ppt/notesSlides/notesSlide1.xml" Id="Rad6d05db1d4e49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0dccd94907e469f" /><Relationship Type="http://schemas.openxmlformats.org/officeDocument/2006/relationships/image" Target="/ppt/media/image2.png" Id="Rf33ff51dc8964a4d" /><Relationship Type="http://schemas.openxmlformats.org/officeDocument/2006/relationships/notesSlide" Target="/ppt/notesSlides/notesSlide2.xml" Id="R600975afdf7f43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06410ee12c1442c" /><Relationship Type="http://schemas.openxmlformats.org/officeDocument/2006/relationships/notesSlide" Target="/ppt/notesSlides/notesSlide3.xml" Id="R12350aaaffe94b6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38e332547124bd6" /><Relationship Type="http://schemas.openxmlformats.org/officeDocument/2006/relationships/notesSlide" Target="/ppt/notesSlides/notesSlide4.xml" Id="R93015fce41fc47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63c75bf16984aa4" /><Relationship Type="http://schemas.openxmlformats.org/officeDocument/2006/relationships/notesSlide" Target="/ppt/notesSlides/notesSlide5.xml" Id="R8701fe3d0e054a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a5b12cd609d4292" /><Relationship Type="http://schemas.openxmlformats.org/officeDocument/2006/relationships/image" Target="/ppt/media/image3.png" Id="R96b35a9d085e4b07" /><Relationship Type="http://schemas.openxmlformats.org/officeDocument/2006/relationships/image" Target="/ppt/media/image4.png" Id="Rfd08bb88e26f4fc6" /><Relationship Type="http://schemas.openxmlformats.org/officeDocument/2006/relationships/notesSlide" Target="/ppt/notesSlides/notesSlide6.xml" Id="R0c619fe72096474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8e5b39c678d40e8" /><Relationship Type="http://schemas.openxmlformats.org/officeDocument/2006/relationships/image" Target="/ppt/media/image5.png" Id="Rf05db8e722d64739" /><Relationship Type="http://schemas.openxmlformats.org/officeDocument/2006/relationships/image" Target="/ppt/media/image6.png" Id="R89be65cb585c4b17" /><Relationship Type="http://schemas.openxmlformats.org/officeDocument/2006/relationships/notesSlide" Target="/ppt/notesSlides/notesSlide7.xml" Id="R53ab4f6d276844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58272fb5c7c4290" /><Relationship Type="http://schemas.openxmlformats.org/officeDocument/2006/relationships/image" Target="/ppt/media/image7.png" Id="R7c7fb9814ee1423f" /><Relationship Type="http://schemas.openxmlformats.org/officeDocument/2006/relationships/hyperlink" Target="https://github.com/Joharjbe/qolqe-wallet#7-demo-e2e-del-grupo-4-robot-framework" TargetMode="External" Id="R314f6da465c24135" /><Relationship Type="http://schemas.openxmlformats.org/officeDocument/2006/relationships/notesSlide" Target="/ppt/notesSlides/notesSlide8.xml" Id="R6006c8cb8cc748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7837070cf8345ca" /><Relationship Type="http://schemas.openxmlformats.org/officeDocument/2006/relationships/hyperlink" Target="https://github.com/Joharjbe/qolqe-wallet/blob/main/docs/demo-robot-ia.md" TargetMode="External" Id="R50545276dd6a4d0d" /><Relationship Type="http://schemas.openxmlformats.org/officeDocument/2006/relationships/notesSlide" Target="/ppt/notesSlides/notesSlide9.xml" Id="R7ee81e04904e46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488ec4fb5014c57" /><Relationship Type="http://schemas.openxmlformats.org/officeDocument/2006/relationships/hyperlink" Target="https://github.com/Joharjbe/qolqe-wallet" TargetMode="External" Id="R78f5c63dbfcf4cc6" /><Relationship Type="http://schemas.openxmlformats.org/officeDocument/2006/relationships/notesSlide" Target="/ppt/notesSlides/notesSlide10.xml" Id="R709df94fc7db4faf" /></Relationships>
</file>

<file path=ppt/slides/slide1.xml><?xml version="1.0" encoding="utf-8"?>
<p:sld xmlns:p="http://schemas.openxmlformats.org/presentationml/2006/main">
  <p:cSld>
    <p:bg>
      <p:bgPr>
        <a:solidFill xmlns:a="http://schemas.openxmlformats.org/drawingml/2006/main">
          <a:srgbClr val="122D3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716A204-7172-47FB-9A84-5D00BE20100C}"/>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11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6BCE27-0D5A-4071-BBF4-BABBADE91890}"/>
              </a:ext>
            </a:extLst>
          </p:cNvPr>
          <p:cNvSpPr>
            <a:spLocks xmlns:a="http://schemas.openxmlformats.org/drawingml/2006/main" noGrp="1"/>
          </p:cNvSpPr>
          <p:nvPr/>
        </p:nvSpPr>
        <p:spPr>
          <a:xfrm xmlns:a="http://schemas.openxmlformats.org/drawingml/2006/main">
            <a:off x="571500" y="866775"/>
            <a:ext cx="3905250" cy="66675"/>
          </a:xfrm>
          <a:prstGeom xmlns:a="http://schemas.openxmlformats.org/drawingml/2006/main" prst="rect">
            <a:avLst/>
          </a:prstGeom>
          <a:solidFill xmlns:a="http://schemas.openxmlformats.org/drawingml/2006/main">
            <a:srgbClr val="F5B96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FA501F8-C876-48E8-87AA-FC250C9A0C19}"/>
              </a:ext>
            </a:extLst>
          </p:cNvPr>
          <p:cNvSpPr>
            <a:spLocks xmlns:a="http://schemas.openxmlformats.org/drawingml/2006/main" noGrp="1"/>
          </p:cNvSpPr>
          <p:nvPr/>
        </p:nvSpPr>
        <p:spPr>
          <a:xfrm xmlns:a="http://schemas.openxmlformats.org/drawingml/2006/main">
            <a:off x="571500" y="1181100"/>
            <a:ext cx="5095875"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4275" b="1">
                <a:solidFill>
                  <a:srgbClr val="FFFFFF"/>
                </a:solidFill>
                <a:latin typeface="Avenir Next"/>
                <a:ea typeface="Avenir Next"/>
                <a:cs typeface="Avenir Next"/>
              </a:defRPr>
            </a:defPPr>
            <a:lvl1pPr algn="l">
              <a:defRPr sz="4275" b="1">
                <a:solidFill>
                  <a:srgbClr val="FFFFFF"/>
                </a:solidFill>
                <a:latin typeface="Avenir Next"/>
                <a:ea typeface="Avenir Next"/>
                <a:cs typeface="Avenir Next"/>
              </a:defRPr>
            </a:lvl1pPr>
            <a:lvl2pPr algn="l">
              <a:defRPr sz="4275" b="1">
                <a:solidFill>
                  <a:srgbClr val="FFFFFF"/>
                </a:solidFill>
                <a:latin typeface="Avenir Next"/>
                <a:ea typeface="Avenir Next"/>
                <a:cs typeface="Avenir Next"/>
              </a:defRPr>
            </a:lvl2pPr>
            <a:lvl3pPr algn="l">
              <a:defRPr sz="4275" b="1">
                <a:solidFill>
                  <a:srgbClr val="FFFFFF"/>
                </a:solidFill>
                <a:latin typeface="Avenir Next"/>
                <a:ea typeface="Avenir Next"/>
                <a:cs typeface="Avenir Next"/>
              </a:defRPr>
            </a:lvl3pPr>
            <a:lvl4pPr algn="l">
              <a:defRPr sz="4275" b="1">
                <a:solidFill>
                  <a:srgbClr val="FFFFFF"/>
                </a:solidFill>
                <a:latin typeface="Avenir Next"/>
                <a:ea typeface="Avenir Next"/>
                <a:cs typeface="Avenir Next"/>
              </a:defRPr>
            </a:lvl4pPr>
            <a:lvl5pPr algn="l">
              <a:defRPr sz="4275" b="1">
                <a:solidFill>
                  <a:srgbClr val="FFFFFF"/>
                </a:solidFill>
                <a:latin typeface="Avenir Next"/>
                <a:ea typeface="Avenir Next"/>
                <a:cs typeface="Avenir Next"/>
              </a:defRPr>
            </a:lvl5pPr>
            <a:lvl6pPr algn="l">
              <a:defRPr sz="4275" b="1">
                <a:solidFill>
                  <a:srgbClr val="FFFFFF"/>
                </a:solidFill>
                <a:latin typeface="Avenir Next"/>
                <a:ea typeface="Avenir Next"/>
                <a:cs typeface="Avenir Next"/>
              </a:defRPr>
            </a:lvl6pPr>
            <a:lvl7pPr algn="l">
              <a:defRPr sz="4275" b="1">
                <a:solidFill>
                  <a:srgbClr val="FFFFFF"/>
                </a:solidFill>
                <a:latin typeface="Avenir Next"/>
                <a:ea typeface="Avenir Next"/>
                <a:cs typeface="Avenir Next"/>
              </a:defRPr>
            </a:lvl7pPr>
            <a:lvl8pPr algn="l">
              <a:defRPr sz="4275" b="1">
                <a:solidFill>
                  <a:srgbClr val="FFFFFF"/>
                </a:solidFill>
                <a:latin typeface="Avenir Next"/>
                <a:ea typeface="Avenir Next"/>
                <a:cs typeface="Avenir Next"/>
              </a:defRPr>
            </a:lvl8pPr>
            <a:lvl9pPr algn="l">
              <a:defRPr sz="4275" b="1">
                <a:solidFill>
                  <a:srgbClr val="FFFFFF"/>
                </a:solidFill>
                <a:latin typeface="Avenir Next"/>
                <a:ea typeface="Avenir Next"/>
                <a:cs typeface="Avenir Next"/>
              </a:defRPr>
            </a:lvl9pPr>
          </a:lstStyle>
          <a:p xmlns:a="http://schemas.openxmlformats.org/drawingml/2006/main">
            <a:pPr algn="l">
              <a:defRPr sz="4275" b="1">
                <a:solidFill>
                  <a:srgbClr val="FFFFFF"/>
                </a:solidFill>
                <a:latin typeface="Avenir Next"/>
                <a:ea typeface="Avenir Next"/>
                <a:cs typeface="Avenir Next"/>
              </a:defRPr>
            </a:pPr>
            <a:r>
              <a:rPr sz="4275" b="1">
                <a:solidFill>
                  <a:srgbClr val="FFFFFF"/>
                </a:solidFill>
                <a:latin typeface="Avenir Next"/>
                <a:ea typeface="Avenir Next"/>
                <a:cs typeface="Avenir Next"/>
              </a:rPr>
              <a:t>Automatización</a:t>
            </a:r>
          </a:p>
          <a:p xmlns:a="http://schemas.openxmlformats.org/drawingml/2006/main">
            <a:pPr algn="l">
              <a:defRPr sz="4275" b="1">
                <a:solidFill>
                  <a:srgbClr val="FFFFFF"/>
                </a:solidFill>
                <a:latin typeface="Avenir Next"/>
                <a:ea typeface="Avenir Next"/>
                <a:cs typeface="Avenir Next"/>
              </a:defRPr>
            </a:pPr>
            <a:r>
              <a:rPr sz="4275" b="1">
                <a:solidFill>
                  <a:srgbClr val="FFFFFF"/>
                </a:solidFill>
                <a:latin typeface="Avenir Next"/>
                <a:ea typeface="Avenir Next"/>
                <a:cs typeface="Avenir Next"/>
              </a:rPr>
              <a:t>E2E en Qolqe</a:t>
            </a:r>
          </a:p>
        </p:txBody>
      </p:sp>
      <p:sp>
        <p:nvSpPr>
          <p:cNvPr id="4" name="">
            <a:extLst xmlns:a="http://schemas.openxmlformats.org/drawingml/2006/main">
              <a:ext uri="{FF2B5EF4-FFF2-40B4-BE49-F238E27FC236}">
                <a16:creationId xmlns:a16="http://schemas.microsoft.com/office/drawing/2014/main" id="{FF406018-004F-4287-99D8-42A3E4D8AD83}"/>
              </a:ext>
            </a:extLst>
          </p:cNvPr>
          <p:cNvSpPr>
            <a:spLocks xmlns:a="http://schemas.openxmlformats.org/drawingml/2006/main" noGrp="1"/>
          </p:cNvSpPr>
          <p:nvPr/>
        </p:nvSpPr>
        <p:spPr>
          <a:xfrm xmlns:a="http://schemas.openxmlformats.org/drawingml/2006/main">
            <a:off x="600075" y="3219450"/>
            <a:ext cx="4895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BDE3D7"/>
                </a:solidFill>
                <a:latin typeface="Avenir Next"/>
                <a:ea typeface="Avenir Next"/>
                <a:cs typeface="Avenir Next"/>
              </a:defRPr>
            </a:defPPr>
            <a:lvl1pPr algn="l">
              <a:defRPr sz="1875" b="0">
                <a:solidFill>
                  <a:srgbClr val="BDE3D7"/>
                </a:solidFill>
                <a:latin typeface="Avenir Next"/>
                <a:ea typeface="Avenir Next"/>
                <a:cs typeface="Avenir Next"/>
              </a:defRPr>
            </a:lvl1pPr>
            <a:lvl2pPr algn="l">
              <a:defRPr sz="1875" b="0">
                <a:solidFill>
                  <a:srgbClr val="BDE3D7"/>
                </a:solidFill>
                <a:latin typeface="Avenir Next"/>
                <a:ea typeface="Avenir Next"/>
                <a:cs typeface="Avenir Next"/>
              </a:defRPr>
            </a:lvl2pPr>
            <a:lvl3pPr algn="l">
              <a:defRPr sz="1875" b="0">
                <a:solidFill>
                  <a:srgbClr val="BDE3D7"/>
                </a:solidFill>
                <a:latin typeface="Avenir Next"/>
                <a:ea typeface="Avenir Next"/>
                <a:cs typeface="Avenir Next"/>
              </a:defRPr>
            </a:lvl3pPr>
            <a:lvl4pPr algn="l">
              <a:defRPr sz="1875" b="0">
                <a:solidFill>
                  <a:srgbClr val="BDE3D7"/>
                </a:solidFill>
                <a:latin typeface="Avenir Next"/>
                <a:ea typeface="Avenir Next"/>
                <a:cs typeface="Avenir Next"/>
              </a:defRPr>
            </a:lvl4pPr>
            <a:lvl5pPr algn="l">
              <a:defRPr sz="1875" b="0">
                <a:solidFill>
                  <a:srgbClr val="BDE3D7"/>
                </a:solidFill>
                <a:latin typeface="Avenir Next"/>
                <a:ea typeface="Avenir Next"/>
                <a:cs typeface="Avenir Next"/>
              </a:defRPr>
            </a:lvl5pPr>
            <a:lvl6pPr algn="l">
              <a:defRPr sz="1875" b="0">
                <a:solidFill>
                  <a:srgbClr val="BDE3D7"/>
                </a:solidFill>
                <a:latin typeface="Avenir Next"/>
                <a:ea typeface="Avenir Next"/>
                <a:cs typeface="Avenir Next"/>
              </a:defRPr>
            </a:lvl6pPr>
            <a:lvl7pPr algn="l">
              <a:defRPr sz="1875" b="0">
                <a:solidFill>
                  <a:srgbClr val="BDE3D7"/>
                </a:solidFill>
                <a:latin typeface="Avenir Next"/>
                <a:ea typeface="Avenir Next"/>
                <a:cs typeface="Avenir Next"/>
              </a:defRPr>
            </a:lvl7pPr>
            <a:lvl8pPr algn="l">
              <a:defRPr sz="1875" b="0">
                <a:solidFill>
                  <a:srgbClr val="BDE3D7"/>
                </a:solidFill>
                <a:latin typeface="Avenir Next"/>
                <a:ea typeface="Avenir Next"/>
                <a:cs typeface="Avenir Next"/>
              </a:defRPr>
            </a:lvl8pPr>
            <a:lvl9pPr algn="l">
              <a:defRPr sz="1875" b="0">
                <a:solidFill>
                  <a:srgbClr val="BDE3D7"/>
                </a:solidFill>
                <a:latin typeface="Avenir Next"/>
                <a:ea typeface="Avenir Next"/>
                <a:cs typeface="Avenir Next"/>
              </a:defRPr>
            </a:lvl9pPr>
          </a:lstStyle>
          <a:p xmlns:a="http://schemas.openxmlformats.org/drawingml/2006/main">
            <a:pPr algn="l">
              <a:defRPr sz="1875" b="0">
                <a:solidFill>
                  <a:srgbClr val="BDE3D7"/>
                </a:solidFill>
                <a:latin typeface="Avenir Next"/>
                <a:ea typeface="Avenir Next"/>
                <a:cs typeface="Avenir Next"/>
              </a:defRPr>
            </a:pPr>
            <a:r>
              <a:rPr sz="1875" b="0">
                <a:solidFill>
                  <a:srgbClr val="BDE3D7"/>
                </a:solidFill>
                <a:latin typeface="Avenir Next"/>
                <a:ea typeface="Avenir Next"/>
                <a:cs typeface="Avenir Next"/>
              </a:rPr>
              <a:t>Robot Framework · patrón Page Object</a:t>
            </a:r>
          </a:p>
        </p:txBody>
      </p:sp>
      <p:sp>
        <p:nvSpPr>
          <p:cNvPr id="5" name="">
            <a:extLst xmlns:a="http://schemas.openxmlformats.org/drawingml/2006/main">
              <a:ext uri="{FF2B5EF4-FFF2-40B4-BE49-F238E27FC236}">
                <a16:creationId xmlns:a16="http://schemas.microsoft.com/office/drawing/2014/main" id="{7014CC81-9C30-41E9-B8A5-6F705B4AEBE8}"/>
              </a:ext>
            </a:extLst>
          </p:cNvPr>
          <p:cNvSpPr>
            <a:spLocks xmlns:a="http://schemas.openxmlformats.org/drawingml/2006/main" noGrp="1"/>
          </p:cNvSpPr>
          <p:nvPr/>
        </p:nvSpPr>
        <p:spPr>
          <a:xfrm xmlns:a="http://schemas.openxmlformats.org/drawingml/2006/main">
            <a:off x="600075" y="4143375"/>
            <a:ext cx="48577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FFFFFF"/>
                </a:solidFill>
                <a:latin typeface="Avenir Next"/>
                <a:ea typeface="Avenir Next"/>
                <a:cs typeface="Avenir Next"/>
              </a:defRPr>
            </a:defPPr>
            <a:lvl1pPr algn="l">
              <a:defRPr sz="1875" b="1">
                <a:solidFill>
                  <a:srgbClr val="FFFFFF"/>
                </a:solidFill>
                <a:latin typeface="Avenir Next"/>
                <a:ea typeface="Avenir Next"/>
                <a:cs typeface="Avenir Next"/>
              </a:defRPr>
            </a:lvl1pPr>
            <a:lvl2pPr algn="l">
              <a:defRPr sz="1875" b="1">
                <a:solidFill>
                  <a:srgbClr val="FFFFFF"/>
                </a:solidFill>
                <a:latin typeface="Avenir Next"/>
                <a:ea typeface="Avenir Next"/>
                <a:cs typeface="Avenir Next"/>
              </a:defRPr>
            </a:lvl2pPr>
            <a:lvl3pPr algn="l">
              <a:defRPr sz="1875" b="1">
                <a:solidFill>
                  <a:srgbClr val="FFFFFF"/>
                </a:solidFill>
                <a:latin typeface="Avenir Next"/>
                <a:ea typeface="Avenir Next"/>
                <a:cs typeface="Avenir Next"/>
              </a:defRPr>
            </a:lvl3pPr>
            <a:lvl4pPr algn="l">
              <a:defRPr sz="1875" b="1">
                <a:solidFill>
                  <a:srgbClr val="FFFFFF"/>
                </a:solidFill>
                <a:latin typeface="Avenir Next"/>
                <a:ea typeface="Avenir Next"/>
                <a:cs typeface="Avenir Next"/>
              </a:defRPr>
            </a:lvl4pPr>
            <a:lvl5pPr algn="l">
              <a:defRPr sz="1875" b="1">
                <a:solidFill>
                  <a:srgbClr val="FFFFFF"/>
                </a:solidFill>
                <a:latin typeface="Avenir Next"/>
                <a:ea typeface="Avenir Next"/>
                <a:cs typeface="Avenir Next"/>
              </a:defRPr>
            </a:lvl5pPr>
            <a:lvl6pPr algn="l">
              <a:defRPr sz="1875" b="1">
                <a:solidFill>
                  <a:srgbClr val="FFFFFF"/>
                </a:solidFill>
                <a:latin typeface="Avenir Next"/>
                <a:ea typeface="Avenir Next"/>
                <a:cs typeface="Avenir Next"/>
              </a:defRPr>
            </a:lvl6pPr>
            <a:lvl7pPr algn="l">
              <a:defRPr sz="1875" b="1">
                <a:solidFill>
                  <a:srgbClr val="FFFFFF"/>
                </a:solidFill>
                <a:latin typeface="Avenir Next"/>
                <a:ea typeface="Avenir Next"/>
                <a:cs typeface="Avenir Next"/>
              </a:defRPr>
            </a:lvl7pPr>
            <a:lvl8pPr algn="l">
              <a:defRPr sz="1875" b="1">
                <a:solidFill>
                  <a:srgbClr val="FFFFFF"/>
                </a:solidFill>
                <a:latin typeface="Avenir Next"/>
                <a:ea typeface="Avenir Next"/>
                <a:cs typeface="Avenir Next"/>
              </a:defRPr>
            </a:lvl8pPr>
            <a:lvl9pPr algn="l">
              <a:defRPr sz="1875" b="1">
                <a:solidFill>
                  <a:srgbClr val="FFFFFF"/>
                </a:solidFill>
                <a:latin typeface="Avenir Next"/>
                <a:ea typeface="Avenir Next"/>
                <a:cs typeface="Avenir Next"/>
              </a:defRPr>
            </a:lvl9pPr>
          </a:lstStyle>
          <a:p xmlns:a="http://schemas.openxmlformats.org/drawingml/2006/main">
            <a:pPr algn="l">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Diego agrega a Bruno</a:t>
            </a:r>
          </a:p>
          <a:p xmlns:a="http://schemas.openxmlformats.org/drawingml/2006/main">
            <a:pPr algn="l">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y solicita S/ 25; Bruno acepta</a:t>
            </a:r>
          </a:p>
        </p:txBody>
      </p:sp>
      <p:sp>
        <p:nvSpPr>
          <p:cNvPr id="6" name="">
            <a:extLst xmlns:a="http://schemas.openxmlformats.org/drawingml/2006/main">
              <a:ext uri="{FF2B5EF4-FFF2-40B4-BE49-F238E27FC236}">
                <a16:creationId xmlns:a16="http://schemas.microsoft.com/office/drawing/2014/main" id="{9EF1ADF7-9BFA-45A1-A7CF-BF90F7DA9DB8}"/>
              </a:ext>
            </a:extLst>
          </p:cNvPr>
          <p:cNvSpPr>
            <a:spLocks xmlns:a="http://schemas.openxmlformats.org/drawingml/2006/main" noGrp="1"/>
          </p:cNvSpPr>
          <p:nvPr/>
        </p:nvSpPr>
        <p:spPr>
          <a:xfrm xmlns:a="http://schemas.openxmlformats.org/drawingml/2006/main">
            <a:off x="600075" y="5219700"/>
            <a:ext cx="2619375" cy="333375"/>
          </a:xfrm>
          <a:prstGeom xmlns:a="http://schemas.openxmlformats.org/drawingml/2006/main" prst="roundRect">
            <a:avLst>
              <a:gd name="adj" fmla="val 22857"/>
            </a:avLst>
          </a:prstGeom>
          <a:solidFill xmlns:a="http://schemas.openxmlformats.org/drawingml/2006/main">
            <a:srgbClr val="11766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A825FD8-88AA-4457-BBDD-39B5942E0EC6}"/>
              </a:ext>
            </a:extLst>
          </p:cNvPr>
          <p:cNvSpPr>
            <a:spLocks xmlns:a="http://schemas.openxmlformats.org/drawingml/2006/main" noGrp="1"/>
          </p:cNvSpPr>
          <p:nvPr/>
        </p:nvSpPr>
        <p:spPr>
          <a:xfrm xmlns:a="http://schemas.openxmlformats.org/drawingml/2006/main">
            <a:off x="714375" y="5257800"/>
            <a:ext cx="23907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FFFFFF"/>
                </a:solidFill>
                <a:latin typeface="Avenir Next"/>
                <a:ea typeface="Avenir Next"/>
                <a:cs typeface="Avenir Next"/>
              </a:defRPr>
            </a:defPPr>
            <a:lvl1pPr algn="l">
              <a:defRPr sz="1275" b="1">
                <a:solidFill>
                  <a:srgbClr val="FFFFFF"/>
                </a:solidFill>
                <a:latin typeface="Avenir Next"/>
                <a:ea typeface="Avenir Next"/>
                <a:cs typeface="Avenir Next"/>
              </a:defRPr>
            </a:lvl1pPr>
            <a:lvl2pPr algn="l">
              <a:defRPr sz="1275" b="1">
                <a:solidFill>
                  <a:srgbClr val="FFFFFF"/>
                </a:solidFill>
                <a:latin typeface="Avenir Next"/>
                <a:ea typeface="Avenir Next"/>
                <a:cs typeface="Avenir Next"/>
              </a:defRPr>
            </a:lvl2pPr>
            <a:lvl3pPr algn="l">
              <a:defRPr sz="1275" b="1">
                <a:solidFill>
                  <a:srgbClr val="FFFFFF"/>
                </a:solidFill>
                <a:latin typeface="Avenir Next"/>
                <a:ea typeface="Avenir Next"/>
                <a:cs typeface="Avenir Next"/>
              </a:defRPr>
            </a:lvl3pPr>
            <a:lvl4pPr algn="l">
              <a:defRPr sz="1275" b="1">
                <a:solidFill>
                  <a:srgbClr val="FFFFFF"/>
                </a:solidFill>
                <a:latin typeface="Avenir Next"/>
                <a:ea typeface="Avenir Next"/>
                <a:cs typeface="Avenir Next"/>
              </a:defRPr>
            </a:lvl4pPr>
            <a:lvl5pPr algn="l">
              <a:defRPr sz="1275" b="1">
                <a:solidFill>
                  <a:srgbClr val="FFFFFF"/>
                </a:solidFill>
                <a:latin typeface="Avenir Next"/>
                <a:ea typeface="Avenir Next"/>
                <a:cs typeface="Avenir Next"/>
              </a:defRPr>
            </a:lvl5pPr>
            <a:lvl6pPr algn="l">
              <a:defRPr sz="1275" b="1">
                <a:solidFill>
                  <a:srgbClr val="FFFFFF"/>
                </a:solidFill>
                <a:latin typeface="Avenir Next"/>
                <a:ea typeface="Avenir Next"/>
                <a:cs typeface="Avenir Next"/>
              </a:defRPr>
            </a:lvl6pPr>
            <a:lvl7pPr algn="l">
              <a:defRPr sz="1275" b="1">
                <a:solidFill>
                  <a:srgbClr val="FFFFFF"/>
                </a:solidFill>
                <a:latin typeface="Avenir Next"/>
                <a:ea typeface="Avenir Next"/>
                <a:cs typeface="Avenir Next"/>
              </a:defRPr>
            </a:lvl7pPr>
            <a:lvl8pPr algn="l">
              <a:defRPr sz="1275" b="1">
                <a:solidFill>
                  <a:srgbClr val="FFFFFF"/>
                </a:solidFill>
                <a:latin typeface="Avenir Next"/>
                <a:ea typeface="Avenir Next"/>
                <a:cs typeface="Avenir Next"/>
              </a:defRPr>
            </a:lvl8pPr>
            <a:lvl9pPr algn="l">
              <a:defRPr sz="1275" b="1">
                <a:solidFill>
                  <a:srgbClr val="FFFFFF"/>
                </a:solidFill>
                <a:latin typeface="Avenir Next"/>
                <a:ea typeface="Avenir Next"/>
                <a:cs typeface="Avenir Next"/>
              </a:defRPr>
            </a:lvl9pPr>
          </a:lstStyle>
          <a:p xmlns:a="http://schemas.openxmlformats.org/drawingml/2006/main">
            <a:pPr algn="l">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S/ 25.00  ·  1/1 PASS</a:t>
            </a:r>
          </a:p>
        </p:txBody>
      </p:sp>
      <p:sp>
        <p:nvSpPr>
          <p:cNvPr id="8" name="">
            <a:extLst xmlns:a="http://schemas.openxmlformats.org/drawingml/2006/main">
              <a:ext uri="{FF2B5EF4-FFF2-40B4-BE49-F238E27FC236}">
                <a16:creationId xmlns:a16="http://schemas.microsoft.com/office/drawing/2014/main" id="{F36DF35E-8AFD-410E-B571-D373C92F9D41}"/>
              </a:ext>
            </a:extLst>
          </p:cNvPr>
          <p:cNvSpPr>
            <a:spLocks xmlns:a="http://schemas.openxmlformats.org/drawingml/2006/main" noGrp="1"/>
          </p:cNvSpPr>
          <p:nvPr/>
        </p:nvSpPr>
        <p:spPr>
          <a:xfrm xmlns:a="http://schemas.openxmlformats.org/drawingml/2006/main">
            <a:off x="600075" y="5705475"/>
            <a:ext cx="4895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BDE3D7"/>
                </a:solidFill>
                <a:latin typeface="Avenir Next"/>
                <a:ea typeface="Avenir Next"/>
                <a:cs typeface="Avenir Next"/>
              </a:defRPr>
            </a:defPPr>
            <a:lvl1pPr algn="l">
              <a:defRPr sz="1575" b="0">
                <a:solidFill>
                  <a:srgbClr val="BDE3D7"/>
                </a:solidFill>
                <a:latin typeface="Avenir Next"/>
                <a:ea typeface="Avenir Next"/>
                <a:cs typeface="Avenir Next"/>
              </a:defRPr>
            </a:lvl1pPr>
            <a:lvl2pPr algn="l">
              <a:defRPr sz="1575" b="0">
                <a:solidFill>
                  <a:srgbClr val="BDE3D7"/>
                </a:solidFill>
                <a:latin typeface="Avenir Next"/>
                <a:ea typeface="Avenir Next"/>
                <a:cs typeface="Avenir Next"/>
              </a:defRPr>
            </a:lvl2pPr>
            <a:lvl3pPr algn="l">
              <a:defRPr sz="1575" b="0">
                <a:solidFill>
                  <a:srgbClr val="BDE3D7"/>
                </a:solidFill>
                <a:latin typeface="Avenir Next"/>
                <a:ea typeface="Avenir Next"/>
                <a:cs typeface="Avenir Next"/>
              </a:defRPr>
            </a:lvl3pPr>
            <a:lvl4pPr algn="l">
              <a:defRPr sz="1575" b="0">
                <a:solidFill>
                  <a:srgbClr val="BDE3D7"/>
                </a:solidFill>
                <a:latin typeface="Avenir Next"/>
                <a:ea typeface="Avenir Next"/>
                <a:cs typeface="Avenir Next"/>
              </a:defRPr>
            </a:lvl4pPr>
            <a:lvl5pPr algn="l">
              <a:defRPr sz="1575" b="0">
                <a:solidFill>
                  <a:srgbClr val="BDE3D7"/>
                </a:solidFill>
                <a:latin typeface="Avenir Next"/>
                <a:ea typeface="Avenir Next"/>
                <a:cs typeface="Avenir Next"/>
              </a:defRPr>
            </a:lvl5pPr>
            <a:lvl6pPr algn="l">
              <a:defRPr sz="1575" b="0">
                <a:solidFill>
                  <a:srgbClr val="BDE3D7"/>
                </a:solidFill>
                <a:latin typeface="Avenir Next"/>
                <a:ea typeface="Avenir Next"/>
                <a:cs typeface="Avenir Next"/>
              </a:defRPr>
            </a:lvl6pPr>
            <a:lvl7pPr algn="l">
              <a:defRPr sz="1575" b="0">
                <a:solidFill>
                  <a:srgbClr val="BDE3D7"/>
                </a:solidFill>
                <a:latin typeface="Avenir Next"/>
                <a:ea typeface="Avenir Next"/>
                <a:cs typeface="Avenir Next"/>
              </a:defRPr>
            </a:lvl7pPr>
            <a:lvl8pPr algn="l">
              <a:defRPr sz="1575" b="0">
                <a:solidFill>
                  <a:srgbClr val="BDE3D7"/>
                </a:solidFill>
                <a:latin typeface="Avenir Next"/>
                <a:ea typeface="Avenir Next"/>
                <a:cs typeface="Avenir Next"/>
              </a:defRPr>
            </a:lvl8pPr>
            <a:lvl9pPr algn="l">
              <a:defRPr sz="1575" b="0">
                <a:solidFill>
                  <a:srgbClr val="BDE3D7"/>
                </a:solidFill>
                <a:latin typeface="Avenir Next"/>
                <a:ea typeface="Avenir Next"/>
                <a:cs typeface="Avenir Next"/>
              </a:defRPr>
            </a:lvl9pPr>
          </a:lstStyle>
          <a:p xmlns:a="http://schemas.openxmlformats.org/drawingml/2006/main">
            <a:pPr algn="l">
              <a:defRPr sz="1575" b="0">
                <a:solidFill>
                  <a:srgbClr val="BDE3D7"/>
                </a:solidFill>
                <a:latin typeface="Avenir Next"/>
                <a:ea typeface="Avenir Next"/>
                <a:cs typeface="Avenir Next"/>
              </a:defRPr>
            </a:pPr>
            <a:r>
              <a:rPr sz="1575" b="0">
                <a:solidFill>
                  <a:srgbClr val="BDE3D7"/>
                </a:solidFill>
                <a:latin typeface="Avenir Next"/>
                <a:ea typeface="Avenir Next"/>
                <a:cs typeface="Avenir Next"/>
              </a:rPr>
              <a:t>Demo Robot + revisión con IA</a:t>
            </a:r>
          </a:p>
        </p:txBody>
      </p:sp>
      <p:sp>
        <p:nvSpPr>
          <p:cNvPr id="9" name="">
            <a:extLst xmlns:a="http://schemas.openxmlformats.org/drawingml/2006/main">
              <a:ext uri="{FF2B5EF4-FFF2-40B4-BE49-F238E27FC236}">
                <a16:creationId xmlns:a16="http://schemas.microsoft.com/office/drawing/2014/main" id="{C6664D07-F8F0-4B5A-BDA2-04784F31C7C5}"/>
              </a:ext>
            </a:extLst>
          </p:cNvPr>
          <p:cNvSpPr>
            <a:spLocks xmlns:a="http://schemas.openxmlformats.org/drawingml/2006/main" noGrp="1"/>
          </p:cNvSpPr>
          <p:nvPr/>
        </p:nvSpPr>
        <p:spPr>
          <a:xfrm xmlns:a="http://schemas.openxmlformats.org/drawingml/2006/main">
            <a:off x="5905500" y="1095375"/>
            <a:ext cx="5753100" cy="3609975"/>
          </a:xfrm>
          <a:prstGeom xmlns:a="http://schemas.openxmlformats.org/drawingml/2006/main" prst="roundRect">
            <a:avLst>
              <a:gd name="adj" fmla="val 2111"/>
            </a:avLst>
          </a:prstGeom>
          <a:solidFill xmlns:a="http://schemas.openxmlformats.org/drawingml/2006/main">
            <a:srgbClr val="FFFFFF"/>
          </a:solidFill>
          <a:ln xmlns:a="http://schemas.openxmlformats.org/drawingml/2006/main" w="0">
            <a:noFill/>
            <a:prstDash val="solid"/>
          </a:ln>
        </p:spPr>
      </p:sp>
      <p:pic>
        <p:nvPicPr>
          <p:cNvPr id="10" name="">
            <a:extLst xmlns:a="http://schemas.openxmlformats.org/drawingml/2006/main">
              <a:ext uri="{FF2B5EF4-FFF2-40B4-BE49-F238E27FC236}">
                <a16:creationId xmlns:a16="http://schemas.microsoft.com/office/drawing/2014/main" id="{F7A9BAB6-1B8B-48DC-8F10-3F41F171CA86}"/>
              </a:ext>
            </a:extLst>
          </p:cNvPr>
          <p:cNvPicPr>
            <a:picLocks xmlns:a="http://schemas.openxmlformats.org/drawingml/2006/main" noChangeAspect="1"/>
          </p:cNvPicPr>
          <p:nvPr/>
        </p:nvPicPr>
        <p:blipFill>
          <a:blip xmlns:r="http://schemas.openxmlformats.org/officeDocument/2006/relationships" xmlns:a="http://schemas.openxmlformats.org/drawingml/2006/main" r:embed="R94b724784c8e453d"/>
          <a:stretch xmlns:a="http://schemas.openxmlformats.org/drawingml/2006/main"/>
        </p:blipFill>
        <p:spPr>
          <a:xfrm xmlns:a="http://schemas.openxmlformats.org/drawingml/2006/main">
            <a:off x="5943600" y="1511334"/>
            <a:ext cx="5676900" cy="2778057"/>
          </a:xfrm>
          <a:prstGeom xmlns:a="http://schemas.openxmlformats.org/drawingml/2006/main" prst="roundRect">
            <a:avLst>
              <a:gd name="adj" fmla="val 2156"/>
            </a:avLst>
          </a:prstGeom>
        </p:spPr>
      </p:pic>
      <p:sp>
        <p:nvSpPr>
          <p:cNvPr id="11" name="">
            <a:extLst xmlns:a="http://schemas.openxmlformats.org/drawingml/2006/main">
              <a:ext uri="{FF2B5EF4-FFF2-40B4-BE49-F238E27FC236}">
                <a16:creationId xmlns:a16="http://schemas.microsoft.com/office/drawing/2014/main" id="{CED1C4A4-A2A5-45A8-89EE-8D61F7377E28}"/>
              </a:ext>
            </a:extLst>
          </p:cNvPr>
          <p:cNvSpPr>
            <a:spLocks xmlns:a="http://schemas.openxmlformats.org/drawingml/2006/main" noGrp="1"/>
          </p:cNvSpPr>
          <p:nvPr/>
        </p:nvSpPr>
        <p:spPr>
          <a:xfrm xmlns:a="http://schemas.openxmlformats.org/drawingml/2006/main">
            <a:off x="6067425" y="4914900"/>
            <a:ext cx="5286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BDE3D7"/>
                </a:solidFill>
                <a:latin typeface="Avenir Next"/>
                <a:ea typeface="Avenir Next"/>
                <a:cs typeface="Avenir Next"/>
              </a:defRPr>
            </a:defPPr>
            <a:lvl1pPr algn="l">
              <a:defRPr sz="1500" b="0">
                <a:solidFill>
                  <a:srgbClr val="BDE3D7"/>
                </a:solidFill>
                <a:latin typeface="Avenir Next"/>
                <a:ea typeface="Avenir Next"/>
                <a:cs typeface="Avenir Next"/>
              </a:defRPr>
            </a:lvl1pPr>
            <a:lvl2pPr algn="l">
              <a:defRPr sz="1500" b="0">
                <a:solidFill>
                  <a:srgbClr val="BDE3D7"/>
                </a:solidFill>
                <a:latin typeface="Avenir Next"/>
                <a:ea typeface="Avenir Next"/>
                <a:cs typeface="Avenir Next"/>
              </a:defRPr>
            </a:lvl2pPr>
            <a:lvl3pPr algn="l">
              <a:defRPr sz="1500" b="0">
                <a:solidFill>
                  <a:srgbClr val="BDE3D7"/>
                </a:solidFill>
                <a:latin typeface="Avenir Next"/>
                <a:ea typeface="Avenir Next"/>
                <a:cs typeface="Avenir Next"/>
              </a:defRPr>
            </a:lvl3pPr>
            <a:lvl4pPr algn="l">
              <a:defRPr sz="1500" b="0">
                <a:solidFill>
                  <a:srgbClr val="BDE3D7"/>
                </a:solidFill>
                <a:latin typeface="Avenir Next"/>
                <a:ea typeface="Avenir Next"/>
                <a:cs typeface="Avenir Next"/>
              </a:defRPr>
            </a:lvl4pPr>
            <a:lvl5pPr algn="l">
              <a:defRPr sz="1500" b="0">
                <a:solidFill>
                  <a:srgbClr val="BDE3D7"/>
                </a:solidFill>
                <a:latin typeface="Avenir Next"/>
                <a:ea typeface="Avenir Next"/>
                <a:cs typeface="Avenir Next"/>
              </a:defRPr>
            </a:lvl5pPr>
            <a:lvl6pPr algn="l">
              <a:defRPr sz="1500" b="0">
                <a:solidFill>
                  <a:srgbClr val="BDE3D7"/>
                </a:solidFill>
                <a:latin typeface="Avenir Next"/>
                <a:ea typeface="Avenir Next"/>
                <a:cs typeface="Avenir Next"/>
              </a:defRPr>
            </a:lvl6pPr>
            <a:lvl7pPr algn="l">
              <a:defRPr sz="1500" b="0">
                <a:solidFill>
                  <a:srgbClr val="BDE3D7"/>
                </a:solidFill>
                <a:latin typeface="Avenir Next"/>
                <a:ea typeface="Avenir Next"/>
                <a:cs typeface="Avenir Next"/>
              </a:defRPr>
            </a:lvl7pPr>
            <a:lvl8pPr algn="l">
              <a:defRPr sz="1500" b="0">
                <a:solidFill>
                  <a:srgbClr val="BDE3D7"/>
                </a:solidFill>
                <a:latin typeface="Avenir Next"/>
                <a:ea typeface="Avenir Next"/>
                <a:cs typeface="Avenir Next"/>
              </a:defRPr>
            </a:lvl8pPr>
            <a:lvl9pPr algn="l">
              <a:defRPr sz="1500" b="0">
                <a:solidFill>
                  <a:srgbClr val="BDE3D7"/>
                </a:solidFill>
                <a:latin typeface="Avenir Next"/>
                <a:ea typeface="Avenir Next"/>
                <a:cs typeface="Avenir Next"/>
              </a:defRPr>
            </a:lvl9pPr>
          </a:lstStyle>
          <a:p xmlns:a="http://schemas.openxmlformats.org/drawingml/2006/main">
            <a:pPr algn="l">
              <a:defRPr sz="1500" b="0">
                <a:solidFill>
                  <a:srgbClr val="BDE3D7"/>
                </a:solidFill>
                <a:latin typeface="Avenir Next"/>
                <a:ea typeface="Avenir Next"/>
                <a:cs typeface="Avenir Next"/>
              </a:defRPr>
            </a:pPr>
            <a:r>
              <a:rPr sz="1500" b="0">
                <a:solidFill>
                  <a:srgbClr val="BDE3D7"/>
                </a:solidFill>
                <a:latin typeface="Avenir Next"/>
                <a:ea typeface="Avenir Next"/>
                <a:cs typeface="Avenir Next"/>
              </a:rPr>
              <a:t>Captura real del flujo automatizado</a:t>
            </a:r>
          </a:p>
        </p:txBody>
      </p:sp>
      <p:sp>
        <p:nvSpPr>
          <p:cNvPr id="12" name="">
            <a:extLst xmlns:a="http://schemas.openxmlformats.org/drawingml/2006/main">
              <a:ext uri="{FF2B5EF4-FFF2-40B4-BE49-F238E27FC236}">
                <a16:creationId xmlns:a16="http://schemas.microsoft.com/office/drawing/2014/main" id="{E242C328-8308-4492-8B33-01B7A5F0C9C2}"/>
              </a:ext>
            </a:extLst>
          </p:cNvPr>
          <p:cNvSpPr>
            <a:spLocks xmlns:a="http://schemas.openxmlformats.org/drawingml/2006/main" noGrp="1"/>
          </p:cNvSpPr>
          <p:nvPr/>
        </p:nvSpPr>
        <p:spPr>
          <a:xfrm xmlns:a="http://schemas.openxmlformats.org/drawingml/2006/main">
            <a:off x="600075" y="6334125"/>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B8D2CA"/>
                </a:solidFill>
                <a:latin typeface="Avenir Next"/>
                <a:ea typeface="Avenir Next"/>
                <a:cs typeface="Avenir Next"/>
              </a:defRPr>
            </a:defPPr>
            <a:lvl1pPr algn="l">
              <a:defRPr sz="1200" b="0">
                <a:solidFill>
                  <a:srgbClr val="B8D2CA"/>
                </a:solidFill>
                <a:latin typeface="Avenir Next"/>
                <a:ea typeface="Avenir Next"/>
                <a:cs typeface="Avenir Next"/>
              </a:defRPr>
            </a:lvl1pPr>
            <a:lvl2pPr algn="l">
              <a:defRPr sz="1200" b="0">
                <a:solidFill>
                  <a:srgbClr val="B8D2CA"/>
                </a:solidFill>
                <a:latin typeface="Avenir Next"/>
                <a:ea typeface="Avenir Next"/>
                <a:cs typeface="Avenir Next"/>
              </a:defRPr>
            </a:lvl2pPr>
            <a:lvl3pPr algn="l">
              <a:defRPr sz="1200" b="0">
                <a:solidFill>
                  <a:srgbClr val="B8D2CA"/>
                </a:solidFill>
                <a:latin typeface="Avenir Next"/>
                <a:ea typeface="Avenir Next"/>
                <a:cs typeface="Avenir Next"/>
              </a:defRPr>
            </a:lvl3pPr>
            <a:lvl4pPr algn="l">
              <a:defRPr sz="1200" b="0">
                <a:solidFill>
                  <a:srgbClr val="B8D2CA"/>
                </a:solidFill>
                <a:latin typeface="Avenir Next"/>
                <a:ea typeface="Avenir Next"/>
                <a:cs typeface="Avenir Next"/>
              </a:defRPr>
            </a:lvl4pPr>
            <a:lvl5pPr algn="l">
              <a:defRPr sz="1200" b="0">
                <a:solidFill>
                  <a:srgbClr val="B8D2CA"/>
                </a:solidFill>
                <a:latin typeface="Avenir Next"/>
                <a:ea typeface="Avenir Next"/>
                <a:cs typeface="Avenir Next"/>
              </a:defRPr>
            </a:lvl5pPr>
            <a:lvl6pPr algn="l">
              <a:defRPr sz="1200" b="0">
                <a:solidFill>
                  <a:srgbClr val="B8D2CA"/>
                </a:solidFill>
                <a:latin typeface="Avenir Next"/>
                <a:ea typeface="Avenir Next"/>
                <a:cs typeface="Avenir Next"/>
              </a:defRPr>
            </a:lvl6pPr>
            <a:lvl7pPr algn="l">
              <a:defRPr sz="1200" b="0">
                <a:solidFill>
                  <a:srgbClr val="B8D2CA"/>
                </a:solidFill>
                <a:latin typeface="Avenir Next"/>
                <a:ea typeface="Avenir Next"/>
                <a:cs typeface="Avenir Next"/>
              </a:defRPr>
            </a:lvl7pPr>
            <a:lvl8pPr algn="l">
              <a:defRPr sz="1200" b="0">
                <a:solidFill>
                  <a:srgbClr val="B8D2CA"/>
                </a:solidFill>
                <a:latin typeface="Avenir Next"/>
                <a:ea typeface="Avenir Next"/>
                <a:cs typeface="Avenir Next"/>
              </a:defRPr>
            </a:lvl8pPr>
            <a:lvl9pPr algn="l">
              <a:defRPr sz="1200" b="0">
                <a:solidFill>
                  <a:srgbClr val="B8D2CA"/>
                </a:solidFill>
                <a:latin typeface="Avenir Next"/>
                <a:ea typeface="Avenir Next"/>
                <a:cs typeface="Avenir Next"/>
              </a:defRPr>
            </a:lvl9pPr>
          </a:lstStyle>
          <a:p xmlns:a="http://schemas.openxmlformats.org/drawingml/2006/main">
            <a:pPr algn="l">
              <a:defRPr sz="1200" b="0">
                <a:solidFill>
                  <a:srgbClr val="B8D2CA"/>
                </a:solidFill>
                <a:latin typeface="Avenir Next"/>
                <a:ea typeface="Avenir Next"/>
                <a:cs typeface="Avenir Next"/>
              </a:defRPr>
            </a:pPr>
            <a:r>
              <a:rPr sz="1200" b="0">
                <a:solidFill>
                  <a:srgbClr val="B8D2CA"/>
                </a:solidFill>
                <a:latin typeface="Avenir Next"/>
                <a:ea typeface="Avenir Next"/>
                <a:cs typeface="Avenir Next"/>
              </a:rPr>
              <a:t>CS5383  ·  Grupo 4  ·  Johar</a:t>
            </a:r>
          </a:p>
        </p:txBody>
      </p:sp>
    </p:spTree>
    <p:extLst>
      <p:ext uri="{BB962C8B-B14F-4D97-AF65-F5344CB8AC3E}">
        <p14:creationId xmlns:p14="http://schemas.microsoft.com/office/powerpoint/2010/main" val="1044931806"/>
      </p:ext>
    </p:extLst>
  </p:cSld>
</p:sld>
</file>

<file path=ppt/slides/slide2.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E0F760E-B0FE-4D0A-B3D6-FEF53594424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1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0FD61F4-4D28-4B3A-8986-AAC4106F0EE6}"/>
              </a:ext>
            </a:extLst>
          </p:cNvPr>
          <p:cNvSpPr>
            <a:spLocks xmlns:a="http://schemas.openxmlformats.org/drawingml/2006/main" noGrp="1"/>
          </p:cNvSpPr>
          <p:nvPr/>
        </p:nvSpPr>
        <p:spPr>
          <a:xfrm xmlns:a="http://schemas.openxmlformats.org/drawingml/2006/main">
            <a:off x="523875" y="3238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766E"/>
                </a:solidFill>
                <a:latin typeface="Avenir Next"/>
                <a:ea typeface="Avenir Next"/>
                <a:cs typeface="Avenir Next"/>
              </a:defRPr>
            </a:defPPr>
            <a:lvl1pPr algn="l">
              <a:defRPr sz="1500" b="1">
                <a:solidFill>
                  <a:srgbClr val="11766E"/>
                </a:solidFill>
                <a:latin typeface="Avenir Next"/>
                <a:ea typeface="Avenir Next"/>
                <a:cs typeface="Avenir Next"/>
              </a:defRPr>
            </a:lvl1pPr>
            <a:lvl2pPr algn="l">
              <a:defRPr sz="1500" b="1">
                <a:solidFill>
                  <a:srgbClr val="11766E"/>
                </a:solidFill>
                <a:latin typeface="Avenir Next"/>
                <a:ea typeface="Avenir Next"/>
                <a:cs typeface="Avenir Next"/>
              </a:defRPr>
            </a:lvl2pPr>
            <a:lvl3pPr algn="l">
              <a:defRPr sz="1500" b="1">
                <a:solidFill>
                  <a:srgbClr val="11766E"/>
                </a:solidFill>
                <a:latin typeface="Avenir Next"/>
                <a:ea typeface="Avenir Next"/>
                <a:cs typeface="Avenir Next"/>
              </a:defRPr>
            </a:lvl3pPr>
            <a:lvl4pPr algn="l">
              <a:defRPr sz="1500" b="1">
                <a:solidFill>
                  <a:srgbClr val="11766E"/>
                </a:solidFill>
                <a:latin typeface="Avenir Next"/>
                <a:ea typeface="Avenir Next"/>
                <a:cs typeface="Avenir Next"/>
              </a:defRPr>
            </a:lvl4pPr>
            <a:lvl5pPr algn="l">
              <a:defRPr sz="1500" b="1">
                <a:solidFill>
                  <a:srgbClr val="11766E"/>
                </a:solidFill>
                <a:latin typeface="Avenir Next"/>
                <a:ea typeface="Avenir Next"/>
                <a:cs typeface="Avenir Next"/>
              </a:defRPr>
            </a:lvl5pPr>
            <a:lvl6pPr algn="l">
              <a:defRPr sz="1500" b="1">
                <a:solidFill>
                  <a:srgbClr val="11766E"/>
                </a:solidFill>
                <a:latin typeface="Avenir Next"/>
                <a:ea typeface="Avenir Next"/>
                <a:cs typeface="Avenir Next"/>
              </a:defRPr>
            </a:lvl6pPr>
            <a:lvl7pPr algn="l">
              <a:defRPr sz="1500" b="1">
                <a:solidFill>
                  <a:srgbClr val="11766E"/>
                </a:solidFill>
                <a:latin typeface="Avenir Next"/>
                <a:ea typeface="Avenir Next"/>
                <a:cs typeface="Avenir Next"/>
              </a:defRPr>
            </a:lvl7pPr>
            <a:lvl8pPr algn="l">
              <a:defRPr sz="1500" b="1">
                <a:solidFill>
                  <a:srgbClr val="11766E"/>
                </a:solidFill>
                <a:latin typeface="Avenir Next"/>
                <a:ea typeface="Avenir Next"/>
                <a:cs typeface="Avenir Next"/>
              </a:defRPr>
            </a:lvl8pPr>
            <a:lvl9pPr algn="l">
              <a:defRPr sz="1500" b="1">
                <a:solidFill>
                  <a:srgbClr val="11766E"/>
                </a:solidFill>
                <a:latin typeface="Avenir Next"/>
                <a:ea typeface="Avenir Next"/>
                <a:cs typeface="Avenir Next"/>
              </a:defRPr>
            </a:lvl9pPr>
          </a:lstStyle>
          <a:p xmlns:a="http://schemas.openxmlformats.org/drawingml/2006/main">
            <a:pPr algn="l">
              <a:defRPr sz="1500" b="1">
                <a:solidFill>
                  <a:srgbClr val="11766E"/>
                </a:solidFill>
                <a:latin typeface="Avenir Next"/>
                <a:ea typeface="Avenir Next"/>
                <a:cs typeface="Avenir Next"/>
              </a:defRPr>
            </a:pPr>
            <a:r>
              <a:rPr sz="1500" b="1">
                <a:solidFill>
                  <a:srgbClr val="11766E"/>
                </a:solidFill>
                <a:latin typeface="Avenir Next"/>
                <a:ea typeface="Avenir Next"/>
                <a:cs typeface="Avenir Next"/>
              </a:rPr>
              <a:t>02</a:t>
            </a:r>
          </a:p>
        </p:txBody>
      </p:sp>
      <p:sp>
        <p:nvSpPr>
          <p:cNvPr id="3" name="">
            <a:extLst xmlns:a="http://schemas.openxmlformats.org/drawingml/2006/main">
              <a:ext uri="{FF2B5EF4-FFF2-40B4-BE49-F238E27FC236}">
                <a16:creationId xmlns:a16="http://schemas.microsoft.com/office/drawing/2014/main" id="{0E1DBDE9-C9C4-4A5C-8AB5-ACEA3B1CF121}"/>
              </a:ext>
            </a:extLst>
          </p:cNvPr>
          <p:cNvSpPr>
            <a:spLocks xmlns:a="http://schemas.openxmlformats.org/drawingml/2006/main" noGrp="1"/>
          </p:cNvSpPr>
          <p:nvPr/>
        </p:nvSpPr>
        <p:spPr>
          <a:xfrm xmlns:a="http://schemas.openxmlformats.org/drawingml/2006/main">
            <a:off x="1047750" y="3048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22D32"/>
                </a:solidFill>
                <a:latin typeface="Avenir Next"/>
                <a:ea typeface="Avenir Next"/>
                <a:cs typeface="Avenir Next"/>
              </a:defRPr>
            </a:defPPr>
            <a:lvl1pPr algn="l">
              <a:defRPr sz="3000" b="1">
                <a:solidFill>
                  <a:srgbClr val="122D32"/>
                </a:solidFill>
                <a:latin typeface="Avenir Next"/>
                <a:ea typeface="Avenir Next"/>
                <a:cs typeface="Avenir Next"/>
              </a:defRPr>
            </a:lvl1pPr>
            <a:lvl2pPr algn="l">
              <a:defRPr sz="3000" b="1">
                <a:solidFill>
                  <a:srgbClr val="122D32"/>
                </a:solidFill>
                <a:latin typeface="Avenir Next"/>
                <a:ea typeface="Avenir Next"/>
                <a:cs typeface="Avenir Next"/>
              </a:defRPr>
            </a:lvl2pPr>
            <a:lvl3pPr algn="l">
              <a:defRPr sz="3000" b="1">
                <a:solidFill>
                  <a:srgbClr val="122D32"/>
                </a:solidFill>
                <a:latin typeface="Avenir Next"/>
                <a:ea typeface="Avenir Next"/>
                <a:cs typeface="Avenir Next"/>
              </a:defRPr>
            </a:lvl3pPr>
            <a:lvl4pPr algn="l">
              <a:defRPr sz="3000" b="1">
                <a:solidFill>
                  <a:srgbClr val="122D32"/>
                </a:solidFill>
                <a:latin typeface="Avenir Next"/>
                <a:ea typeface="Avenir Next"/>
                <a:cs typeface="Avenir Next"/>
              </a:defRPr>
            </a:lvl4pPr>
            <a:lvl5pPr algn="l">
              <a:defRPr sz="3000" b="1">
                <a:solidFill>
                  <a:srgbClr val="122D32"/>
                </a:solidFill>
                <a:latin typeface="Avenir Next"/>
                <a:ea typeface="Avenir Next"/>
                <a:cs typeface="Avenir Next"/>
              </a:defRPr>
            </a:lvl5pPr>
            <a:lvl6pPr algn="l">
              <a:defRPr sz="3000" b="1">
                <a:solidFill>
                  <a:srgbClr val="122D32"/>
                </a:solidFill>
                <a:latin typeface="Avenir Next"/>
                <a:ea typeface="Avenir Next"/>
                <a:cs typeface="Avenir Next"/>
              </a:defRPr>
            </a:lvl6pPr>
            <a:lvl7pPr algn="l">
              <a:defRPr sz="3000" b="1">
                <a:solidFill>
                  <a:srgbClr val="122D32"/>
                </a:solidFill>
                <a:latin typeface="Avenir Next"/>
                <a:ea typeface="Avenir Next"/>
                <a:cs typeface="Avenir Next"/>
              </a:defRPr>
            </a:lvl7pPr>
            <a:lvl8pPr algn="l">
              <a:defRPr sz="3000" b="1">
                <a:solidFill>
                  <a:srgbClr val="122D32"/>
                </a:solidFill>
                <a:latin typeface="Avenir Next"/>
                <a:ea typeface="Avenir Next"/>
                <a:cs typeface="Avenir Next"/>
              </a:defRPr>
            </a:lvl8pPr>
            <a:lvl9pPr algn="l">
              <a:defRPr sz="3000" b="1">
                <a:solidFill>
                  <a:srgbClr val="122D32"/>
                </a:solidFill>
                <a:latin typeface="Avenir Next"/>
                <a:ea typeface="Avenir Next"/>
                <a:cs typeface="Avenir Next"/>
              </a:defRPr>
            </a:lvl9pPr>
          </a:lstStyle>
          <a:p xmlns:a="http://schemas.openxmlformats.org/drawingml/2006/main">
            <a:pPr algn="l">
              <a:defRPr sz="3000" b="1">
                <a:solidFill>
                  <a:srgbClr val="122D32"/>
                </a:solidFill>
                <a:latin typeface="Avenir Next"/>
                <a:ea typeface="Avenir Next"/>
                <a:cs typeface="Avenir Next"/>
              </a:defRPr>
            </a:pPr>
            <a:r>
              <a:rPr sz="3000" b="1">
                <a:solidFill>
                  <a:srgbClr val="122D32"/>
                </a:solidFill>
                <a:latin typeface="Avenir Next"/>
                <a:ea typeface="Avenir Next"/>
                <a:cs typeface="Avenir Next"/>
              </a:rPr>
              <a:t>¿Por qué Robot Framework?</a:t>
            </a:r>
          </a:p>
        </p:txBody>
      </p:sp>
      <p:sp>
        <p:nvSpPr>
          <p:cNvPr id="4" name="">
            <a:extLst xmlns:a="http://schemas.openxmlformats.org/drawingml/2006/main">
              <a:ext uri="{FF2B5EF4-FFF2-40B4-BE49-F238E27FC236}">
                <a16:creationId xmlns:a16="http://schemas.microsoft.com/office/drawing/2014/main" id="{A6A3D3D6-A82B-449A-BB07-300A124CCA6B}"/>
              </a:ext>
            </a:extLst>
          </p:cNvPr>
          <p:cNvSpPr>
            <a:spLocks xmlns:a="http://schemas.openxmlformats.org/drawingml/2006/main" noGrp="1"/>
          </p:cNvSpPr>
          <p:nvPr/>
        </p:nvSpPr>
        <p:spPr>
          <a:xfrm xmlns:a="http://schemas.openxmlformats.org/drawingml/2006/main">
            <a:off x="561975" y="1019175"/>
            <a:ext cx="11001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A6D70"/>
                </a:solidFill>
                <a:latin typeface="Avenir Next"/>
                <a:ea typeface="Avenir Next"/>
                <a:cs typeface="Avenir Next"/>
              </a:defRPr>
            </a:defPPr>
            <a:lvl1pPr algn="l">
              <a:defRPr sz="1500" b="0">
                <a:solidFill>
                  <a:srgbClr val="5A6D70"/>
                </a:solidFill>
                <a:latin typeface="Avenir Next"/>
                <a:ea typeface="Avenir Next"/>
                <a:cs typeface="Avenir Next"/>
              </a:defRPr>
            </a:lvl1pPr>
            <a:lvl2pPr algn="l">
              <a:defRPr sz="1500" b="0">
                <a:solidFill>
                  <a:srgbClr val="5A6D70"/>
                </a:solidFill>
                <a:latin typeface="Avenir Next"/>
                <a:ea typeface="Avenir Next"/>
                <a:cs typeface="Avenir Next"/>
              </a:defRPr>
            </a:lvl2pPr>
            <a:lvl3pPr algn="l">
              <a:defRPr sz="1500" b="0">
                <a:solidFill>
                  <a:srgbClr val="5A6D70"/>
                </a:solidFill>
                <a:latin typeface="Avenir Next"/>
                <a:ea typeface="Avenir Next"/>
                <a:cs typeface="Avenir Next"/>
              </a:defRPr>
            </a:lvl3pPr>
            <a:lvl4pPr algn="l">
              <a:defRPr sz="1500" b="0">
                <a:solidFill>
                  <a:srgbClr val="5A6D70"/>
                </a:solidFill>
                <a:latin typeface="Avenir Next"/>
                <a:ea typeface="Avenir Next"/>
                <a:cs typeface="Avenir Next"/>
              </a:defRPr>
            </a:lvl4pPr>
            <a:lvl5pPr algn="l">
              <a:defRPr sz="1500" b="0">
                <a:solidFill>
                  <a:srgbClr val="5A6D70"/>
                </a:solidFill>
                <a:latin typeface="Avenir Next"/>
                <a:ea typeface="Avenir Next"/>
                <a:cs typeface="Avenir Next"/>
              </a:defRPr>
            </a:lvl5pPr>
            <a:lvl6pPr algn="l">
              <a:defRPr sz="1500" b="0">
                <a:solidFill>
                  <a:srgbClr val="5A6D70"/>
                </a:solidFill>
                <a:latin typeface="Avenir Next"/>
                <a:ea typeface="Avenir Next"/>
                <a:cs typeface="Avenir Next"/>
              </a:defRPr>
            </a:lvl6pPr>
            <a:lvl7pPr algn="l">
              <a:defRPr sz="1500" b="0">
                <a:solidFill>
                  <a:srgbClr val="5A6D70"/>
                </a:solidFill>
                <a:latin typeface="Avenir Next"/>
                <a:ea typeface="Avenir Next"/>
                <a:cs typeface="Avenir Next"/>
              </a:defRPr>
            </a:lvl7pPr>
            <a:lvl8pPr algn="l">
              <a:defRPr sz="1500" b="0">
                <a:solidFill>
                  <a:srgbClr val="5A6D70"/>
                </a:solidFill>
                <a:latin typeface="Avenir Next"/>
                <a:ea typeface="Avenir Next"/>
                <a:cs typeface="Avenir Next"/>
              </a:defRPr>
            </a:lvl8pPr>
            <a:lvl9pPr algn="l">
              <a:defRPr sz="1500" b="0">
                <a:solidFill>
                  <a:srgbClr val="5A6D70"/>
                </a:solidFill>
                <a:latin typeface="Avenir Next"/>
                <a:ea typeface="Avenir Next"/>
                <a:cs typeface="Avenir Next"/>
              </a:defRPr>
            </a:lvl9pPr>
          </a:lstStyle>
          <a:p xmlns:a="http://schemas.openxmlformats.org/drawingml/2006/main">
            <a:pPr algn="l">
              <a:defRPr sz="1500" b="0">
                <a:solidFill>
                  <a:srgbClr val="5A6D70"/>
                </a:solidFill>
                <a:latin typeface="Avenir Next"/>
                <a:ea typeface="Avenir Next"/>
                <a:cs typeface="Avenir Next"/>
              </a:defRPr>
            </a:pPr>
            <a:r>
              <a:rPr sz="1500" b="0">
                <a:solidFill>
                  <a:srgbClr val="5A6D70"/>
                </a:solidFill>
                <a:latin typeface="Avenir Next"/>
                <a:ea typeface="Avenir Next"/>
                <a:cs typeface="Avenir Next"/>
              </a:rPr>
              <a:t>La automatización transforma un recorrido manual repetible en evidencia verificable.</a:t>
            </a:r>
          </a:p>
        </p:txBody>
      </p:sp>
      <p:sp>
        <p:nvSpPr>
          <p:cNvPr id="5" name="">
            <a:extLst xmlns:a="http://schemas.openxmlformats.org/drawingml/2006/main">
              <a:ext uri="{FF2B5EF4-FFF2-40B4-BE49-F238E27FC236}">
                <a16:creationId xmlns:a16="http://schemas.microsoft.com/office/drawing/2014/main" id="{54051C07-90D2-42CC-A9AD-1F6315F99DA5}"/>
              </a:ext>
            </a:extLst>
          </p:cNvPr>
          <p:cNvSpPr>
            <a:spLocks xmlns:a="http://schemas.openxmlformats.org/drawingml/2006/main" noGrp="1"/>
          </p:cNvSpPr>
          <p:nvPr/>
        </p:nvSpPr>
        <p:spPr>
          <a:xfrm xmlns:a="http://schemas.openxmlformats.org/drawingml/2006/main">
            <a:off x="561975" y="6257925"/>
            <a:ext cx="11068050" cy="19050"/>
          </a:xfrm>
          <a:prstGeom xmlns:a="http://schemas.openxmlformats.org/drawingml/2006/main" prst="rect">
            <a:avLst/>
          </a:prstGeom>
          <a:solidFill xmlns:a="http://schemas.openxmlformats.org/drawingml/2006/main">
            <a:srgbClr val="C9DCD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89AEE2E-2294-4916-9670-2A79E887C926}"/>
              </a:ext>
            </a:extLst>
          </p:cNvPr>
          <p:cNvSpPr>
            <a:spLocks xmlns:a="http://schemas.openxmlformats.org/drawingml/2006/main" noGrp="1"/>
          </p:cNvSpPr>
          <p:nvPr/>
        </p:nvSpPr>
        <p:spPr>
          <a:xfrm xmlns:a="http://schemas.openxmlformats.org/drawingml/2006/main">
            <a:off x="561975" y="639127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A6D70"/>
                </a:solidFill>
                <a:latin typeface="Avenir Next"/>
                <a:ea typeface="Avenir Next"/>
                <a:cs typeface="Avenir Next"/>
              </a:defRPr>
            </a:defPPr>
            <a:lvl1pPr algn="l">
              <a:defRPr sz="975" b="1">
                <a:solidFill>
                  <a:srgbClr val="5A6D70"/>
                </a:solidFill>
                <a:latin typeface="Avenir Next"/>
                <a:ea typeface="Avenir Next"/>
                <a:cs typeface="Avenir Next"/>
              </a:defRPr>
            </a:lvl1pPr>
            <a:lvl2pPr algn="l">
              <a:defRPr sz="975" b="1">
                <a:solidFill>
                  <a:srgbClr val="5A6D70"/>
                </a:solidFill>
                <a:latin typeface="Avenir Next"/>
                <a:ea typeface="Avenir Next"/>
                <a:cs typeface="Avenir Next"/>
              </a:defRPr>
            </a:lvl2pPr>
            <a:lvl3pPr algn="l">
              <a:defRPr sz="975" b="1">
                <a:solidFill>
                  <a:srgbClr val="5A6D70"/>
                </a:solidFill>
                <a:latin typeface="Avenir Next"/>
                <a:ea typeface="Avenir Next"/>
                <a:cs typeface="Avenir Next"/>
              </a:defRPr>
            </a:lvl3pPr>
            <a:lvl4pPr algn="l">
              <a:defRPr sz="975" b="1">
                <a:solidFill>
                  <a:srgbClr val="5A6D70"/>
                </a:solidFill>
                <a:latin typeface="Avenir Next"/>
                <a:ea typeface="Avenir Next"/>
                <a:cs typeface="Avenir Next"/>
              </a:defRPr>
            </a:lvl4pPr>
            <a:lvl5pPr algn="l">
              <a:defRPr sz="975" b="1">
                <a:solidFill>
                  <a:srgbClr val="5A6D70"/>
                </a:solidFill>
                <a:latin typeface="Avenir Next"/>
                <a:ea typeface="Avenir Next"/>
                <a:cs typeface="Avenir Next"/>
              </a:defRPr>
            </a:lvl5pPr>
            <a:lvl6pPr algn="l">
              <a:defRPr sz="975" b="1">
                <a:solidFill>
                  <a:srgbClr val="5A6D70"/>
                </a:solidFill>
                <a:latin typeface="Avenir Next"/>
                <a:ea typeface="Avenir Next"/>
                <a:cs typeface="Avenir Next"/>
              </a:defRPr>
            </a:lvl6pPr>
            <a:lvl7pPr algn="l">
              <a:defRPr sz="975" b="1">
                <a:solidFill>
                  <a:srgbClr val="5A6D70"/>
                </a:solidFill>
                <a:latin typeface="Avenir Next"/>
                <a:ea typeface="Avenir Next"/>
                <a:cs typeface="Avenir Next"/>
              </a:defRPr>
            </a:lvl7pPr>
            <a:lvl8pPr algn="l">
              <a:defRPr sz="975" b="1">
                <a:solidFill>
                  <a:srgbClr val="5A6D70"/>
                </a:solidFill>
                <a:latin typeface="Avenir Next"/>
                <a:ea typeface="Avenir Next"/>
                <a:cs typeface="Avenir Next"/>
              </a:defRPr>
            </a:lvl8pPr>
            <a:lvl9pPr algn="l">
              <a:defRPr sz="975" b="1">
                <a:solidFill>
                  <a:srgbClr val="5A6D70"/>
                </a:solidFill>
                <a:latin typeface="Avenir Next"/>
                <a:ea typeface="Avenir Next"/>
                <a:cs typeface="Avenir Next"/>
              </a:defRPr>
            </a:lvl9pPr>
          </a:lstStyle>
          <a:p xmlns:a="http://schemas.openxmlformats.org/drawingml/2006/main">
            <a:pPr algn="l">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QOLQE  ×  ROBOT FRAMEWORK</a:t>
            </a:r>
          </a:p>
        </p:txBody>
      </p:sp>
      <p:sp>
        <p:nvSpPr>
          <p:cNvPr id="7" name="">
            <a:extLst xmlns:a="http://schemas.openxmlformats.org/drawingml/2006/main">
              <a:ext uri="{FF2B5EF4-FFF2-40B4-BE49-F238E27FC236}">
                <a16:creationId xmlns:a16="http://schemas.microsoft.com/office/drawing/2014/main" id="{3DE64AAD-0D5D-4465-9F4F-D8DF20F4D8BA}"/>
              </a:ext>
            </a:extLst>
          </p:cNvPr>
          <p:cNvSpPr>
            <a:spLocks xmlns:a="http://schemas.openxmlformats.org/drawingml/2006/main" noGrp="1"/>
          </p:cNvSpPr>
          <p:nvPr/>
        </p:nvSpPr>
        <p:spPr>
          <a:xfrm xmlns:a="http://schemas.openxmlformats.org/drawingml/2006/main">
            <a:off x="9810750" y="6391275"/>
            <a:ext cx="1819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A6D70"/>
                </a:solidFill>
                <a:latin typeface="Avenir Next"/>
                <a:ea typeface="Avenir Next"/>
                <a:cs typeface="Avenir Next"/>
              </a:defRPr>
            </a:defPPr>
            <a:lvl1pPr algn="r">
              <a:defRPr sz="975" b="1">
                <a:solidFill>
                  <a:srgbClr val="5A6D70"/>
                </a:solidFill>
                <a:latin typeface="Avenir Next"/>
                <a:ea typeface="Avenir Next"/>
                <a:cs typeface="Avenir Next"/>
              </a:defRPr>
            </a:lvl1pPr>
            <a:lvl2pPr algn="r">
              <a:defRPr sz="975" b="1">
                <a:solidFill>
                  <a:srgbClr val="5A6D70"/>
                </a:solidFill>
                <a:latin typeface="Avenir Next"/>
                <a:ea typeface="Avenir Next"/>
                <a:cs typeface="Avenir Next"/>
              </a:defRPr>
            </a:lvl2pPr>
            <a:lvl3pPr algn="r">
              <a:defRPr sz="975" b="1">
                <a:solidFill>
                  <a:srgbClr val="5A6D70"/>
                </a:solidFill>
                <a:latin typeface="Avenir Next"/>
                <a:ea typeface="Avenir Next"/>
                <a:cs typeface="Avenir Next"/>
              </a:defRPr>
            </a:lvl3pPr>
            <a:lvl4pPr algn="r">
              <a:defRPr sz="975" b="1">
                <a:solidFill>
                  <a:srgbClr val="5A6D70"/>
                </a:solidFill>
                <a:latin typeface="Avenir Next"/>
                <a:ea typeface="Avenir Next"/>
                <a:cs typeface="Avenir Next"/>
              </a:defRPr>
            </a:lvl4pPr>
            <a:lvl5pPr algn="r">
              <a:defRPr sz="975" b="1">
                <a:solidFill>
                  <a:srgbClr val="5A6D70"/>
                </a:solidFill>
                <a:latin typeface="Avenir Next"/>
                <a:ea typeface="Avenir Next"/>
                <a:cs typeface="Avenir Next"/>
              </a:defRPr>
            </a:lvl5pPr>
            <a:lvl6pPr algn="r">
              <a:defRPr sz="975" b="1">
                <a:solidFill>
                  <a:srgbClr val="5A6D70"/>
                </a:solidFill>
                <a:latin typeface="Avenir Next"/>
                <a:ea typeface="Avenir Next"/>
                <a:cs typeface="Avenir Next"/>
              </a:defRPr>
            </a:lvl6pPr>
            <a:lvl7pPr algn="r">
              <a:defRPr sz="975" b="1">
                <a:solidFill>
                  <a:srgbClr val="5A6D70"/>
                </a:solidFill>
                <a:latin typeface="Avenir Next"/>
                <a:ea typeface="Avenir Next"/>
                <a:cs typeface="Avenir Next"/>
              </a:defRPr>
            </a:lvl7pPr>
            <a:lvl8pPr algn="r">
              <a:defRPr sz="975" b="1">
                <a:solidFill>
                  <a:srgbClr val="5A6D70"/>
                </a:solidFill>
                <a:latin typeface="Avenir Next"/>
                <a:ea typeface="Avenir Next"/>
                <a:cs typeface="Avenir Next"/>
              </a:defRPr>
            </a:lvl8pPr>
            <a:lvl9pPr algn="r">
              <a:defRPr sz="975" b="1">
                <a:solidFill>
                  <a:srgbClr val="5A6D70"/>
                </a:solidFill>
                <a:latin typeface="Avenir Next"/>
                <a:ea typeface="Avenir Next"/>
                <a:cs typeface="Avenir Next"/>
              </a:defRPr>
            </a:lvl9pPr>
          </a:lstStyle>
          <a:p xmlns:a="http://schemas.openxmlformats.org/drawingml/2006/main">
            <a:pPr algn="r">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GRUPO 4  ·  2026</a:t>
            </a:r>
          </a:p>
        </p:txBody>
      </p:sp>
      <p:sp>
        <p:nvSpPr>
          <p:cNvPr id="8" name="">
            <a:extLst xmlns:a="http://schemas.openxmlformats.org/drawingml/2006/main">
              <a:ext uri="{FF2B5EF4-FFF2-40B4-BE49-F238E27FC236}">
                <a16:creationId xmlns:a16="http://schemas.microsoft.com/office/drawing/2014/main" id="{624F2295-7AED-4A15-A244-9897C58BB025}"/>
              </a:ext>
            </a:extLst>
          </p:cNvPr>
          <p:cNvSpPr>
            <a:spLocks xmlns:a="http://schemas.openxmlformats.org/drawingml/2006/main" noGrp="1"/>
          </p:cNvSpPr>
          <p:nvPr/>
        </p:nvSpPr>
        <p:spPr>
          <a:xfrm xmlns:a="http://schemas.openxmlformats.org/drawingml/2006/main">
            <a:off x="561975" y="1619250"/>
            <a:ext cx="1181100" cy="333375"/>
          </a:xfrm>
          <a:prstGeom xmlns:a="http://schemas.openxmlformats.org/drawingml/2006/main" prst="roundRect">
            <a:avLst>
              <a:gd name="adj" fmla="val 22857"/>
            </a:avLst>
          </a:prstGeom>
          <a:solidFill xmlns:a="http://schemas.openxmlformats.org/drawingml/2006/main">
            <a:srgbClr val="DFF3E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E2857C6-27C8-491E-8F7C-C1B3F0144C95}"/>
              </a:ext>
            </a:extLst>
          </p:cNvPr>
          <p:cNvSpPr>
            <a:spLocks xmlns:a="http://schemas.openxmlformats.org/drawingml/2006/main" noGrp="1"/>
          </p:cNvSpPr>
          <p:nvPr/>
        </p:nvSpPr>
        <p:spPr>
          <a:xfrm xmlns:a="http://schemas.openxmlformats.org/drawingml/2006/main">
            <a:off x="676275" y="16573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A4C4E"/>
                </a:solidFill>
                <a:latin typeface="Avenir Next"/>
                <a:ea typeface="Avenir Next"/>
                <a:cs typeface="Avenir Next"/>
              </a:defRPr>
            </a:defPPr>
            <a:lvl1pPr algn="l">
              <a:defRPr sz="1275" b="1">
                <a:solidFill>
                  <a:srgbClr val="0A4C4E"/>
                </a:solidFill>
                <a:latin typeface="Avenir Next"/>
                <a:ea typeface="Avenir Next"/>
                <a:cs typeface="Avenir Next"/>
              </a:defRPr>
            </a:lvl1pPr>
            <a:lvl2pPr algn="l">
              <a:defRPr sz="1275" b="1">
                <a:solidFill>
                  <a:srgbClr val="0A4C4E"/>
                </a:solidFill>
                <a:latin typeface="Avenir Next"/>
                <a:ea typeface="Avenir Next"/>
                <a:cs typeface="Avenir Next"/>
              </a:defRPr>
            </a:lvl2pPr>
            <a:lvl3pPr algn="l">
              <a:defRPr sz="1275" b="1">
                <a:solidFill>
                  <a:srgbClr val="0A4C4E"/>
                </a:solidFill>
                <a:latin typeface="Avenir Next"/>
                <a:ea typeface="Avenir Next"/>
                <a:cs typeface="Avenir Next"/>
              </a:defRPr>
            </a:lvl3pPr>
            <a:lvl4pPr algn="l">
              <a:defRPr sz="1275" b="1">
                <a:solidFill>
                  <a:srgbClr val="0A4C4E"/>
                </a:solidFill>
                <a:latin typeface="Avenir Next"/>
                <a:ea typeface="Avenir Next"/>
                <a:cs typeface="Avenir Next"/>
              </a:defRPr>
            </a:lvl4pPr>
            <a:lvl5pPr algn="l">
              <a:defRPr sz="1275" b="1">
                <a:solidFill>
                  <a:srgbClr val="0A4C4E"/>
                </a:solidFill>
                <a:latin typeface="Avenir Next"/>
                <a:ea typeface="Avenir Next"/>
                <a:cs typeface="Avenir Next"/>
              </a:defRPr>
            </a:lvl5pPr>
            <a:lvl6pPr algn="l">
              <a:defRPr sz="1275" b="1">
                <a:solidFill>
                  <a:srgbClr val="0A4C4E"/>
                </a:solidFill>
                <a:latin typeface="Avenir Next"/>
                <a:ea typeface="Avenir Next"/>
                <a:cs typeface="Avenir Next"/>
              </a:defRPr>
            </a:lvl6pPr>
            <a:lvl7pPr algn="l">
              <a:defRPr sz="1275" b="1">
                <a:solidFill>
                  <a:srgbClr val="0A4C4E"/>
                </a:solidFill>
                <a:latin typeface="Avenir Next"/>
                <a:ea typeface="Avenir Next"/>
                <a:cs typeface="Avenir Next"/>
              </a:defRPr>
            </a:lvl7pPr>
            <a:lvl8pPr algn="l">
              <a:defRPr sz="1275" b="1">
                <a:solidFill>
                  <a:srgbClr val="0A4C4E"/>
                </a:solidFill>
                <a:latin typeface="Avenir Next"/>
                <a:ea typeface="Avenir Next"/>
                <a:cs typeface="Avenir Next"/>
              </a:defRPr>
            </a:lvl8pPr>
            <a:lvl9pPr algn="l">
              <a:defRPr sz="1275" b="1">
                <a:solidFill>
                  <a:srgbClr val="0A4C4E"/>
                </a:solidFill>
                <a:latin typeface="Avenir Next"/>
                <a:ea typeface="Avenir Next"/>
                <a:cs typeface="Avenir Next"/>
              </a:defRPr>
            </a:lvl9pPr>
          </a:lstStyle>
          <a:p xmlns:a="http://schemas.openxmlformats.org/drawingml/2006/main">
            <a:pPr algn="l">
              <a:defRPr sz="1275" b="1">
                <a:solidFill>
                  <a:srgbClr val="0A4C4E"/>
                </a:solidFill>
                <a:latin typeface="Avenir Next"/>
                <a:ea typeface="Avenir Next"/>
                <a:cs typeface="Avenir Next"/>
              </a:defRPr>
            </a:pPr>
            <a:r>
              <a:rPr sz="1275" b="1">
                <a:solidFill>
                  <a:srgbClr val="0A4C4E"/>
                </a:solidFill>
                <a:latin typeface="Avenir Next"/>
                <a:ea typeface="Avenir Next"/>
                <a:cs typeface="Avenir Next"/>
              </a:rPr>
              <a:t>QUÉ ES</a:t>
            </a:r>
          </a:p>
        </p:txBody>
      </p:sp>
      <p:sp>
        <p:nvSpPr>
          <p:cNvPr id="10" name="">
            <a:extLst xmlns:a="http://schemas.openxmlformats.org/drawingml/2006/main">
              <a:ext uri="{FF2B5EF4-FFF2-40B4-BE49-F238E27FC236}">
                <a16:creationId xmlns:a16="http://schemas.microsoft.com/office/drawing/2014/main" id="{06CFA4D9-6C5F-4854-BFEC-FA59B406B18E}"/>
              </a:ext>
            </a:extLst>
          </p:cNvPr>
          <p:cNvSpPr>
            <a:spLocks xmlns:a="http://schemas.openxmlformats.org/drawingml/2006/main" noGrp="1"/>
          </p:cNvSpPr>
          <p:nvPr/>
        </p:nvSpPr>
        <p:spPr>
          <a:xfrm xmlns:a="http://schemas.openxmlformats.org/drawingml/2006/main">
            <a:off x="561975" y="2038350"/>
            <a:ext cx="450532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75" b="1">
                <a:solidFill>
                  <a:srgbClr val="122D32"/>
                </a:solidFill>
                <a:latin typeface="Avenir Next"/>
                <a:ea typeface="Avenir Next"/>
                <a:cs typeface="Avenir Next"/>
              </a:defRPr>
            </a:defPPr>
            <a:lvl1pPr algn="l">
              <a:defRPr sz="2475" b="1">
                <a:solidFill>
                  <a:srgbClr val="122D32"/>
                </a:solidFill>
                <a:latin typeface="Avenir Next"/>
                <a:ea typeface="Avenir Next"/>
                <a:cs typeface="Avenir Next"/>
              </a:defRPr>
            </a:lvl1pPr>
            <a:lvl2pPr algn="l">
              <a:defRPr sz="2475" b="1">
                <a:solidFill>
                  <a:srgbClr val="122D32"/>
                </a:solidFill>
                <a:latin typeface="Avenir Next"/>
                <a:ea typeface="Avenir Next"/>
                <a:cs typeface="Avenir Next"/>
              </a:defRPr>
            </a:lvl2pPr>
            <a:lvl3pPr algn="l">
              <a:defRPr sz="2475" b="1">
                <a:solidFill>
                  <a:srgbClr val="122D32"/>
                </a:solidFill>
                <a:latin typeface="Avenir Next"/>
                <a:ea typeface="Avenir Next"/>
                <a:cs typeface="Avenir Next"/>
              </a:defRPr>
            </a:lvl3pPr>
            <a:lvl4pPr algn="l">
              <a:defRPr sz="2475" b="1">
                <a:solidFill>
                  <a:srgbClr val="122D32"/>
                </a:solidFill>
                <a:latin typeface="Avenir Next"/>
                <a:ea typeface="Avenir Next"/>
                <a:cs typeface="Avenir Next"/>
              </a:defRPr>
            </a:lvl4pPr>
            <a:lvl5pPr algn="l">
              <a:defRPr sz="2475" b="1">
                <a:solidFill>
                  <a:srgbClr val="122D32"/>
                </a:solidFill>
                <a:latin typeface="Avenir Next"/>
                <a:ea typeface="Avenir Next"/>
                <a:cs typeface="Avenir Next"/>
              </a:defRPr>
            </a:lvl5pPr>
            <a:lvl6pPr algn="l">
              <a:defRPr sz="2475" b="1">
                <a:solidFill>
                  <a:srgbClr val="122D32"/>
                </a:solidFill>
                <a:latin typeface="Avenir Next"/>
                <a:ea typeface="Avenir Next"/>
                <a:cs typeface="Avenir Next"/>
              </a:defRPr>
            </a:lvl6pPr>
            <a:lvl7pPr algn="l">
              <a:defRPr sz="2475" b="1">
                <a:solidFill>
                  <a:srgbClr val="122D32"/>
                </a:solidFill>
                <a:latin typeface="Avenir Next"/>
                <a:ea typeface="Avenir Next"/>
                <a:cs typeface="Avenir Next"/>
              </a:defRPr>
            </a:lvl7pPr>
            <a:lvl8pPr algn="l">
              <a:defRPr sz="2475" b="1">
                <a:solidFill>
                  <a:srgbClr val="122D32"/>
                </a:solidFill>
                <a:latin typeface="Avenir Next"/>
                <a:ea typeface="Avenir Next"/>
                <a:cs typeface="Avenir Next"/>
              </a:defRPr>
            </a:lvl8pPr>
            <a:lvl9pPr algn="l">
              <a:defRPr sz="2475" b="1">
                <a:solidFill>
                  <a:srgbClr val="122D32"/>
                </a:solidFill>
                <a:latin typeface="Avenir Next"/>
                <a:ea typeface="Avenir Next"/>
                <a:cs typeface="Avenir Next"/>
              </a:defRPr>
            </a:lvl9pPr>
          </a:lstStyle>
          <a:p xmlns:a="http://schemas.openxmlformats.org/drawingml/2006/main">
            <a:pPr algn="l">
              <a:defRPr sz="2475" b="1">
                <a:solidFill>
                  <a:srgbClr val="122D32"/>
                </a:solidFill>
                <a:latin typeface="Avenir Next"/>
                <a:ea typeface="Avenir Next"/>
                <a:cs typeface="Avenir Next"/>
              </a:defRPr>
            </a:pPr>
            <a:r>
              <a:rPr sz="2475" b="1">
                <a:solidFill>
                  <a:srgbClr val="122D32"/>
                </a:solidFill>
                <a:latin typeface="Avenir Next"/>
                <a:ea typeface="Avenir Next"/>
                <a:cs typeface="Avenir Next"/>
              </a:rPr>
              <a:t>Pruebas expresadas con</a:t>
            </a:r>
          </a:p>
          <a:p xmlns:a="http://schemas.openxmlformats.org/drawingml/2006/main">
            <a:pPr algn="l">
              <a:defRPr sz="2475" b="1">
                <a:solidFill>
                  <a:srgbClr val="122D32"/>
                </a:solidFill>
                <a:latin typeface="Avenir Next"/>
                <a:ea typeface="Avenir Next"/>
                <a:cs typeface="Avenir Next"/>
              </a:defRPr>
            </a:pPr>
            <a:r>
              <a:rPr sz="2475" b="1">
                <a:solidFill>
                  <a:srgbClr val="122D32"/>
                </a:solidFill>
                <a:latin typeface="Avenir Next"/>
                <a:ea typeface="Avenir Next"/>
                <a:cs typeface="Avenir Next"/>
              </a:rPr>
              <a:t>palabras clave legibles</a:t>
            </a:r>
          </a:p>
        </p:txBody>
      </p:sp>
      <p:sp>
        <p:nvSpPr>
          <p:cNvPr id="11" name="">
            <a:extLst xmlns:a="http://schemas.openxmlformats.org/drawingml/2006/main">
              <a:ext uri="{FF2B5EF4-FFF2-40B4-BE49-F238E27FC236}">
                <a16:creationId xmlns:a16="http://schemas.microsoft.com/office/drawing/2014/main" id="{027AF405-68A3-4182-97DA-D7B02A9840CF}"/>
              </a:ext>
            </a:extLst>
          </p:cNvPr>
          <p:cNvSpPr>
            <a:spLocks xmlns:a="http://schemas.openxmlformats.org/drawingml/2006/main" noGrp="1"/>
          </p:cNvSpPr>
          <p:nvPr/>
        </p:nvSpPr>
        <p:spPr>
          <a:xfrm xmlns:a="http://schemas.openxmlformats.org/drawingml/2006/main">
            <a:off x="561975" y="3619500"/>
            <a:ext cx="1714500" cy="333375"/>
          </a:xfrm>
          <a:prstGeom xmlns:a="http://schemas.openxmlformats.org/drawingml/2006/main" prst="roundRect">
            <a:avLst>
              <a:gd name="adj" fmla="val 22857"/>
            </a:avLst>
          </a:prstGeom>
          <a:solidFill xmlns:a="http://schemas.openxmlformats.org/drawingml/2006/main">
            <a:srgbClr val="DFF3E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521F062-CB1B-4EEE-8D03-77F5A196DE46}"/>
              </a:ext>
            </a:extLst>
          </p:cNvPr>
          <p:cNvSpPr>
            <a:spLocks xmlns:a="http://schemas.openxmlformats.org/drawingml/2006/main" noGrp="1"/>
          </p:cNvSpPr>
          <p:nvPr/>
        </p:nvSpPr>
        <p:spPr>
          <a:xfrm xmlns:a="http://schemas.openxmlformats.org/drawingml/2006/main">
            <a:off x="676275" y="3657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A4C4E"/>
                </a:solidFill>
                <a:latin typeface="Avenir Next"/>
                <a:ea typeface="Avenir Next"/>
                <a:cs typeface="Avenir Next"/>
              </a:defRPr>
            </a:defPPr>
            <a:lvl1pPr algn="l">
              <a:defRPr sz="1275" b="1">
                <a:solidFill>
                  <a:srgbClr val="0A4C4E"/>
                </a:solidFill>
                <a:latin typeface="Avenir Next"/>
                <a:ea typeface="Avenir Next"/>
                <a:cs typeface="Avenir Next"/>
              </a:defRPr>
            </a:lvl1pPr>
            <a:lvl2pPr algn="l">
              <a:defRPr sz="1275" b="1">
                <a:solidFill>
                  <a:srgbClr val="0A4C4E"/>
                </a:solidFill>
                <a:latin typeface="Avenir Next"/>
                <a:ea typeface="Avenir Next"/>
                <a:cs typeface="Avenir Next"/>
              </a:defRPr>
            </a:lvl2pPr>
            <a:lvl3pPr algn="l">
              <a:defRPr sz="1275" b="1">
                <a:solidFill>
                  <a:srgbClr val="0A4C4E"/>
                </a:solidFill>
                <a:latin typeface="Avenir Next"/>
                <a:ea typeface="Avenir Next"/>
                <a:cs typeface="Avenir Next"/>
              </a:defRPr>
            </a:lvl3pPr>
            <a:lvl4pPr algn="l">
              <a:defRPr sz="1275" b="1">
                <a:solidFill>
                  <a:srgbClr val="0A4C4E"/>
                </a:solidFill>
                <a:latin typeface="Avenir Next"/>
                <a:ea typeface="Avenir Next"/>
                <a:cs typeface="Avenir Next"/>
              </a:defRPr>
            </a:lvl4pPr>
            <a:lvl5pPr algn="l">
              <a:defRPr sz="1275" b="1">
                <a:solidFill>
                  <a:srgbClr val="0A4C4E"/>
                </a:solidFill>
                <a:latin typeface="Avenir Next"/>
                <a:ea typeface="Avenir Next"/>
                <a:cs typeface="Avenir Next"/>
              </a:defRPr>
            </a:lvl5pPr>
            <a:lvl6pPr algn="l">
              <a:defRPr sz="1275" b="1">
                <a:solidFill>
                  <a:srgbClr val="0A4C4E"/>
                </a:solidFill>
                <a:latin typeface="Avenir Next"/>
                <a:ea typeface="Avenir Next"/>
                <a:cs typeface="Avenir Next"/>
              </a:defRPr>
            </a:lvl6pPr>
            <a:lvl7pPr algn="l">
              <a:defRPr sz="1275" b="1">
                <a:solidFill>
                  <a:srgbClr val="0A4C4E"/>
                </a:solidFill>
                <a:latin typeface="Avenir Next"/>
                <a:ea typeface="Avenir Next"/>
                <a:cs typeface="Avenir Next"/>
              </a:defRPr>
            </a:lvl7pPr>
            <a:lvl8pPr algn="l">
              <a:defRPr sz="1275" b="1">
                <a:solidFill>
                  <a:srgbClr val="0A4C4E"/>
                </a:solidFill>
                <a:latin typeface="Avenir Next"/>
                <a:ea typeface="Avenir Next"/>
                <a:cs typeface="Avenir Next"/>
              </a:defRPr>
            </a:lvl8pPr>
            <a:lvl9pPr algn="l">
              <a:defRPr sz="1275" b="1">
                <a:solidFill>
                  <a:srgbClr val="0A4C4E"/>
                </a:solidFill>
                <a:latin typeface="Avenir Next"/>
                <a:ea typeface="Avenir Next"/>
                <a:cs typeface="Avenir Next"/>
              </a:defRPr>
            </a:lvl9pPr>
          </a:lstStyle>
          <a:p xmlns:a="http://schemas.openxmlformats.org/drawingml/2006/main">
            <a:pPr algn="l">
              <a:defRPr sz="1275" b="1">
                <a:solidFill>
                  <a:srgbClr val="0A4C4E"/>
                </a:solidFill>
                <a:latin typeface="Avenir Next"/>
                <a:ea typeface="Avenir Next"/>
                <a:cs typeface="Avenir Next"/>
              </a:defRPr>
            </a:pPr>
            <a:r>
              <a:rPr sz="1275" b="1">
                <a:solidFill>
                  <a:srgbClr val="0A4C4E"/>
                </a:solidFill>
                <a:latin typeface="Avenir Next"/>
                <a:ea typeface="Avenir Next"/>
                <a:cs typeface="Avenir Next"/>
              </a:rPr>
              <a:t>QUÉ RESUELVE</a:t>
            </a:r>
          </a:p>
        </p:txBody>
      </p:sp>
      <p:sp>
        <p:nvSpPr>
          <p:cNvPr id="13" name="">
            <a:extLst xmlns:a="http://schemas.openxmlformats.org/drawingml/2006/main">
              <a:ext uri="{FF2B5EF4-FFF2-40B4-BE49-F238E27FC236}">
                <a16:creationId xmlns:a16="http://schemas.microsoft.com/office/drawing/2014/main" id="{17072260-68FD-4D9A-81A5-56E284F527F3}"/>
              </a:ext>
            </a:extLst>
          </p:cNvPr>
          <p:cNvSpPr>
            <a:spLocks xmlns:a="http://schemas.openxmlformats.org/drawingml/2006/main" noGrp="1"/>
          </p:cNvSpPr>
          <p:nvPr/>
        </p:nvSpPr>
        <p:spPr>
          <a:xfrm xmlns:a="http://schemas.openxmlformats.org/drawingml/2006/main">
            <a:off x="561975" y="4029075"/>
            <a:ext cx="450532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0">
                <a:solidFill>
                  <a:srgbClr val="122D32"/>
                </a:solidFill>
                <a:latin typeface="Avenir Next"/>
                <a:ea typeface="Avenir Next"/>
                <a:cs typeface="Avenir Next"/>
              </a:defRPr>
            </a:defPPr>
            <a:lvl1pPr algn="l">
              <a:defRPr sz="2175" b="0">
                <a:solidFill>
                  <a:srgbClr val="122D32"/>
                </a:solidFill>
                <a:latin typeface="Avenir Next"/>
                <a:ea typeface="Avenir Next"/>
                <a:cs typeface="Avenir Next"/>
              </a:defRPr>
            </a:lvl1pPr>
            <a:lvl2pPr algn="l">
              <a:defRPr sz="2175" b="0">
                <a:solidFill>
                  <a:srgbClr val="122D32"/>
                </a:solidFill>
                <a:latin typeface="Avenir Next"/>
                <a:ea typeface="Avenir Next"/>
                <a:cs typeface="Avenir Next"/>
              </a:defRPr>
            </a:lvl2pPr>
            <a:lvl3pPr algn="l">
              <a:defRPr sz="2175" b="0">
                <a:solidFill>
                  <a:srgbClr val="122D32"/>
                </a:solidFill>
                <a:latin typeface="Avenir Next"/>
                <a:ea typeface="Avenir Next"/>
                <a:cs typeface="Avenir Next"/>
              </a:defRPr>
            </a:lvl3pPr>
            <a:lvl4pPr algn="l">
              <a:defRPr sz="2175" b="0">
                <a:solidFill>
                  <a:srgbClr val="122D32"/>
                </a:solidFill>
                <a:latin typeface="Avenir Next"/>
                <a:ea typeface="Avenir Next"/>
                <a:cs typeface="Avenir Next"/>
              </a:defRPr>
            </a:lvl4pPr>
            <a:lvl5pPr algn="l">
              <a:defRPr sz="2175" b="0">
                <a:solidFill>
                  <a:srgbClr val="122D32"/>
                </a:solidFill>
                <a:latin typeface="Avenir Next"/>
                <a:ea typeface="Avenir Next"/>
                <a:cs typeface="Avenir Next"/>
              </a:defRPr>
            </a:lvl5pPr>
            <a:lvl6pPr algn="l">
              <a:defRPr sz="2175" b="0">
                <a:solidFill>
                  <a:srgbClr val="122D32"/>
                </a:solidFill>
                <a:latin typeface="Avenir Next"/>
                <a:ea typeface="Avenir Next"/>
                <a:cs typeface="Avenir Next"/>
              </a:defRPr>
            </a:lvl6pPr>
            <a:lvl7pPr algn="l">
              <a:defRPr sz="2175" b="0">
                <a:solidFill>
                  <a:srgbClr val="122D32"/>
                </a:solidFill>
                <a:latin typeface="Avenir Next"/>
                <a:ea typeface="Avenir Next"/>
                <a:cs typeface="Avenir Next"/>
              </a:defRPr>
            </a:lvl7pPr>
            <a:lvl8pPr algn="l">
              <a:defRPr sz="2175" b="0">
                <a:solidFill>
                  <a:srgbClr val="122D32"/>
                </a:solidFill>
                <a:latin typeface="Avenir Next"/>
                <a:ea typeface="Avenir Next"/>
                <a:cs typeface="Avenir Next"/>
              </a:defRPr>
            </a:lvl8pPr>
            <a:lvl9pPr algn="l">
              <a:defRPr sz="2175" b="0">
                <a:solidFill>
                  <a:srgbClr val="122D32"/>
                </a:solidFill>
                <a:latin typeface="Avenir Next"/>
                <a:ea typeface="Avenir Next"/>
                <a:cs typeface="Avenir Next"/>
              </a:defRPr>
            </a:lvl9pPr>
          </a:lstStyle>
          <a:p xmlns:a="http://schemas.openxmlformats.org/drawingml/2006/main">
            <a:pPr algn="l">
              <a:defRPr sz="2175" b="0">
                <a:solidFill>
                  <a:srgbClr val="122D32"/>
                </a:solidFill>
                <a:latin typeface="Avenir Next"/>
                <a:ea typeface="Avenir Next"/>
                <a:cs typeface="Avenir Next"/>
              </a:defRPr>
            </a:pPr>
            <a:r>
              <a:rPr sz="2175" b="0">
                <a:solidFill>
                  <a:srgbClr val="122D32"/>
                </a:solidFill>
                <a:latin typeface="Avenir Next"/>
                <a:ea typeface="Avenir Next"/>
                <a:cs typeface="Avenir Next"/>
              </a:rPr>
              <a:t>Verificar el flujo sin repetir</a:t>
            </a:r>
          </a:p>
          <a:p xmlns:a="http://schemas.openxmlformats.org/drawingml/2006/main">
            <a:pPr algn="l">
              <a:defRPr sz="2175" b="0">
                <a:solidFill>
                  <a:srgbClr val="122D32"/>
                </a:solidFill>
                <a:latin typeface="Avenir Next"/>
                <a:ea typeface="Avenir Next"/>
                <a:cs typeface="Avenir Next"/>
              </a:defRPr>
            </a:pPr>
            <a:r>
              <a:rPr sz="2175" b="0">
                <a:solidFill>
                  <a:srgbClr val="122D32"/>
                </a:solidFill>
                <a:latin typeface="Avenir Next"/>
                <a:ea typeface="Avenir Next"/>
                <a:cs typeface="Avenir Next"/>
              </a:rPr>
              <a:t>clics ni perder evidencia</a:t>
            </a:r>
          </a:p>
        </p:txBody>
      </p:sp>
      <p:sp>
        <p:nvSpPr>
          <p:cNvPr id="14" name="">
            <a:extLst xmlns:a="http://schemas.openxmlformats.org/drawingml/2006/main">
              <a:ext uri="{FF2B5EF4-FFF2-40B4-BE49-F238E27FC236}">
                <a16:creationId xmlns:a16="http://schemas.microsoft.com/office/drawing/2014/main" id="{C99C4C69-366F-4AC6-A5C7-AC7AD41CFA7A}"/>
              </a:ext>
            </a:extLst>
          </p:cNvPr>
          <p:cNvSpPr>
            <a:spLocks xmlns:a="http://schemas.openxmlformats.org/drawingml/2006/main" noGrp="1"/>
          </p:cNvSpPr>
          <p:nvPr/>
        </p:nvSpPr>
        <p:spPr>
          <a:xfrm xmlns:a="http://schemas.openxmlformats.org/drawingml/2006/main">
            <a:off x="5505450" y="1714500"/>
            <a:ext cx="6010275" cy="3448050"/>
          </a:xfrm>
          <a:prstGeom xmlns:a="http://schemas.openxmlformats.org/drawingml/2006/main" prst="roundRect">
            <a:avLst>
              <a:gd name="adj" fmla="val 2210"/>
            </a:avLst>
          </a:prstGeom>
          <a:solidFill xmlns:a="http://schemas.openxmlformats.org/drawingml/2006/main">
            <a:srgbClr val="FFFFFF"/>
          </a:solidFill>
          <a:ln xmlns:a="http://schemas.openxmlformats.org/drawingml/2006/main" w="0">
            <a:noFill/>
            <a:prstDash val="solid"/>
          </a:ln>
        </p:spPr>
      </p:sp>
      <p:pic>
        <p:nvPicPr>
          <p:cNvPr id="15" name="">
            <a:extLst xmlns:a="http://schemas.openxmlformats.org/drawingml/2006/main">
              <a:ext uri="{FF2B5EF4-FFF2-40B4-BE49-F238E27FC236}">
                <a16:creationId xmlns:a16="http://schemas.microsoft.com/office/drawing/2014/main" id="{94065704-4EEA-4A18-91E4-7D292BEA96B6}"/>
              </a:ext>
            </a:extLst>
          </p:cNvPr>
          <p:cNvPicPr>
            <a:picLocks xmlns:a="http://schemas.openxmlformats.org/drawingml/2006/main" noChangeAspect="1"/>
          </p:cNvPicPr>
          <p:nvPr/>
        </p:nvPicPr>
        <p:blipFill>
          <a:blip xmlns:r="http://schemas.openxmlformats.org/officeDocument/2006/relationships" xmlns:a="http://schemas.openxmlformats.org/drawingml/2006/main" r:embed="Rf33ff51dc8964a4d"/>
          <a:stretch xmlns:a="http://schemas.openxmlformats.org/drawingml/2006/main"/>
        </p:blipFill>
        <p:spPr>
          <a:xfrm xmlns:a="http://schemas.openxmlformats.org/drawingml/2006/main">
            <a:off x="5543550" y="2476243"/>
            <a:ext cx="5934075" cy="1924565"/>
          </a:xfrm>
          <a:prstGeom xmlns:a="http://schemas.openxmlformats.org/drawingml/2006/main" prst="roundRect">
            <a:avLst>
              <a:gd name="adj" fmla="val 2260"/>
            </a:avLst>
          </a:prstGeom>
        </p:spPr>
      </p:pic>
      <p:sp>
        <p:nvSpPr>
          <p:cNvPr id="16" name="">
            <a:extLst xmlns:a="http://schemas.openxmlformats.org/drawingml/2006/main">
              <a:ext uri="{FF2B5EF4-FFF2-40B4-BE49-F238E27FC236}">
                <a16:creationId xmlns:a16="http://schemas.microsoft.com/office/drawing/2014/main" id="{A0E7D824-86C7-4993-8F89-5A8A68312497}"/>
              </a:ext>
            </a:extLst>
          </p:cNvPr>
          <p:cNvSpPr>
            <a:spLocks xmlns:a="http://schemas.openxmlformats.org/drawingml/2006/main" noGrp="1"/>
          </p:cNvSpPr>
          <p:nvPr/>
        </p:nvSpPr>
        <p:spPr>
          <a:xfrm xmlns:a="http://schemas.openxmlformats.org/drawingml/2006/main">
            <a:off x="5695950" y="5314950"/>
            <a:ext cx="5581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A6D70"/>
                </a:solidFill>
                <a:latin typeface="Avenir Next"/>
                <a:ea typeface="Avenir Next"/>
                <a:cs typeface="Avenir Next"/>
              </a:defRPr>
            </a:defPPr>
            <a:lvl1pPr algn="l">
              <a:defRPr sz="1350" b="0">
                <a:solidFill>
                  <a:srgbClr val="5A6D70"/>
                </a:solidFill>
                <a:latin typeface="Avenir Next"/>
                <a:ea typeface="Avenir Next"/>
                <a:cs typeface="Avenir Next"/>
              </a:defRPr>
            </a:lvl1pPr>
            <a:lvl2pPr algn="l">
              <a:defRPr sz="1350" b="0">
                <a:solidFill>
                  <a:srgbClr val="5A6D70"/>
                </a:solidFill>
                <a:latin typeface="Avenir Next"/>
                <a:ea typeface="Avenir Next"/>
                <a:cs typeface="Avenir Next"/>
              </a:defRPr>
            </a:lvl2pPr>
            <a:lvl3pPr algn="l">
              <a:defRPr sz="1350" b="0">
                <a:solidFill>
                  <a:srgbClr val="5A6D70"/>
                </a:solidFill>
                <a:latin typeface="Avenir Next"/>
                <a:ea typeface="Avenir Next"/>
                <a:cs typeface="Avenir Next"/>
              </a:defRPr>
            </a:lvl3pPr>
            <a:lvl4pPr algn="l">
              <a:defRPr sz="1350" b="0">
                <a:solidFill>
                  <a:srgbClr val="5A6D70"/>
                </a:solidFill>
                <a:latin typeface="Avenir Next"/>
                <a:ea typeface="Avenir Next"/>
                <a:cs typeface="Avenir Next"/>
              </a:defRPr>
            </a:lvl4pPr>
            <a:lvl5pPr algn="l">
              <a:defRPr sz="1350" b="0">
                <a:solidFill>
                  <a:srgbClr val="5A6D70"/>
                </a:solidFill>
                <a:latin typeface="Avenir Next"/>
                <a:ea typeface="Avenir Next"/>
                <a:cs typeface="Avenir Next"/>
              </a:defRPr>
            </a:lvl5pPr>
            <a:lvl6pPr algn="l">
              <a:defRPr sz="1350" b="0">
                <a:solidFill>
                  <a:srgbClr val="5A6D70"/>
                </a:solidFill>
                <a:latin typeface="Avenir Next"/>
                <a:ea typeface="Avenir Next"/>
                <a:cs typeface="Avenir Next"/>
              </a:defRPr>
            </a:lvl6pPr>
            <a:lvl7pPr algn="l">
              <a:defRPr sz="1350" b="0">
                <a:solidFill>
                  <a:srgbClr val="5A6D70"/>
                </a:solidFill>
                <a:latin typeface="Avenir Next"/>
                <a:ea typeface="Avenir Next"/>
                <a:cs typeface="Avenir Next"/>
              </a:defRPr>
            </a:lvl7pPr>
            <a:lvl8pPr algn="l">
              <a:defRPr sz="1350" b="0">
                <a:solidFill>
                  <a:srgbClr val="5A6D70"/>
                </a:solidFill>
                <a:latin typeface="Avenir Next"/>
                <a:ea typeface="Avenir Next"/>
                <a:cs typeface="Avenir Next"/>
              </a:defRPr>
            </a:lvl8pPr>
            <a:lvl9pPr algn="l">
              <a:defRPr sz="1350" b="0">
                <a:solidFill>
                  <a:srgbClr val="5A6D70"/>
                </a:solidFill>
                <a:latin typeface="Avenir Next"/>
                <a:ea typeface="Avenir Next"/>
                <a:cs typeface="Avenir Next"/>
              </a:defRPr>
            </a:lvl9pPr>
          </a:lstStyle>
          <a:p xmlns:a="http://schemas.openxmlformats.org/drawingml/2006/main">
            <a:pPr algn="l">
              <a:defRPr sz="1350" b="0">
                <a:solidFill>
                  <a:srgbClr val="5A6D70"/>
                </a:solidFill>
                <a:latin typeface="Avenir Next"/>
                <a:ea typeface="Avenir Next"/>
                <a:cs typeface="Avenir Next"/>
              </a:defRPr>
            </a:pPr>
            <a:r>
              <a:rPr sz="1350" b="0">
                <a:solidFill>
                  <a:srgbClr val="5A6D70"/>
                </a:solidFill>
                <a:latin typeface="Avenir Next"/>
                <a:ea typeface="Avenir Next"/>
                <a:cs typeface="Avenir Next"/>
              </a:rPr>
              <a:t>UI real de Qolqe · solicitud de S/ 25</a:t>
            </a:r>
          </a:p>
        </p:txBody>
      </p:sp>
      <p:sp>
        <p:nvSpPr>
          <p:cNvPr id="17" name="">
            <a:extLst xmlns:a="http://schemas.openxmlformats.org/drawingml/2006/main">
              <a:ext uri="{FF2B5EF4-FFF2-40B4-BE49-F238E27FC236}">
                <a16:creationId xmlns:a16="http://schemas.microsoft.com/office/drawing/2014/main" id="{5FDF9AC9-4AC5-43DB-89C1-7AF4F111B29E}"/>
              </a:ext>
            </a:extLst>
          </p:cNvPr>
          <p:cNvSpPr>
            <a:spLocks xmlns:a="http://schemas.openxmlformats.org/drawingml/2006/main" noGrp="1"/>
          </p:cNvSpPr>
          <p:nvPr/>
        </p:nvSpPr>
        <p:spPr>
          <a:xfrm xmlns:a="http://schemas.openxmlformats.org/drawingml/2006/main">
            <a:off x="561975" y="5762625"/>
            <a:ext cx="110585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1766E"/>
                </a:solidFill>
                <a:latin typeface="Avenir Next"/>
                <a:ea typeface="Avenir Next"/>
                <a:cs typeface="Avenir Next"/>
              </a:defRPr>
            </a:defPPr>
            <a:lvl1pPr algn="l">
              <a:defRPr sz="1800" b="1">
                <a:solidFill>
                  <a:srgbClr val="11766E"/>
                </a:solidFill>
                <a:latin typeface="Avenir Next"/>
                <a:ea typeface="Avenir Next"/>
                <a:cs typeface="Avenir Next"/>
              </a:defRPr>
            </a:lvl1pPr>
            <a:lvl2pPr algn="l">
              <a:defRPr sz="1800" b="1">
                <a:solidFill>
                  <a:srgbClr val="11766E"/>
                </a:solidFill>
                <a:latin typeface="Avenir Next"/>
                <a:ea typeface="Avenir Next"/>
                <a:cs typeface="Avenir Next"/>
              </a:defRPr>
            </a:lvl2pPr>
            <a:lvl3pPr algn="l">
              <a:defRPr sz="1800" b="1">
                <a:solidFill>
                  <a:srgbClr val="11766E"/>
                </a:solidFill>
                <a:latin typeface="Avenir Next"/>
                <a:ea typeface="Avenir Next"/>
                <a:cs typeface="Avenir Next"/>
              </a:defRPr>
            </a:lvl3pPr>
            <a:lvl4pPr algn="l">
              <a:defRPr sz="1800" b="1">
                <a:solidFill>
                  <a:srgbClr val="11766E"/>
                </a:solidFill>
                <a:latin typeface="Avenir Next"/>
                <a:ea typeface="Avenir Next"/>
                <a:cs typeface="Avenir Next"/>
              </a:defRPr>
            </a:lvl4pPr>
            <a:lvl5pPr algn="l">
              <a:defRPr sz="1800" b="1">
                <a:solidFill>
                  <a:srgbClr val="11766E"/>
                </a:solidFill>
                <a:latin typeface="Avenir Next"/>
                <a:ea typeface="Avenir Next"/>
                <a:cs typeface="Avenir Next"/>
              </a:defRPr>
            </a:lvl5pPr>
            <a:lvl6pPr algn="l">
              <a:defRPr sz="1800" b="1">
                <a:solidFill>
                  <a:srgbClr val="11766E"/>
                </a:solidFill>
                <a:latin typeface="Avenir Next"/>
                <a:ea typeface="Avenir Next"/>
                <a:cs typeface="Avenir Next"/>
              </a:defRPr>
            </a:lvl6pPr>
            <a:lvl7pPr algn="l">
              <a:defRPr sz="1800" b="1">
                <a:solidFill>
                  <a:srgbClr val="11766E"/>
                </a:solidFill>
                <a:latin typeface="Avenir Next"/>
                <a:ea typeface="Avenir Next"/>
                <a:cs typeface="Avenir Next"/>
              </a:defRPr>
            </a:lvl7pPr>
            <a:lvl8pPr algn="l">
              <a:defRPr sz="1800" b="1">
                <a:solidFill>
                  <a:srgbClr val="11766E"/>
                </a:solidFill>
                <a:latin typeface="Avenir Next"/>
                <a:ea typeface="Avenir Next"/>
                <a:cs typeface="Avenir Next"/>
              </a:defRPr>
            </a:lvl8pPr>
            <a:lvl9pPr algn="l">
              <a:defRPr sz="1800" b="1">
                <a:solidFill>
                  <a:srgbClr val="11766E"/>
                </a:solidFill>
                <a:latin typeface="Avenir Next"/>
                <a:ea typeface="Avenir Next"/>
                <a:cs typeface="Avenir Next"/>
              </a:defRPr>
            </a:lvl9pPr>
          </a:lstStyle>
          <a:p xmlns:a="http://schemas.openxmlformats.org/drawingml/2006/main">
            <a:pPr algn="l">
              <a:defRPr sz="1800" b="1">
                <a:solidFill>
                  <a:srgbClr val="11766E"/>
                </a:solidFill>
                <a:latin typeface="Avenir Next"/>
                <a:ea typeface="Avenir Next"/>
                <a:cs typeface="Avenir Next"/>
              </a:defRPr>
            </a:pPr>
            <a:r>
              <a:rPr sz="1800" b="1">
                <a:solidFill>
                  <a:srgbClr val="11766E"/>
                </a:solidFill>
                <a:latin typeface="Avenir Next"/>
                <a:ea typeface="Avenir Next"/>
                <a:cs typeface="Avenir Next"/>
              </a:rPr>
              <a:t>Pendiente  →  Aceptada  →  saldos comprobados</a:t>
            </a:r>
          </a:p>
        </p:txBody>
      </p:sp>
    </p:spTree>
    <p:extLst>
      <p:ext uri="{BB962C8B-B14F-4D97-AF65-F5344CB8AC3E}">
        <p14:creationId xmlns:p14="http://schemas.microsoft.com/office/powerpoint/2010/main" val="1279488911"/>
      </p:ext>
    </p:extLst>
  </p:cSld>
</p:sld>
</file>

<file path=ppt/slides/slide3.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4E33972-1AFC-44DC-B157-71DB4F82E6C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1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F790F82-CFF3-4318-93A3-ECF1EE304109}"/>
              </a:ext>
            </a:extLst>
          </p:cNvPr>
          <p:cNvSpPr>
            <a:spLocks xmlns:a="http://schemas.openxmlformats.org/drawingml/2006/main" noGrp="1"/>
          </p:cNvSpPr>
          <p:nvPr/>
        </p:nvSpPr>
        <p:spPr>
          <a:xfrm xmlns:a="http://schemas.openxmlformats.org/drawingml/2006/main">
            <a:off x="523875" y="3238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766E"/>
                </a:solidFill>
                <a:latin typeface="Avenir Next"/>
                <a:ea typeface="Avenir Next"/>
                <a:cs typeface="Avenir Next"/>
              </a:defRPr>
            </a:defPPr>
            <a:lvl1pPr algn="l">
              <a:defRPr sz="1500" b="1">
                <a:solidFill>
                  <a:srgbClr val="11766E"/>
                </a:solidFill>
                <a:latin typeface="Avenir Next"/>
                <a:ea typeface="Avenir Next"/>
                <a:cs typeface="Avenir Next"/>
              </a:defRPr>
            </a:lvl1pPr>
            <a:lvl2pPr algn="l">
              <a:defRPr sz="1500" b="1">
                <a:solidFill>
                  <a:srgbClr val="11766E"/>
                </a:solidFill>
                <a:latin typeface="Avenir Next"/>
                <a:ea typeface="Avenir Next"/>
                <a:cs typeface="Avenir Next"/>
              </a:defRPr>
            </a:lvl2pPr>
            <a:lvl3pPr algn="l">
              <a:defRPr sz="1500" b="1">
                <a:solidFill>
                  <a:srgbClr val="11766E"/>
                </a:solidFill>
                <a:latin typeface="Avenir Next"/>
                <a:ea typeface="Avenir Next"/>
                <a:cs typeface="Avenir Next"/>
              </a:defRPr>
            </a:lvl3pPr>
            <a:lvl4pPr algn="l">
              <a:defRPr sz="1500" b="1">
                <a:solidFill>
                  <a:srgbClr val="11766E"/>
                </a:solidFill>
                <a:latin typeface="Avenir Next"/>
                <a:ea typeface="Avenir Next"/>
                <a:cs typeface="Avenir Next"/>
              </a:defRPr>
            </a:lvl4pPr>
            <a:lvl5pPr algn="l">
              <a:defRPr sz="1500" b="1">
                <a:solidFill>
                  <a:srgbClr val="11766E"/>
                </a:solidFill>
                <a:latin typeface="Avenir Next"/>
                <a:ea typeface="Avenir Next"/>
                <a:cs typeface="Avenir Next"/>
              </a:defRPr>
            </a:lvl5pPr>
            <a:lvl6pPr algn="l">
              <a:defRPr sz="1500" b="1">
                <a:solidFill>
                  <a:srgbClr val="11766E"/>
                </a:solidFill>
                <a:latin typeface="Avenir Next"/>
                <a:ea typeface="Avenir Next"/>
                <a:cs typeface="Avenir Next"/>
              </a:defRPr>
            </a:lvl6pPr>
            <a:lvl7pPr algn="l">
              <a:defRPr sz="1500" b="1">
                <a:solidFill>
                  <a:srgbClr val="11766E"/>
                </a:solidFill>
                <a:latin typeface="Avenir Next"/>
                <a:ea typeface="Avenir Next"/>
                <a:cs typeface="Avenir Next"/>
              </a:defRPr>
            </a:lvl7pPr>
            <a:lvl8pPr algn="l">
              <a:defRPr sz="1500" b="1">
                <a:solidFill>
                  <a:srgbClr val="11766E"/>
                </a:solidFill>
                <a:latin typeface="Avenir Next"/>
                <a:ea typeface="Avenir Next"/>
                <a:cs typeface="Avenir Next"/>
              </a:defRPr>
            </a:lvl8pPr>
            <a:lvl9pPr algn="l">
              <a:defRPr sz="1500" b="1">
                <a:solidFill>
                  <a:srgbClr val="11766E"/>
                </a:solidFill>
                <a:latin typeface="Avenir Next"/>
                <a:ea typeface="Avenir Next"/>
                <a:cs typeface="Avenir Next"/>
              </a:defRPr>
            </a:lvl9pPr>
          </a:lstStyle>
          <a:p xmlns:a="http://schemas.openxmlformats.org/drawingml/2006/main">
            <a:pPr algn="l">
              <a:defRPr sz="1500" b="1">
                <a:solidFill>
                  <a:srgbClr val="11766E"/>
                </a:solidFill>
                <a:latin typeface="Avenir Next"/>
                <a:ea typeface="Avenir Next"/>
                <a:cs typeface="Avenir Next"/>
              </a:defRPr>
            </a:pPr>
            <a:r>
              <a:rPr sz="1500" b="1">
                <a:solidFill>
                  <a:srgbClr val="11766E"/>
                </a:solidFill>
                <a:latin typeface="Avenir Next"/>
                <a:ea typeface="Avenir Next"/>
                <a:cs typeface="Avenir Next"/>
              </a:rPr>
              <a:t>03</a:t>
            </a:r>
          </a:p>
        </p:txBody>
      </p:sp>
      <p:sp>
        <p:nvSpPr>
          <p:cNvPr id="3" name="">
            <a:extLst xmlns:a="http://schemas.openxmlformats.org/drawingml/2006/main">
              <a:ext uri="{FF2B5EF4-FFF2-40B4-BE49-F238E27FC236}">
                <a16:creationId xmlns:a16="http://schemas.microsoft.com/office/drawing/2014/main" id="{D03374D2-D0AA-4792-A0DB-536A9417286B}"/>
              </a:ext>
            </a:extLst>
          </p:cNvPr>
          <p:cNvSpPr>
            <a:spLocks xmlns:a="http://schemas.openxmlformats.org/drawingml/2006/main" noGrp="1"/>
          </p:cNvSpPr>
          <p:nvPr/>
        </p:nvSpPr>
        <p:spPr>
          <a:xfrm xmlns:a="http://schemas.openxmlformats.org/drawingml/2006/main">
            <a:off x="1047750" y="3048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22D32"/>
                </a:solidFill>
                <a:latin typeface="Avenir Next"/>
                <a:ea typeface="Avenir Next"/>
                <a:cs typeface="Avenir Next"/>
              </a:defRPr>
            </a:defPPr>
            <a:lvl1pPr algn="l">
              <a:defRPr sz="3000" b="1">
                <a:solidFill>
                  <a:srgbClr val="122D32"/>
                </a:solidFill>
                <a:latin typeface="Avenir Next"/>
                <a:ea typeface="Avenir Next"/>
                <a:cs typeface="Avenir Next"/>
              </a:defRPr>
            </a:lvl1pPr>
            <a:lvl2pPr algn="l">
              <a:defRPr sz="3000" b="1">
                <a:solidFill>
                  <a:srgbClr val="122D32"/>
                </a:solidFill>
                <a:latin typeface="Avenir Next"/>
                <a:ea typeface="Avenir Next"/>
                <a:cs typeface="Avenir Next"/>
              </a:defRPr>
            </a:lvl2pPr>
            <a:lvl3pPr algn="l">
              <a:defRPr sz="3000" b="1">
                <a:solidFill>
                  <a:srgbClr val="122D32"/>
                </a:solidFill>
                <a:latin typeface="Avenir Next"/>
                <a:ea typeface="Avenir Next"/>
                <a:cs typeface="Avenir Next"/>
              </a:defRPr>
            </a:lvl3pPr>
            <a:lvl4pPr algn="l">
              <a:defRPr sz="3000" b="1">
                <a:solidFill>
                  <a:srgbClr val="122D32"/>
                </a:solidFill>
                <a:latin typeface="Avenir Next"/>
                <a:ea typeface="Avenir Next"/>
                <a:cs typeface="Avenir Next"/>
              </a:defRPr>
            </a:lvl4pPr>
            <a:lvl5pPr algn="l">
              <a:defRPr sz="3000" b="1">
                <a:solidFill>
                  <a:srgbClr val="122D32"/>
                </a:solidFill>
                <a:latin typeface="Avenir Next"/>
                <a:ea typeface="Avenir Next"/>
                <a:cs typeface="Avenir Next"/>
              </a:defRPr>
            </a:lvl5pPr>
            <a:lvl6pPr algn="l">
              <a:defRPr sz="3000" b="1">
                <a:solidFill>
                  <a:srgbClr val="122D32"/>
                </a:solidFill>
                <a:latin typeface="Avenir Next"/>
                <a:ea typeface="Avenir Next"/>
                <a:cs typeface="Avenir Next"/>
              </a:defRPr>
            </a:lvl6pPr>
            <a:lvl7pPr algn="l">
              <a:defRPr sz="3000" b="1">
                <a:solidFill>
                  <a:srgbClr val="122D32"/>
                </a:solidFill>
                <a:latin typeface="Avenir Next"/>
                <a:ea typeface="Avenir Next"/>
                <a:cs typeface="Avenir Next"/>
              </a:defRPr>
            </a:lvl7pPr>
            <a:lvl8pPr algn="l">
              <a:defRPr sz="3000" b="1">
                <a:solidFill>
                  <a:srgbClr val="122D32"/>
                </a:solidFill>
                <a:latin typeface="Avenir Next"/>
                <a:ea typeface="Avenir Next"/>
                <a:cs typeface="Avenir Next"/>
              </a:defRPr>
            </a:lvl8pPr>
            <a:lvl9pPr algn="l">
              <a:defRPr sz="3000" b="1">
                <a:solidFill>
                  <a:srgbClr val="122D32"/>
                </a:solidFill>
                <a:latin typeface="Avenir Next"/>
                <a:ea typeface="Avenir Next"/>
                <a:cs typeface="Avenir Next"/>
              </a:defRPr>
            </a:lvl9pPr>
          </a:lstStyle>
          <a:p xmlns:a="http://schemas.openxmlformats.org/drawingml/2006/main">
            <a:pPr algn="l">
              <a:defRPr sz="3000" b="1">
                <a:solidFill>
                  <a:srgbClr val="122D32"/>
                </a:solidFill>
                <a:latin typeface="Avenir Next"/>
                <a:ea typeface="Avenir Next"/>
                <a:cs typeface="Avenir Next"/>
              </a:defRPr>
            </a:pPr>
            <a:r>
              <a:rPr sz="3000" b="1">
                <a:solidFill>
                  <a:srgbClr val="122D32"/>
                </a:solidFill>
                <a:latin typeface="Avenir Next"/>
                <a:ea typeface="Avenir Next"/>
                <a:cs typeface="Avenir Next"/>
              </a:rPr>
              <a:t>Una herramienta que creció</a:t>
            </a:r>
          </a:p>
        </p:txBody>
      </p:sp>
      <p:sp>
        <p:nvSpPr>
          <p:cNvPr id="4" name="">
            <a:extLst xmlns:a="http://schemas.openxmlformats.org/drawingml/2006/main">
              <a:ext uri="{FF2B5EF4-FFF2-40B4-BE49-F238E27FC236}">
                <a16:creationId xmlns:a16="http://schemas.microsoft.com/office/drawing/2014/main" id="{D5BC5609-65E9-41AE-8883-5AF3F47717A7}"/>
              </a:ext>
            </a:extLst>
          </p:cNvPr>
          <p:cNvSpPr>
            <a:spLocks xmlns:a="http://schemas.openxmlformats.org/drawingml/2006/main" noGrp="1"/>
          </p:cNvSpPr>
          <p:nvPr/>
        </p:nvSpPr>
        <p:spPr>
          <a:xfrm xmlns:a="http://schemas.openxmlformats.org/drawingml/2006/main">
            <a:off x="561975" y="1019175"/>
            <a:ext cx="11001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A6D70"/>
                </a:solidFill>
                <a:latin typeface="Avenir Next"/>
                <a:ea typeface="Avenir Next"/>
                <a:cs typeface="Avenir Next"/>
              </a:defRPr>
            </a:defPPr>
            <a:lvl1pPr algn="l">
              <a:defRPr sz="1500" b="0">
                <a:solidFill>
                  <a:srgbClr val="5A6D70"/>
                </a:solidFill>
                <a:latin typeface="Avenir Next"/>
                <a:ea typeface="Avenir Next"/>
                <a:cs typeface="Avenir Next"/>
              </a:defRPr>
            </a:lvl1pPr>
            <a:lvl2pPr algn="l">
              <a:defRPr sz="1500" b="0">
                <a:solidFill>
                  <a:srgbClr val="5A6D70"/>
                </a:solidFill>
                <a:latin typeface="Avenir Next"/>
                <a:ea typeface="Avenir Next"/>
                <a:cs typeface="Avenir Next"/>
              </a:defRPr>
            </a:lvl2pPr>
            <a:lvl3pPr algn="l">
              <a:defRPr sz="1500" b="0">
                <a:solidFill>
                  <a:srgbClr val="5A6D70"/>
                </a:solidFill>
                <a:latin typeface="Avenir Next"/>
                <a:ea typeface="Avenir Next"/>
                <a:cs typeface="Avenir Next"/>
              </a:defRPr>
            </a:lvl3pPr>
            <a:lvl4pPr algn="l">
              <a:defRPr sz="1500" b="0">
                <a:solidFill>
                  <a:srgbClr val="5A6D70"/>
                </a:solidFill>
                <a:latin typeface="Avenir Next"/>
                <a:ea typeface="Avenir Next"/>
                <a:cs typeface="Avenir Next"/>
              </a:defRPr>
            </a:lvl4pPr>
            <a:lvl5pPr algn="l">
              <a:defRPr sz="1500" b="0">
                <a:solidFill>
                  <a:srgbClr val="5A6D70"/>
                </a:solidFill>
                <a:latin typeface="Avenir Next"/>
                <a:ea typeface="Avenir Next"/>
                <a:cs typeface="Avenir Next"/>
              </a:defRPr>
            </a:lvl5pPr>
            <a:lvl6pPr algn="l">
              <a:defRPr sz="1500" b="0">
                <a:solidFill>
                  <a:srgbClr val="5A6D70"/>
                </a:solidFill>
                <a:latin typeface="Avenir Next"/>
                <a:ea typeface="Avenir Next"/>
                <a:cs typeface="Avenir Next"/>
              </a:defRPr>
            </a:lvl6pPr>
            <a:lvl7pPr algn="l">
              <a:defRPr sz="1500" b="0">
                <a:solidFill>
                  <a:srgbClr val="5A6D70"/>
                </a:solidFill>
                <a:latin typeface="Avenir Next"/>
                <a:ea typeface="Avenir Next"/>
                <a:cs typeface="Avenir Next"/>
              </a:defRPr>
            </a:lvl7pPr>
            <a:lvl8pPr algn="l">
              <a:defRPr sz="1500" b="0">
                <a:solidFill>
                  <a:srgbClr val="5A6D70"/>
                </a:solidFill>
                <a:latin typeface="Avenir Next"/>
                <a:ea typeface="Avenir Next"/>
                <a:cs typeface="Avenir Next"/>
              </a:defRPr>
            </a:lvl8pPr>
            <a:lvl9pPr algn="l">
              <a:defRPr sz="1500" b="0">
                <a:solidFill>
                  <a:srgbClr val="5A6D70"/>
                </a:solidFill>
                <a:latin typeface="Avenir Next"/>
                <a:ea typeface="Avenir Next"/>
                <a:cs typeface="Avenir Next"/>
              </a:defRPr>
            </a:lvl9pPr>
          </a:lstStyle>
          <a:p xmlns:a="http://schemas.openxmlformats.org/drawingml/2006/main">
            <a:pPr algn="l">
              <a:defRPr sz="1500" b="0">
                <a:solidFill>
                  <a:srgbClr val="5A6D70"/>
                </a:solidFill>
                <a:latin typeface="Avenir Next"/>
                <a:ea typeface="Avenir Next"/>
                <a:cs typeface="Avenir Next"/>
              </a:defRPr>
            </a:pPr>
            <a:r>
              <a:rPr sz="1500" b="0">
                <a:solidFill>
                  <a:srgbClr val="5A6D70"/>
                </a:solidFill>
                <a:latin typeface="Avenir Next"/>
                <a:ea typeface="Avenir Next"/>
                <a:cs typeface="Avenir Next"/>
              </a:rPr>
              <a:t>De pruebas de aceptación a automatización web moderna.</a:t>
            </a:r>
          </a:p>
        </p:txBody>
      </p:sp>
      <p:sp>
        <p:nvSpPr>
          <p:cNvPr id="5" name="">
            <a:extLst xmlns:a="http://schemas.openxmlformats.org/drawingml/2006/main">
              <a:ext uri="{FF2B5EF4-FFF2-40B4-BE49-F238E27FC236}">
                <a16:creationId xmlns:a16="http://schemas.microsoft.com/office/drawing/2014/main" id="{0DBDD9F2-2ABC-436C-A34D-A34937000C1B}"/>
              </a:ext>
            </a:extLst>
          </p:cNvPr>
          <p:cNvSpPr>
            <a:spLocks xmlns:a="http://schemas.openxmlformats.org/drawingml/2006/main" noGrp="1"/>
          </p:cNvSpPr>
          <p:nvPr/>
        </p:nvSpPr>
        <p:spPr>
          <a:xfrm xmlns:a="http://schemas.openxmlformats.org/drawingml/2006/main">
            <a:off x="561975" y="6257925"/>
            <a:ext cx="11068050" cy="19050"/>
          </a:xfrm>
          <a:prstGeom xmlns:a="http://schemas.openxmlformats.org/drawingml/2006/main" prst="rect">
            <a:avLst/>
          </a:prstGeom>
          <a:solidFill xmlns:a="http://schemas.openxmlformats.org/drawingml/2006/main">
            <a:srgbClr val="C9DCD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5A7A780-9D12-4460-8196-5E3510CD58D5}"/>
              </a:ext>
            </a:extLst>
          </p:cNvPr>
          <p:cNvSpPr>
            <a:spLocks xmlns:a="http://schemas.openxmlformats.org/drawingml/2006/main" noGrp="1"/>
          </p:cNvSpPr>
          <p:nvPr/>
        </p:nvSpPr>
        <p:spPr>
          <a:xfrm xmlns:a="http://schemas.openxmlformats.org/drawingml/2006/main">
            <a:off x="561975" y="639127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A6D70"/>
                </a:solidFill>
                <a:latin typeface="Avenir Next"/>
                <a:ea typeface="Avenir Next"/>
                <a:cs typeface="Avenir Next"/>
              </a:defRPr>
            </a:defPPr>
            <a:lvl1pPr algn="l">
              <a:defRPr sz="975" b="1">
                <a:solidFill>
                  <a:srgbClr val="5A6D70"/>
                </a:solidFill>
                <a:latin typeface="Avenir Next"/>
                <a:ea typeface="Avenir Next"/>
                <a:cs typeface="Avenir Next"/>
              </a:defRPr>
            </a:lvl1pPr>
            <a:lvl2pPr algn="l">
              <a:defRPr sz="975" b="1">
                <a:solidFill>
                  <a:srgbClr val="5A6D70"/>
                </a:solidFill>
                <a:latin typeface="Avenir Next"/>
                <a:ea typeface="Avenir Next"/>
                <a:cs typeface="Avenir Next"/>
              </a:defRPr>
            </a:lvl2pPr>
            <a:lvl3pPr algn="l">
              <a:defRPr sz="975" b="1">
                <a:solidFill>
                  <a:srgbClr val="5A6D70"/>
                </a:solidFill>
                <a:latin typeface="Avenir Next"/>
                <a:ea typeface="Avenir Next"/>
                <a:cs typeface="Avenir Next"/>
              </a:defRPr>
            </a:lvl3pPr>
            <a:lvl4pPr algn="l">
              <a:defRPr sz="975" b="1">
                <a:solidFill>
                  <a:srgbClr val="5A6D70"/>
                </a:solidFill>
                <a:latin typeface="Avenir Next"/>
                <a:ea typeface="Avenir Next"/>
                <a:cs typeface="Avenir Next"/>
              </a:defRPr>
            </a:lvl4pPr>
            <a:lvl5pPr algn="l">
              <a:defRPr sz="975" b="1">
                <a:solidFill>
                  <a:srgbClr val="5A6D70"/>
                </a:solidFill>
                <a:latin typeface="Avenir Next"/>
                <a:ea typeface="Avenir Next"/>
                <a:cs typeface="Avenir Next"/>
              </a:defRPr>
            </a:lvl5pPr>
            <a:lvl6pPr algn="l">
              <a:defRPr sz="975" b="1">
                <a:solidFill>
                  <a:srgbClr val="5A6D70"/>
                </a:solidFill>
                <a:latin typeface="Avenir Next"/>
                <a:ea typeface="Avenir Next"/>
                <a:cs typeface="Avenir Next"/>
              </a:defRPr>
            </a:lvl6pPr>
            <a:lvl7pPr algn="l">
              <a:defRPr sz="975" b="1">
                <a:solidFill>
                  <a:srgbClr val="5A6D70"/>
                </a:solidFill>
                <a:latin typeface="Avenir Next"/>
                <a:ea typeface="Avenir Next"/>
                <a:cs typeface="Avenir Next"/>
              </a:defRPr>
            </a:lvl7pPr>
            <a:lvl8pPr algn="l">
              <a:defRPr sz="975" b="1">
                <a:solidFill>
                  <a:srgbClr val="5A6D70"/>
                </a:solidFill>
                <a:latin typeface="Avenir Next"/>
                <a:ea typeface="Avenir Next"/>
                <a:cs typeface="Avenir Next"/>
              </a:defRPr>
            </a:lvl8pPr>
            <a:lvl9pPr algn="l">
              <a:defRPr sz="975" b="1">
                <a:solidFill>
                  <a:srgbClr val="5A6D70"/>
                </a:solidFill>
                <a:latin typeface="Avenir Next"/>
                <a:ea typeface="Avenir Next"/>
                <a:cs typeface="Avenir Next"/>
              </a:defRPr>
            </a:lvl9pPr>
          </a:lstStyle>
          <a:p xmlns:a="http://schemas.openxmlformats.org/drawingml/2006/main">
            <a:pPr algn="l">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QOLQE  ×  ROBOT FRAMEWORK</a:t>
            </a:r>
          </a:p>
        </p:txBody>
      </p:sp>
      <p:sp>
        <p:nvSpPr>
          <p:cNvPr id="7" name="">
            <a:extLst xmlns:a="http://schemas.openxmlformats.org/drawingml/2006/main">
              <a:ext uri="{FF2B5EF4-FFF2-40B4-BE49-F238E27FC236}">
                <a16:creationId xmlns:a16="http://schemas.microsoft.com/office/drawing/2014/main" id="{79921C31-B0B2-4209-AA21-8BA56C02DC5E}"/>
              </a:ext>
            </a:extLst>
          </p:cNvPr>
          <p:cNvSpPr>
            <a:spLocks xmlns:a="http://schemas.openxmlformats.org/drawingml/2006/main" noGrp="1"/>
          </p:cNvSpPr>
          <p:nvPr/>
        </p:nvSpPr>
        <p:spPr>
          <a:xfrm xmlns:a="http://schemas.openxmlformats.org/drawingml/2006/main">
            <a:off x="9810750" y="6391275"/>
            <a:ext cx="1819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A6D70"/>
                </a:solidFill>
                <a:latin typeface="Avenir Next"/>
                <a:ea typeface="Avenir Next"/>
                <a:cs typeface="Avenir Next"/>
              </a:defRPr>
            </a:defPPr>
            <a:lvl1pPr algn="r">
              <a:defRPr sz="975" b="1">
                <a:solidFill>
                  <a:srgbClr val="5A6D70"/>
                </a:solidFill>
                <a:latin typeface="Avenir Next"/>
                <a:ea typeface="Avenir Next"/>
                <a:cs typeface="Avenir Next"/>
              </a:defRPr>
            </a:lvl1pPr>
            <a:lvl2pPr algn="r">
              <a:defRPr sz="975" b="1">
                <a:solidFill>
                  <a:srgbClr val="5A6D70"/>
                </a:solidFill>
                <a:latin typeface="Avenir Next"/>
                <a:ea typeface="Avenir Next"/>
                <a:cs typeface="Avenir Next"/>
              </a:defRPr>
            </a:lvl2pPr>
            <a:lvl3pPr algn="r">
              <a:defRPr sz="975" b="1">
                <a:solidFill>
                  <a:srgbClr val="5A6D70"/>
                </a:solidFill>
                <a:latin typeface="Avenir Next"/>
                <a:ea typeface="Avenir Next"/>
                <a:cs typeface="Avenir Next"/>
              </a:defRPr>
            </a:lvl3pPr>
            <a:lvl4pPr algn="r">
              <a:defRPr sz="975" b="1">
                <a:solidFill>
                  <a:srgbClr val="5A6D70"/>
                </a:solidFill>
                <a:latin typeface="Avenir Next"/>
                <a:ea typeface="Avenir Next"/>
                <a:cs typeface="Avenir Next"/>
              </a:defRPr>
            </a:lvl4pPr>
            <a:lvl5pPr algn="r">
              <a:defRPr sz="975" b="1">
                <a:solidFill>
                  <a:srgbClr val="5A6D70"/>
                </a:solidFill>
                <a:latin typeface="Avenir Next"/>
                <a:ea typeface="Avenir Next"/>
                <a:cs typeface="Avenir Next"/>
              </a:defRPr>
            </a:lvl5pPr>
            <a:lvl6pPr algn="r">
              <a:defRPr sz="975" b="1">
                <a:solidFill>
                  <a:srgbClr val="5A6D70"/>
                </a:solidFill>
                <a:latin typeface="Avenir Next"/>
                <a:ea typeface="Avenir Next"/>
                <a:cs typeface="Avenir Next"/>
              </a:defRPr>
            </a:lvl6pPr>
            <a:lvl7pPr algn="r">
              <a:defRPr sz="975" b="1">
                <a:solidFill>
                  <a:srgbClr val="5A6D70"/>
                </a:solidFill>
                <a:latin typeface="Avenir Next"/>
                <a:ea typeface="Avenir Next"/>
                <a:cs typeface="Avenir Next"/>
              </a:defRPr>
            </a:lvl7pPr>
            <a:lvl8pPr algn="r">
              <a:defRPr sz="975" b="1">
                <a:solidFill>
                  <a:srgbClr val="5A6D70"/>
                </a:solidFill>
                <a:latin typeface="Avenir Next"/>
                <a:ea typeface="Avenir Next"/>
                <a:cs typeface="Avenir Next"/>
              </a:defRPr>
            </a:lvl8pPr>
            <a:lvl9pPr algn="r">
              <a:defRPr sz="975" b="1">
                <a:solidFill>
                  <a:srgbClr val="5A6D70"/>
                </a:solidFill>
                <a:latin typeface="Avenir Next"/>
                <a:ea typeface="Avenir Next"/>
                <a:cs typeface="Avenir Next"/>
              </a:defRPr>
            </a:lvl9pPr>
          </a:lstStyle>
          <a:p xmlns:a="http://schemas.openxmlformats.org/drawingml/2006/main">
            <a:pPr algn="r">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GRUPO 4  ·  2026</a:t>
            </a:r>
          </a:p>
        </p:txBody>
      </p:sp>
      <p:sp>
        <p:nvSpPr>
          <p:cNvPr id="8" name="">
            <a:extLst xmlns:a="http://schemas.openxmlformats.org/drawingml/2006/main">
              <a:ext uri="{FF2B5EF4-FFF2-40B4-BE49-F238E27FC236}">
                <a16:creationId xmlns:a16="http://schemas.microsoft.com/office/drawing/2014/main" id="{E4AF06F2-0FCC-424E-8DD9-8DEC39D610CA}"/>
              </a:ext>
            </a:extLst>
          </p:cNvPr>
          <p:cNvSpPr>
            <a:spLocks xmlns:a="http://schemas.openxmlformats.org/drawingml/2006/main" noGrp="1"/>
          </p:cNvSpPr>
          <p:nvPr/>
        </p:nvSpPr>
        <p:spPr>
          <a:xfrm xmlns:a="http://schemas.openxmlformats.org/drawingml/2006/main">
            <a:off x="1114425" y="3057525"/>
            <a:ext cx="9934575" cy="47625"/>
          </a:xfrm>
          <a:prstGeom xmlns:a="http://schemas.openxmlformats.org/drawingml/2006/main" prst="rect">
            <a:avLst/>
          </a:prstGeom>
          <a:solidFill xmlns:a="http://schemas.openxmlformats.org/drawingml/2006/main">
            <a:srgbClr val="C9DCD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B2D9875-04FA-4372-8831-D65B4DC62902}"/>
              </a:ext>
            </a:extLst>
          </p:cNvPr>
          <p:cNvSpPr>
            <a:spLocks xmlns:a="http://schemas.openxmlformats.org/drawingml/2006/main" noGrp="1"/>
          </p:cNvSpPr>
          <p:nvPr/>
        </p:nvSpPr>
        <p:spPr>
          <a:xfrm xmlns:a="http://schemas.openxmlformats.org/drawingml/2006/main">
            <a:off x="876300" y="2609850"/>
            <a:ext cx="2847975" cy="2505075"/>
          </a:xfrm>
          <a:prstGeom xmlns:a="http://schemas.openxmlformats.org/drawingml/2006/main" prst="roundRect">
            <a:avLst>
              <a:gd name="adj" fmla="val 3042"/>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0EFF074-7A1B-4A94-A265-5866E461CB62}"/>
              </a:ext>
            </a:extLst>
          </p:cNvPr>
          <p:cNvSpPr>
            <a:spLocks xmlns:a="http://schemas.openxmlformats.org/drawingml/2006/main" noGrp="1"/>
          </p:cNvSpPr>
          <p:nvPr/>
        </p:nvSpPr>
        <p:spPr>
          <a:xfrm xmlns:a="http://schemas.openxmlformats.org/drawingml/2006/main">
            <a:off x="1076325" y="2857500"/>
            <a:ext cx="666750" cy="523875"/>
          </a:xfrm>
          <a:prstGeom xmlns:a="http://schemas.openxmlformats.org/drawingml/2006/main" prst="roundRect">
            <a:avLst>
              <a:gd name="adj" fmla="val 14545"/>
            </a:avLst>
          </a:prstGeom>
          <a:solidFill xmlns:a="http://schemas.openxmlformats.org/drawingml/2006/main">
            <a:srgbClr val="11766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CB20FB3-A1BA-4879-BACB-5E021EE3D822}"/>
              </a:ext>
            </a:extLst>
          </p:cNvPr>
          <p:cNvSpPr>
            <a:spLocks xmlns:a="http://schemas.openxmlformats.org/drawingml/2006/main" noGrp="1"/>
          </p:cNvSpPr>
          <p:nvPr/>
        </p:nvSpPr>
        <p:spPr>
          <a:xfrm xmlns:a="http://schemas.openxmlformats.org/drawingml/2006/main">
            <a:off x="1123950" y="2914650"/>
            <a:ext cx="571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01</a:t>
            </a:r>
          </a:p>
        </p:txBody>
      </p:sp>
      <p:sp>
        <p:nvSpPr>
          <p:cNvPr id="12" name="">
            <a:extLst xmlns:a="http://schemas.openxmlformats.org/drawingml/2006/main">
              <a:ext uri="{FF2B5EF4-FFF2-40B4-BE49-F238E27FC236}">
                <a16:creationId xmlns:a16="http://schemas.microsoft.com/office/drawing/2014/main" id="{8A872844-3D3A-4F5C-BD9B-F4403FB417BF}"/>
              </a:ext>
            </a:extLst>
          </p:cNvPr>
          <p:cNvSpPr>
            <a:spLocks xmlns:a="http://schemas.openxmlformats.org/drawingml/2006/main" noGrp="1"/>
          </p:cNvSpPr>
          <p:nvPr/>
        </p:nvSpPr>
        <p:spPr>
          <a:xfrm xmlns:a="http://schemas.openxmlformats.org/drawingml/2006/main">
            <a:off x="1066800" y="3476625"/>
            <a:ext cx="24669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22D32"/>
                </a:solidFill>
                <a:latin typeface="Avenir Next"/>
                <a:ea typeface="Avenir Next"/>
                <a:cs typeface="Avenir Next"/>
              </a:defRPr>
            </a:defPPr>
            <a:lvl1pPr algn="l">
              <a:defRPr sz="2175" b="1">
                <a:solidFill>
                  <a:srgbClr val="122D32"/>
                </a:solidFill>
                <a:latin typeface="Avenir Next"/>
                <a:ea typeface="Avenir Next"/>
                <a:cs typeface="Avenir Next"/>
              </a:defRPr>
            </a:lvl1pPr>
            <a:lvl2pPr algn="l">
              <a:defRPr sz="2175" b="1">
                <a:solidFill>
                  <a:srgbClr val="122D32"/>
                </a:solidFill>
                <a:latin typeface="Avenir Next"/>
                <a:ea typeface="Avenir Next"/>
                <a:cs typeface="Avenir Next"/>
              </a:defRPr>
            </a:lvl2pPr>
            <a:lvl3pPr algn="l">
              <a:defRPr sz="2175" b="1">
                <a:solidFill>
                  <a:srgbClr val="122D32"/>
                </a:solidFill>
                <a:latin typeface="Avenir Next"/>
                <a:ea typeface="Avenir Next"/>
                <a:cs typeface="Avenir Next"/>
              </a:defRPr>
            </a:lvl3pPr>
            <a:lvl4pPr algn="l">
              <a:defRPr sz="2175" b="1">
                <a:solidFill>
                  <a:srgbClr val="122D32"/>
                </a:solidFill>
                <a:latin typeface="Avenir Next"/>
                <a:ea typeface="Avenir Next"/>
                <a:cs typeface="Avenir Next"/>
              </a:defRPr>
            </a:lvl4pPr>
            <a:lvl5pPr algn="l">
              <a:defRPr sz="2175" b="1">
                <a:solidFill>
                  <a:srgbClr val="122D32"/>
                </a:solidFill>
                <a:latin typeface="Avenir Next"/>
                <a:ea typeface="Avenir Next"/>
                <a:cs typeface="Avenir Next"/>
              </a:defRPr>
            </a:lvl5pPr>
            <a:lvl6pPr algn="l">
              <a:defRPr sz="2175" b="1">
                <a:solidFill>
                  <a:srgbClr val="122D32"/>
                </a:solidFill>
                <a:latin typeface="Avenir Next"/>
                <a:ea typeface="Avenir Next"/>
                <a:cs typeface="Avenir Next"/>
              </a:defRPr>
            </a:lvl6pPr>
            <a:lvl7pPr algn="l">
              <a:defRPr sz="2175" b="1">
                <a:solidFill>
                  <a:srgbClr val="122D32"/>
                </a:solidFill>
                <a:latin typeface="Avenir Next"/>
                <a:ea typeface="Avenir Next"/>
                <a:cs typeface="Avenir Next"/>
              </a:defRPr>
            </a:lvl7pPr>
            <a:lvl8pPr algn="l">
              <a:defRPr sz="2175" b="1">
                <a:solidFill>
                  <a:srgbClr val="122D32"/>
                </a:solidFill>
                <a:latin typeface="Avenir Next"/>
                <a:ea typeface="Avenir Next"/>
                <a:cs typeface="Avenir Next"/>
              </a:defRPr>
            </a:lvl8pPr>
            <a:lvl9pPr algn="l">
              <a:defRPr sz="2175" b="1">
                <a:solidFill>
                  <a:srgbClr val="122D32"/>
                </a:solidFill>
                <a:latin typeface="Avenir Next"/>
                <a:ea typeface="Avenir Next"/>
                <a:cs typeface="Avenir Next"/>
              </a:defRPr>
            </a:lvl9pPr>
          </a:lstStyle>
          <a:p xmlns:a="http://schemas.openxmlformats.org/drawingml/2006/main">
            <a:pPr algn="l">
              <a:defRPr sz="2175" b="1">
                <a:solidFill>
                  <a:srgbClr val="122D32"/>
                </a:solidFill>
                <a:latin typeface="Avenir Next"/>
                <a:ea typeface="Avenir Next"/>
                <a:cs typeface="Avenir Next"/>
              </a:defRPr>
            </a:pPr>
            <a:r>
              <a:rPr sz="2175" b="1">
                <a:solidFill>
                  <a:srgbClr val="122D32"/>
                </a:solidFill>
                <a:latin typeface="Avenir Next"/>
                <a:ea typeface="Avenir Next"/>
                <a:cs typeface="Avenir Next"/>
              </a:rPr>
              <a:t>Aceptación</a:t>
            </a:r>
          </a:p>
        </p:txBody>
      </p:sp>
      <p:sp>
        <p:nvSpPr>
          <p:cNvPr id="13" name="">
            <a:extLst xmlns:a="http://schemas.openxmlformats.org/drawingml/2006/main">
              <a:ext uri="{FF2B5EF4-FFF2-40B4-BE49-F238E27FC236}">
                <a16:creationId xmlns:a16="http://schemas.microsoft.com/office/drawing/2014/main" id="{46FA601E-0A0B-49D6-BA7C-596575B56FD1}"/>
              </a:ext>
            </a:extLst>
          </p:cNvPr>
          <p:cNvSpPr>
            <a:spLocks xmlns:a="http://schemas.openxmlformats.org/drawingml/2006/main" noGrp="1"/>
          </p:cNvSpPr>
          <p:nvPr/>
        </p:nvSpPr>
        <p:spPr>
          <a:xfrm xmlns:a="http://schemas.openxmlformats.org/drawingml/2006/main">
            <a:off x="1066800" y="4076700"/>
            <a:ext cx="2466975"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0">
                <a:solidFill>
                  <a:srgbClr val="5A6D70"/>
                </a:solidFill>
                <a:latin typeface="Avenir Next"/>
                <a:ea typeface="Avenir Next"/>
                <a:cs typeface="Avenir Next"/>
              </a:defRPr>
            </a:defPPr>
            <a:lvl1pPr algn="l">
              <a:defRPr sz="1725" b="0">
                <a:solidFill>
                  <a:srgbClr val="5A6D70"/>
                </a:solidFill>
                <a:latin typeface="Avenir Next"/>
                <a:ea typeface="Avenir Next"/>
                <a:cs typeface="Avenir Next"/>
              </a:defRPr>
            </a:lvl1pPr>
            <a:lvl2pPr algn="l">
              <a:defRPr sz="1725" b="0">
                <a:solidFill>
                  <a:srgbClr val="5A6D70"/>
                </a:solidFill>
                <a:latin typeface="Avenir Next"/>
                <a:ea typeface="Avenir Next"/>
                <a:cs typeface="Avenir Next"/>
              </a:defRPr>
            </a:lvl2pPr>
            <a:lvl3pPr algn="l">
              <a:defRPr sz="1725" b="0">
                <a:solidFill>
                  <a:srgbClr val="5A6D70"/>
                </a:solidFill>
                <a:latin typeface="Avenir Next"/>
                <a:ea typeface="Avenir Next"/>
                <a:cs typeface="Avenir Next"/>
              </a:defRPr>
            </a:lvl3pPr>
            <a:lvl4pPr algn="l">
              <a:defRPr sz="1725" b="0">
                <a:solidFill>
                  <a:srgbClr val="5A6D70"/>
                </a:solidFill>
                <a:latin typeface="Avenir Next"/>
                <a:ea typeface="Avenir Next"/>
                <a:cs typeface="Avenir Next"/>
              </a:defRPr>
            </a:lvl4pPr>
            <a:lvl5pPr algn="l">
              <a:defRPr sz="1725" b="0">
                <a:solidFill>
                  <a:srgbClr val="5A6D70"/>
                </a:solidFill>
                <a:latin typeface="Avenir Next"/>
                <a:ea typeface="Avenir Next"/>
                <a:cs typeface="Avenir Next"/>
              </a:defRPr>
            </a:lvl5pPr>
            <a:lvl6pPr algn="l">
              <a:defRPr sz="1725" b="0">
                <a:solidFill>
                  <a:srgbClr val="5A6D70"/>
                </a:solidFill>
                <a:latin typeface="Avenir Next"/>
                <a:ea typeface="Avenir Next"/>
                <a:cs typeface="Avenir Next"/>
              </a:defRPr>
            </a:lvl6pPr>
            <a:lvl7pPr algn="l">
              <a:defRPr sz="1725" b="0">
                <a:solidFill>
                  <a:srgbClr val="5A6D70"/>
                </a:solidFill>
                <a:latin typeface="Avenir Next"/>
                <a:ea typeface="Avenir Next"/>
                <a:cs typeface="Avenir Next"/>
              </a:defRPr>
            </a:lvl7pPr>
            <a:lvl8pPr algn="l">
              <a:defRPr sz="1725" b="0">
                <a:solidFill>
                  <a:srgbClr val="5A6D70"/>
                </a:solidFill>
                <a:latin typeface="Avenir Next"/>
                <a:ea typeface="Avenir Next"/>
                <a:cs typeface="Avenir Next"/>
              </a:defRPr>
            </a:lvl8pPr>
            <a:lvl9pPr algn="l">
              <a:defRPr sz="1725" b="0">
                <a:solidFill>
                  <a:srgbClr val="5A6D70"/>
                </a:solidFill>
                <a:latin typeface="Avenir Next"/>
                <a:ea typeface="Avenir Next"/>
                <a:cs typeface="Avenir Next"/>
              </a:defRPr>
            </a:lvl9pPr>
          </a:lstStyle>
          <a:p xmlns:a="http://schemas.openxmlformats.org/drawingml/2006/main">
            <a:pPr algn="l">
              <a:defRPr sz="1725" b="0">
                <a:solidFill>
                  <a:srgbClr val="5A6D70"/>
                </a:solidFill>
                <a:latin typeface="Avenir Next"/>
                <a:ea typeface="Avenir Next"/>
                <a:cs typeface="Avenir Next"/>
              </a:defRPr>
            </a:pPr>
            <a:r>
              <a:rPr sz="1725" b="0">
                <a:solidFill>
                  <a:srgbClr val="5A6D70"/>
                </a:solidFill>
                <a:latin typeface="Avenir Next"/>
                <a:ea typeface="Avenir Next"/>
                <a:cs typeface="Avenir Next"/>
              </a:rPr>
              <a:t>Casos con keywords,</a:t>
            </a:r>
          </a:p>
          <a:p xmlns:a="http://schemas.openxmlformats.org/drawingml/2006/main">
            <a:pPr algn="l">
              <a:defRPr sz="1725" b="0">
                <a:solidFill>
                  <a:srgbClr val="5A6D70"/>
                </a:solidFill>
                <a:latin typeface="Avenir Next"/>
                <a:ea typeface="Avenir Next"/>
                <a:cs typeface="Avenir Next"/>
              </a:defRPr>
            </a:pPr>
            <a:r>
              <a:rPr sz="1725" b="0">
                <a:solidFill>
                  <a:srgbClr val="5A6D70"/>
                </a:solidFill>
                <a:latin typeface="Avenir Next"/>
                <a:ea typeface="Avenir Next"/>
                <a:cs typeface="Avenir Next"/>
              </a:rPr>
              <a:t>bibliotecas y reportes</a:t>
            </a:r>
          </a:p>
        </p:txBody>
      </p:sp>
      <p:sp>
        <p:nvSpPr>
          <p:cNvPr id="14" name="">
            <a:extLst xmlns:a="http://schemas.openxmlformats.org/drawingml/2006/main">
              <a:ext uri="{FF2B5EF4-FFF2-40B4-BE49-F238E27FC236}">
                <a16:creationId xmlns:a16="http://schemas.microsoft.com/office/drawing/2014/main" id="{4F461F70-16C2-428D-BB4F-729BE52DB1B8}"/>
              </a:ext>
            </a:extLst>
          </p:cNvPr>
          <p:cNvSpPr>
            <a:spLocks xmlns:a="http://schemas.openxmlformats.org/drawingml/2006/main" noGrp="1"/>
          </p:cNvSpPr>
          <p:nvPr/>
        </p:nvSpPr>
        <p:spPr>
          <a:xfrm xmlns:a="http://schemas.openxmlformats.org/drawingml/2006/main">
            <a:off x="4467225" y="2609850"/>
            <a:ext cx="2847975" cy="2505075"/>
          </a:xfrm>
          <a:prstGeom xmlns:a="http://schemas.openxmlformats.org/drawingml/2006/main" prst="roundRect">
            <a:avLst>
              <a:gd name="adj" fmla="val 3042"/>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839D1F7-A704-437C-9012-F0F926213A3E}"/>
              </a:ext>
            </a:extLst>
          </p:cNvPr>
          <p:cNvSpPr>
            <a:spLocks xmlns:a="http://schemas.openxmlformats.org/drawingml/2006/main" noGrp="1"/>
          </p:cNvSpPr>
          <p:nvPr/>
        </p:nvSpPr>
        <p:spPr>
          <a:xfrm xmlns:a="http://schemas.openxmlformats.org/drawingml/2006/main">
            <a:off x="4667250" y="2857500"/>
            <a:ext cx="666750" cy="523875"/>
          </a:xfrm>
          <a:prstGeom xmlns:a="http://schemas.openxmlformats.org/drawingml/2006/main" prst="roundRect">
            <a:avLst>
              <a:gd name="adj" fmla="val 14545"/>
            </a:avLst>
          </a:prstGeom>
          <a:solidFill xmlns:a="http://schemas.openxmlformats.org/drawingml/2006/main">
            <a:srgbClr val="11766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765FEBB-232E-4D61-8924-2B447D3A4990}"/>
              </a:ext>
            </a:extLst>
          </p:cNvPr>
          <p:cNvSpPr>
            <a:spLocks xmlns:a="http://schemas.openxmlformats.org/drawingml/2006/main" noGrp="1"/>
          </p:cNvSpPr>
          <p:nvPr/>
        </p:nvSpPr>
        <p:spPr>
          <a:xfrm xmlns:a="http://schemas.openxmlformats.org/drawingml/2006/main">
            <a:off x="4714875" y="2914650"/>
            <a:ext cx="571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02</a:t>
            </a:r>
          </a:p>
        </p:txBody>
      </p:sp>
      <p:sp>
        <p:nvSpPr>
          <p:cNvPr id="17" name="">
            <a:extLst xmlns:a="http://schemas.openxmlformats.org/drawingml/2006/main">
              <a:ext uri="{FF2B5EF4-FFF2-40B4-BE49-F238E27FC236}">
                <a16:creationId xmlns:a16="http://schemas.microsoft.com/office/drawing/2014/main" id="{2B111439-DA57-4031-A4DA-0334C370481F}"/>
              </a:ext>
            </a:extLst>
          </p:cNvPr>
          <p:cNvSpPr>
            <a:spLocks xmlns:a="http://schemas.openxmlformats.org/drawingml/2006/main" noGrp="1"/>
          </p:cNvSpPr>
          <p:nvPr/>
        </p:nvSpPr>
        <p:spPr>
          <a:xfrm xmlns:a="http://schemas.openxmlformats.org/drawingml/2006/main">
            <a:off x="4657725" y="3476625"/>
            <a:ext cx="24669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22D32"/>
                </a:solidFill>
                <a:latin typeface="Avenir Next"/>
                <a:ea typeface="Avenir Next"/>
                <a:cs typeface="Avenir Next"/>
              </a:defRPr>
            </a:defPPr>
            <a:lvl1pPr algn="l">
              <a:defRPr sz="2175" b="1">
                <a:solidFill>
                  <a:srgbClr val="122D32"/>
                </a:solidFill>
                <a:latin typeface="Avenir Next"/>
                <a:ea typeface="Avenir Next"/>
                <a:cs typeface="Avenir Next"/>
              </a:defRPr>
            </a:lvl1pPr>
            <a:lvl2pPr algn="l">
              <a:defRPr sz="2175" b="1">
                <a:solidFill>
                  <a:srgbClr val="122D32"/>
                </a:solidFill>
                <a:latin typeface="Avenir Next"/>
                <a:ea typeface="Avenir Next"/>
                <a:cs typeface="Avenir Next"/>
              </a:defRPr>
            </a:lvl2pPr>
            <a:lvl3pPr algn="l">
              <a:defRPr sz="2175" b="1">
                <a:solidFill>
                  <a:srgbClr val="122D32"/>
                </a:solidFill>
                <a:latin typeface="Avenir Next"/>
                <a:ea typeface="Avenir Next"/>
                <a:cs typeface="Avenir Next"/>
              </a:defRPr>
            </a:lvl3pPr>
            <a:lvl4pPr algn="l">
              <a:defRPr sz="2175" b="1">
                <a:solidFill>
                  <a:srgbClr val="122D32"/>
                </a:solidFill>
                <a:latin typeface="Avenir Next"/>
                <a:ea typeface="Avenir Next"/>
                <a:cs typeface="Avenir Next"/>
              </a:defRPr>
            </a:lvl4pPr>
            <a:lvl5pPr algn="l">
              <a:defRPr sz="2175" b="1">
                <a:solidFill>
                  <a:srgbClr val="122D32"/>
                </a:solidFill>
                <a:latin typeface="Avenir Next"/>
                <a:ea typeface="Avenir Next"/>
                <a:cs typeface="Avenir Next"/>
              </a:defRPr>
            </a:lvl5pPr>
            <a:lvl6pPr algn="l">
              <a:defRPr sz="2175" b="1">
                <a:solidFill>
                  <a:srgbClr val="122D32"/>
                </a:solidFill>
                <a:latin typeface="Avenir Next"/>
                <a:ea typeface="Avenir Next"/>
                <a:cs typeface="Avenir Next"/>
              </a:defRPr>
            </a:lvl6pPr>
            <a:lvl7pPr algn="l">
              <a:defRPr sz="2175" b="1">
                <a:solidFill>
                  <a:srgbClr val="122D32"/>
                </a:solidFill>
                <a:latin typeface="Avenir Next"/>
                <a:ea typeface="Avenir Next"/>
                <a:cs typeface="Avenir Next"/>
              </a:defRPr>
            </a:lvl7pPr>
            <a:lvl8pPr algn="l">
              <a:defRPr sz="2175" b="1">
                <a:solidFill>
                  <a:srgbClr val="122D32"/>
                </a:solidFill>
                <a:latin typeface="Avenir Next"/>
                <a:ea typeface="Avenir Next"/>
                <a:cs typeface="Avenir Next"/>
              </a:defRPr>
            </a:lvl8pPr>
            <a:lvl9pPr algn="l">
              <a:defRPr sz="2175" b="1">
                <a:solidFill>
                  <a:srgbClr val="122D32"/>
                </a:solidFill>
                <a:latin typeface="Avenir Next"/>
                <a:ea typeface="Avenir Next"/>
                <a:cs typeface="Avenir Next"/>
              </a:defRPr>
            </a:lvl9pPr>
          </a:lstStyle>
          <a:p xmlns:a="http://schemas.openxmlformats.org/drawingml/2006/main">
            <a:pPr algn="l">
              <a:defRPr sz="2175" b="1">
                <a:solidFill>
                  <a:srgbClr val="122D32"/>
                </a:solidFill>
                <a:latin typeface="Avenir Next"/>
                <a:ea typeface="Avenir Next"/>
                <a:cs typeface="Avenir Next"/>
              </a:defRPr>
            </a:pPr>
            <a:r>
              <a:rPr sz="2175" b="1">
                <a:solidFill>
                  <a:srgbClr val="122D32"/>
                </a:solidFill>
                <a:latin typeface="Avenir Next"/>
                <a:ea typeface="Avenir Next"/>
                <a:cs typeface="Avenir Next"/>
              </a:rPr>
              <a:t>RPA</a:t>
            </a:r>
          </a:p>
        </p:txBody>
      </p:sp>
      <p:sp>
        <p:nvSpPr>
          <p:cNvPr id="18" name="">
            <a:extLst xmlns:a="http://schemas.openxmlformats.org/drawingml/2006/main">
              <a:ext uri="{FF2B5EF4-FFF2-40B4-BE49-F238E27FC236}">
                <a16:creationId xmlns:a16="http://schemas.microsoft.com/office/drawing/2014/main" id="{65D0C3D1-8EEC-475D-9C7C-F66E84427B38}"/>
              </a:ext>
            </a:extLst>
          </p:cNvPr>
          <p:cNvSpPr>
            <a:spLocks xmlns:a="http://schemas.openxmlformats.org/drawingml/2006/main" noGrp="1"/>
          </p:cNvSpPr>
          <p:nvPr/>
        </p:nvSpPr>
        <p:spPr>
          <a:xfrm xmlns:a="http://schemas.openxmlformats.org/drawingml/2006/main">
            <a:off x="4657725" y="4076700"/>
            <a:ext cx="2466975"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0">
                <a:solidFill>
                  <a:srgbClr val="5A6D70"/>
                </a:solidFill>
                <a:latin typeface="Avenir Next"/>
                <a:ea typeface="Avenir Next"/>
                <a:cs typeface="Avenir Next"/>
              </a:defRPr>
            </a:defPPr>
            <a:lvl1pPr algn="l">
              <a:defRPr sz="1725" b="0">
                <a:solidFill>
                  <a:srgbClr val="5A6D70"/>
                </a:solidFill>
                <a:latin typeface="Avenir Next"/>
                <a:ea typeface="Avenir Next"/>
                <a:cs typeface="Avenir Next"/>
              </a:defRPr>
            </a:lvl1pPr>
            <a:lvl2pPr algn="l">
              <a:defRPr sz="1725" b="0">
                <a:solidFill>
                  <a:srgbClr val="5A6D70"/>
                </a:solidFill>
                <a:latin typeface="Avenir Next"/>
                <a:ea typeface="Avenir Next"/>
                <a:cs typeface="Avenir Next"/>
              </a:defRPr>
            </a:lvl2pPr>
            <a:lvl3pPr algn="l">
              <a:defRPr sz="1725" b="0">
                <a:solidFill>
                  <a:srgbClr val="5A6D70"/>
                </a:solidFill>
                <a:latin typeface="Avenir Next"/>
                <a:ea typeface="Avenir Next"/>
                <a:cs typeface="Avenir Next"/>
              </a:defRPr>
            </a:lvl3pPr>
            <a:lvl4pPr algn="l">
              <a:defRPr sz="1725" b="0">
                <a:solidFill>
                  <a:srgbClr val="5A6D70"/>
                </a:solidFill>
                <a:latin typeface="Avenir Next"/>
                <a:ea typeface="Avenir Next"/>
                <a:cs typeface="Avenir Next"/>
              </a:defRPr>
            </a:lvl4pPr>
            <a:lvl5pPr algn="l">
              <a:defRPr sz="1725" b="0">
                <a:solidFill>
                  <a:srgbClr val="5A6D70"/>
                </a:solidFill>
                <a:latin typeface="Avenir Next"/>
                <a:ea typeface="Avenir Next"/>
                <a:cs typeface="Avenir Next"/>
              </a:defRPr>
            </a:lvl5pPr>
            <a:lvl6pPr algn="l">
              <a:defRPr sz="1725" b="0">
                <a:solidFill>
                  <a:srgbClr val="5A6D70"/>
                </a:solidFill>
                <a:latin typeface="Avenir Next"/>
                <a:ea typeface="Avenir Next"/>
                <a:cs typeface="Avenir Next"/>
              </a:defRPr>
            </a:lvl6pPr>
            <a:lvl7pPr algn="l">
              <a:defRPr sz="1725" b="0">
                <a:solidFill>
                  <a:srgbClr val="5A6D70"/>
                </a:solidFill>
                <a:latin typeface="Avenir Next"/>
                <a:ea typeface="Avenir Next"/>
                <a:cs typeface="Avenir Next"/>
              </a:defRPr>
            </a:lvl7pPr>
            <a:lvl8pPr algn="l">
              <a:defRPr sz="1725" b="0">
                <a:solidFill>
                  <a:srgbClr val="5A6D70"/>
                </a:solidFill>
                <a:latin typeface="Avenir Next"/>
                <a:ea typeface="Avenir Next"/>
                <a:cs typeface="Avenir Next"/>
              </a:defRPr>
            </a:lvl8pPr>
            <a:lvl9pPr algn="l">
              <a:defRPr sz="1725" b="0">
                <a:solidFill>
                  <a:srgbClr val="5A6D70"/>
                </a:solidFill>
                <a:latin typeface="Avenir Next"/>
                <a:ea typeface="Avenir Next"/>
                <a:cs typeface="Avenir Next"/>
              </a:defRPr>
            </a:lvl9pPr>
          </a:lstStyle>
          <a:p xmlns:a="http://schemas.openxmlformats.org/drawingml/2006/main">
            <a:pPr algn="l">
              <a:defRPr sz="1725" b="0">
                <a:solidFill>
                  <a:srgbClr val="5A6D70"/>
                </a:solidFill>
                <a:latin typeface="Avenir Next"/>
                <a:ea typeface="Avenir Next"/>
                <a:cs typeface="Avenir Next"/>
              </a:defRPr>
            </a:pPr>
            <a:r>
              <a:rPr sz="1725" b="0">
                <a:solidFill>
                  <a:srgbClr val="5A6D70"/>
                </a:solidFill>
                <a:latin typeface="Avenir Next"/>
                <a:ea typeface="Avenir Next"/>
                <a:cs typeface="Avenir Next"/>
              </a:rPr>
              <a:t>Automatización de tareas</a:t>
            </a:r>
          </a:p>
          <a:p xmlns:a="http://schemas.openxmlformats.org/drawingml/2006/main">
            <a:pPr algn="l">
              <a:defRPr sz="1725" b="0">
                <a:solidFill>
                  <a:srgbClr val="5A6D70"/>
                </a:solidFill>
                <a:latin typeface="Avenir Next"/>
                <a:ea typeface="Avenir Next"/>
                <a:cs typeface="Avenir Next"/>
              </a:defRPr>
            </a:pPr>
            <a:r>
              <a:rPr sz="1725" b="0">
                <a:solidFill>
                  <a:srgbClr val="5A6D70"/>
                </a:solidFill>
                <a:latin typeface="Avenir Next"/>
                <a:ea typeface="Avenir Next"/>
                <a:cs typeface="Avenir Next"/>
              </a:rPr>
              <a:t>repetitivas desde RF 3.1</a:t>
            </a:r>
          </a:p>
        </p:txBody>
      </p:sp>
      <p:sp>
        <p:nvSpPr>
          <p:cNvPr id="19" name="">
            <a:extLst xmlns:a="http://schemas.openxmlformats.org/drawingml/2006/main">
              <a:ext uri="{FF2B5EF4-FFF2-40B4-BE49-F238E27FC236}">
                <a16:creationId xmlns:a16="http://schemas.microsoft.com/office/drawing/2014/main" id="{1E66ABAB-B21E-4133-B48C-28CAE3BFDAE8}"/>
              </a:ext>
            </a:extLst>
          </p:cNvPr>
          <p:cNvSpPr>
            <a:spLocks xmlns:a="http://schemas.openxmlformats.org/drawingml/2006/main" noGrp="1"/>
          </p:cNvSpPr>
          <p:nvPr/>
        </p:nvSpPr>
        <p:spPr>
          <a:xfrm xmlns:a="http://schemas.openxmlformats.org/drawingml/2006/main">
            <a:off x="8058150" y="2609850"/>
            <a:ext cx="2847975" cy="2505075"/>
          </a:xfrm>
          <a:prstGeom xmlns:a="http://schemas.openxmlformats.org/drawingml/2006/main" prst="roundRect">
            <a:avLst>
              <a:gd name="adj" fmla="val 3042"/>
            </a:avLst>
          </a:prstGeom>
          <a:solidFill xmlns:a="http://schemas.openxmlformats.org/drawingml/2006/main">
            <a:srgbClr val="DFF3E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3222A0F-5A7F-467E-88D1-9C1E1E71F6D8}"/>
              </a:ext>
            </a:extLst>
          </p:cNvPr>
          <p:cNvSpPr>
            <a:spLocks xmlns:a="http://schemas.openxmlformats.org/drawingml/2006/main" noGrp="1"/>
          </p:cNvSpPr>
          <p:nvPr/>
        </p:nvSpPr>
        <p:spPr>
          <a:xfrm xmlns:a="http://schemas.openxmlformats.org/drawingml/2006/main">
            <a:off x="8258175" y="2857500"/>
            <a:ext cx="666750" cy="523875"/>
          </a:xfrm>
          <a:prstGeom xmlns:a="http://schemas.openxmlformats.org/drawingml/2006/main" prst="roundRect">
            <a:avLst>
              <a:gd name="adj" fmla="val 14545"/>
            </a:avLst>
          </a:prstGeom>
          <a:solidFill xmlns:a="http://schemas.openxmlformats.org/drawingml/2006/main">
            <a:srgbClr val="11766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92D400D-3AF6-4609-84DE-8ED766A1A22D}"/>
              </a:ext>
            </a:extLst>
          </p:cNvPr>
          <p:cNvSpPr>
            <a:spLocks xmlns:a="http://schemas.openxmlformats.org/drawingml/2006/main" noGrp="1"/>
          </p:cNvSpPr>
          <p:nvPr/>
        </p:nvSpPr>
        <p:spPr>
          <a:xfrm xmlns:a="http://schemas.openxmlformats.org/drawingml/2006/main">
            <a:off x="8305800" y="2914650"/>
            <a:ext cx="571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03</a:t>
            </a:r>
          </a:p>
        </p:txBody>
      </p:sp>
      <p:sp>
        <p:nvSpPr>
          <p:cNvPr id="22" name="">
            <a:extLst xmlns:a="http://schemas.openxmlformats.org/drawingml/2006/main">
              <a:ext uri="{FF2B5EF4-FFF2-40B4-BE49-F238E27FC236}">
                <a16:creationId xmlns:a16="http://schemas.microsoft.com/office/drawing/2014/main" id="{7A042C38-CBC7-43BE-BCB8-C40576D20EE4}"/>
              </a:ext>
            </a:extLst>
          </p:cNvPr>
          <p:cNvSpPr>
            <a:spLocks xmlns:a="http://schemas.openxmlformats.org/drawingml/2006/main" noGrp="1"/>
          </p:cNvSpPr>
          <p:nvPr/>
        </p:nvSpPr>
        <p:spPr>
          <a:xfrm xmlns:a="http://schemas.openxmlformats.org/drawingml/2006/main">
            <a:off x="8248650" y="3476625"/>
            <a:ext cx="24669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22D32"/>
                </a:solidFill>
                <a:latin typeface="Avenir Next"/>
                <a:ea typeface="Avenir Next"/>
                <a:cs typeface="Avenir Next"/>
              </a:defRPr>
            </a:defPPr>
            <a:lvl1pPr algn="l">
              <a:defRPr sz="2175" b="1">
                <a:solidFill>
                  <a:srgbClr val="122D32"/>
                </a:solidFill>
                <a:latin typeface="Avenir Next"/>
                <a:ea typeface="Avenir Next"/>
                <a:cs typeface="Avenir Next"/>
              </a:defRPr>
            </a:lvl1pPr>
            <a:lvl2pPr algn="l">
              <a:defRPr sz="2175" b="1">
                <a:solidFill>
                  <a:srgbClr val="122D32"/>
                </a:solidFill>
                <a:latin typeface="Avenir Next"/>
                <a:ea typeface="Avenir Next"/>
                <a:cs typeface="Avenir Next"/>
              </a:defRPr>
            </a:lvl2pPr>
            <a:lvl3pPr algn="l">
              <a:defRPr sz="2175" b="1">
                <a:solidFill>
                  <a:srgbClr val="122D32"/>
                </a:solidFill>
                <a:latin typeface="Avenir Next"/>
                <a:ea typeface="Avenir Next"/>
                <a:cs typeface="Avenir Next"/>
              </a:defRPr>
            </a:lvl3pPr>
            <a:lvl4pPr algn="l">
              <a:defRPr sz="2175" b="1">
                <a:solidFill>
                  <a:srgbClr val="122D32"/>
                </a:solidFill>
                <a:latin typeface="Avenir Next"/>
                <a:ea typeface="Avenir Next"/>
                <a:cs typeface="Avenir Next"/>
              </a:defRPr>
            </a:lvl4pPr>
            <a:lvl5pPr algn="l">
              <a:defRPr sz="2175" b="1">
                <a:solidFill>
                  <a:srgbClr val="122D32"/>
                </a:solidFill>
                <a:latin typeface="Avenir Next"/>
                <a:ea typeface="Avenir Next"/>
                <a:cs typeface="Avenir Next"/>
              </a:defRPr>
            </a:lvl5pPr>
            <a:lvl6pPr algn="l">
              <a:defRPr sz="2175" b="1">
                <a:solidFill>
                  <a:srgbClr val="122D32"/>
                </a:solidFill>
                <a:latin typeface="Avenir Next"/>
                <a:ea typeface="Avenir Next"/>
                <a:cs typeface="Avenir Next"/>
              </a:defRPr>
            </a:lvl6pPr>
            <a:lvl7pPr algn="l">
              <a:defRPr sz="2175" b="1">
                <a:solidFill>
                  <a:srgbClr val="122D32"/>
                </a:solidFill>
                <a:latin typeface="Avenir Next"/>
                <a:ea typeface="Avenir Next"/>
                <a:cs typeface="Avenir Next"/>
              </a:defRPr>
            </a:lvl7pPr>
            <a:lvl8pPr algn="l">
              <a:defRPr sz="2175" b="1">
                <a:solidFill>
                  <a:srgbClr val="122D32"/>
                </a:solidFill>
                <a:latin typeface="Avenir Next"/>
                <a:ea typeface="Avenir Next"/>
                <a:cs typeface="Avenir Next"/>
              </a:defRPr>
            </a:lvl8pPr>
            <a:lvl9pPr algn="l">
              <a:defRPr sz="2175" b="1">
                <a:solidFill>
                  <a:srgbClr val="122D32"/>
                </a:solidFill>
                <a:latin typeface="Avenir Next"/>
                <a:ea typeface="Avenir Next"/>
                <a:cs typeface="Avenir Next"/>
              </a:defRPr>
            </a:lvl9pPr>
          </a:lstStyle>
          <a:p xmlns:a="http://schemas.openxmlformats.org/drawingml/2006/main">
            <a:pPr algn="l">
              <a:defRPr sz="2175" b="1">
                <a:solidFill>
                  <a:srgbClr val="122D32"/>
                </a:solidFill>
                <a:latin typeface="Avenir Next"/>
                <a:ea typeface="Avenir Next"/>
                <a:cs typeface="Avenir Next"/>
              </a:defRPr>
            </a:pPr>
            <a:r>
              <a:rPr sz="2175" b="1">
                <a:solidFill>
                  <a:srgbClr val="122D32"/>
                </a:solidFill>
                <a:latin typeface="Avenir Next"/>
                <a:ea typeface="Avenir Next"/>
                <a:cs typeface="Avenir Next"/>
              </a:rPr>
              <a:t>Web moderna</a:t>
            </a:r>
          </a:p>
        </p:txBody>
      </p:sp>
      <p:sp>
        <p:nvSpPr>
          <p:cNvPr id="23" name="">
            <a:extLst xmlns:a="http://schemas.openxmlformats.org/drawingml/2006/main">
              <a:ext uri="{FF2B5EF4-FFF2-40B4-BE49-F238E27FC236}">
                <a16:creationId xmlns:a16="http://schemas.microsoft.com/office/drawing/2014/main" id="{5EAF4422-30BF-46F9-B280-22F61A393AD7}"/>
              </a:ext>
            </a:extLst>
          </p:cNvPr>
          <p:cNvSpPr>
            <a:spLocks xmlns:a="http://schemas.openxmlformats.org/drawingml/2006/main" noGrp="1"/>
          </p:cNvSpPr>
          <p:nvPr/>
        </p:nvSpPr>
        <p:spPr>
          <a:xfrm xmlns:a="http://schemas.openxmlformats.org/drawingml/2006/main">
            <a:off x="8248650" y="4076700"/>
            <a:ext cx="2466975"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0">
                <a:solidFill>
                  <a:srgbClr val="5A6D70"/>
                </a:solidFill>
                <a:latin typeface="Avenir Next"/>
                <a:ea typeface="Avenir Next"/>
                <a:cs typeface="Avenir Next"/>
              </a:defRPr>
            </a:defPPr>
            <a:lvl1pPr algn="l">
              <a:defRPr sz="1725" b="0">
                <a:solidFill>
                  <a:srgbClr val="5A6D70"/>
                </a:solidFill>
                <a:latin typeface="Avenir Next"/>
                <a:ea typeface="Avenir Next"/>
                <a:cs typeface="Avenir Next"/>
              </a:defRPr>
            </a:lvl1pPr>
            <a:lvl2pPr algn="l">
              <a:defRPr sz="1725" b="0">
                <a:solidFill>
                  <a:srgbClr val="5A6D70"/>
                </a:solidFill>
                <a:latin typeface="Avenir Next"/>
                <a:ea typeface="Avenir Next"/>
                <a:cs typeface="Avenir Next"/>
              </a:defRPr>
            </a:lvl2pPr>
            <a:lvl3pPr algn="l">
              <a:defRPr sz="1725" b="0">
                <a:solidFill>
                  <a:srgbClr val="5A6D70"/>
                </a:solidFill>
                <a:latin typeface="Avenir Next"/>
                <a:ea typeface="Avenir Next"/>
                <a:cs typeface="Avenir Next"/>
              </a:defRPr>
            </a:lvl3pPr>
            <a:lvl4pPr algn="l">
              <a:defRPr sz="1725" b="0">
                <a:solidFill>
                  <a:srgbClr val="5A6D70"/>
                </a:solidFill>
                <a:latin typeface="Avenir Next"/>
                <a:ea typeface="Avenir Next"/>
                <a:cs typeface="Avenir Next"/>
              </a:defRPr>
            </a:lvl4pPr>
            <a:lvl5pPr algn="l">
              <a:defRPr sz="1725" b="0">
                <a:solidFill>
                  <a:srgbClr val="5A6D70"/>
                </a:solidFill>
                <a:latin typeface="Avenir Next"/>
                <a:ea typeface="Avenir Next"/>
                <a:cs typeface="Avenir Next"/>
              </a:defRPr>
            </a:lvl5pPr>
            <a:lvl6pPr algn="l">
              <a:defRPr sz="1725" b="0">
                <a:solidFill>
                  <a:srgbClr val="5A6D70"/>
                </a:solidFill>
                <a:latin typeface="Avenir Next"/>
                <a:ea typeface="Avenir Next"/>
                <a:cs typeface="Avenir Next"/>
              </a:defRPr>
            </a:lvl6pPr>
            <a:lvl7pPr algn="l">
              <a:defRPr sz="1725" b="0">
                <a:solidFill>
                  <a:srgbClr val="5A6D70"/>
                </a:solidFill>
                <a:latin typeface="Avenir Next"/>
                <a:ea typeface="Avenir Next"/>
                <a:cs typeface="Avenir Next"/>
              </a:defRPr>
            </a:lvl7pPr>
            <a:lvl8pPr algn="l">
              <a:defRPr sz="1725" b="0">
                <a:solidFill>
                  <a:srgbClr val="5A6D70"/>
                </a:solidFill>
                <a:latin typeface="Avenir Next"/>
                <a:ea typeface="Avenir Next"/>
                <a:cs typeface="Avenir Next"/>
              </a:defRPr>
            </a:lvl8pPr>
            <a:lvl9pPr algn="l">
              <a:defRPr sz="1725" b="0">
                <a:solidFill>
                  <a:srgbClr val="5A6D70"/>
                </a:solidFill>
                <a:latin typeface="Avenir Next"/>
                <a:ea typeface="Avenir Next"/>
                <a:cs typeface="Avenir Next"/>
              </a:defRPr>
            </a:lvl9pPr>
          </a:lstStyle>
          <a:p xmlns:a="http://schemas.openxmlformats.org/drawingml/2006/main">
            <a:pPr algn="l">
              <a:defRPr sz="1725" b="0">
                <a:solidFill>
                  <a:srgbClr val="5A6D70"/>
                </a:solidFill>
                <a:latin typeface="Avenir Next"/>
                <a:ea typeface="Avenir Next"/>
                <a:cs typeface="Avenir Next"/>
              </a:defRPr>
            </a:pPr>
            <a:r>
              <a:rPr sz="1725" b="0">
                <a:solidFill>
                  <a:srgbClr val="5A6D70"/>
                </a:solidFill>
                <a:latin typeface="Avenir Next"/>
                <a:ea typeface="Avenir Next"/>
                <a:cs typeface="Avenir Next"/>
              </a:rPr>
              <a:t>Browser Library + Playwright</a:t>
            </a:r>
          </a:p>
          <a:p xmlns:a="http://schemas.openxmlformats.org/drawingml/2006/main">
            <a:pPr algn="l">
              <a:defRPr sz="1725" b="0">
                <a:solidFill>
                  <a:srgbClr val="5A6D70"/>
                </a:solidFill>
                <a:latin typeface="Avenir Next"/>
                <a:ea typeface="Avenir Next"/>
                <a:cs typeface="Avenir Next"/>
              </a:defRPr>
            </a:pPr>
            <a:r>
              <a:rPr sz="1725" b="0">
                <a:solidFill>
                  <a:srgbClr val="5A6D70"/>
                </a:solidFill>
                <a:latin typeface="Avenir Next"/>
                <a:ea typeface="Avenir Next"/>
                <a:cs typeface="Avenir Next"/>
              </a:rPr>
              <a:t>controlan Chromium</a:t>
            </a:r>
          </a:p>
        </p:txBody>
      </p:sp>
      <p:sp>
        <p:nvSpPr>
          <p:cNvPr id="24" name="">
            <a:extLst xmlns:a="http://schemas.openxmlformats.org/drawingml/2006/main">
              <a:ext uri="{FF2B5EF4-FFF2-40B4-BE49-F238E27FC236}">
                <a16:creationId xmlns:a16="http://schemas.microsoft.com/office/drawing/2014/main" id="{9E3ED7E4-1385-4F40-8678-3C299F7BFBFA}"/>
              </a:ext>
            </a:extLst>
          </p:cNvPr>
          <p:cNvSpPr>
            <a:spLocks xmlns:a="http://schemas.openxmlformats.org/drawingml/2006/main" noGrp="1"/>
          </p:cNvSpPr>
          <p:nvPr/>
        </p:nvSpPr>
        <p:spPr>
          <a:xfrm xmlns:a="http://schemas.openxmlformats.org/drawingml/2006/main">
            <a:off x="1114425" y="5400675"/>
            <a:ext cx="99345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875" b="1">
                <a:solidFill>
                  <a:srgbClr val="11766E"/>
                </a:solidFill>
                <a:latin typeface="Avenir Next"/>
                <a:ea typeface="Avenir Next"/>
                <a:cs typeface="Avenir Next"/>
              </a:defRPr>
            </a:defPPr>
            <a:lvl1pPr algn="ctr">
              <a:defRPr sz="1875" b="1">
                <a:solidFill>
                  <a:srgbClr val="11766E"/>
                </a:solidFill>
                <a:latin typeface="Avenir Next"/>
                <a:ea typeface="Avenir Next"/>
                <a:cs typeface="Avenir Next"/>
              </a:defRPr>
            </a:lvl1pPr>
            <a:lvl2pPr algn="ctr">
              <a:defRPr sz="1875" b="1">
                <a:solidFill>
                  <a:srgbClr val="11766E"/>
                </a:solidFill>
                <a:latin typeface="Avenir Next"/>
                <a:ea typeface="Avenir Next"/>
                <a:cs typeface="Avenir Next"/>
              </a:defRPr>
            </a:lvl2pPr>
            <a:lvl3pPr algn="ctr">
              <a:defRPr sz="1875" b="1">
                <a:solidFill>
                  <a:srgbClr val="11766E"/>
                </a:solidFill>
                <a:latin typeface="Avenir Next"/>
                <a:ea typeface="Avenir Next"/>
                <a:cs typeface="Avenir Next"/>
              </a:defRPr>
            </a:lvl3pPr>
            <a:lvl4pPr algn="ctr">
              <a:defRPr sz="1875" b="1">
                <a:solidFill>
                  <a:srgbClr val="11766E"/>
                </a:solidFill>
                <a:latin typeface="Avenir Next"/>
                <a:ea typeface="Avenir Next"/>
                <a:cs typeface="Avenir Next"/>
              </a:defRPr>
            </a:lvl4pPr>
            <a:lvl5pPr algn="ctr">
              <a:defRPr sz="1875" b="1">
                <a:solidFill>
                  <a:srgbClr val="11766E"/>
                </a:solidFill>
                <a:latin typeface="Avenir Next"/>
                <a:ea typeface="Avenir Next"/>
                <a:cs typeface="Avenir Next"/>
              </a:defRPr>
            </a:lvl5pPr>
            <a:lvl6pPr algn="ctr">
              <a:defRPr sz="1875" b="1">
                <a:solidFill>
                  <a:srgbClr val="11766E"/>
                </a:solidFill>
                <a:latin typeface="Avenir Next"/>
                <a:ea typeface="Avenir Next"/>
                <a:cs typeface="Avenir Next"/>
              </a:defRPr>
            </a:lvl6pPr>
            <a:lvl7pPr algn="ctr">
              <a:defRPr sz="1875" b="1">
                <a:solidFill>
                  <a:srgbClr val="11766E"/>
                </a:solidFill>
                <a:latin typeface="Avenir Next"/>
                <a:ea typeface="Avenir Next"/>
                <a:cs typeface="Avenir Next"/>
              </a:defRPr>
            </a:lvl7pPr>
            <a:lvl8pPr algn="ctr">
              <a:defRPr sz="1875" b="1">
                <a:solidFill>
                  <a:srgbClr val="11766E"/>
                </a:solidFill>
                <a:latin typeface="Avenir Next"/>
                <a:ea typeface="Avenir Next"/>
                <a:cs typeface="Avenir Next"/>
              </a:defRPr>
            </a:lvl8pPr>
            <a:lvl9pPr algn="ctr">
              <a:defRPr sz="1875" b="1">
                <a:solidFill>
                  <a:srgbClr val="11766E"/>
                </a:solidFill>
                <a:latin typeface="Avenir Next"/>
                <a:ea typeface="Avenir Next"/>
                <a:cs typeface="Avenir Next"/>
              </a:defRPr>
            </a:lvl9pPr>
          </a:lstStyle>
          <a:p xmlns:a="http://schemas.openxmlformats.org/drawingml/2006/main">
            <a:pPr algn="ctr">
              <a:defRPr sz="1875" b="1">
                <a:solidFill>
                  <a:srgbClr val="11766E"/>
                </a:solidFill>
                <a:latin typeface="Avenir Next"/>
                <a:ea typeface="Avenir Next"/>
                <a:cs typeface="Avenir Next"/>
              </a:defRPr>
            </a:pPr>
            <a:r>
              <a:rPr sz="1875" b="1">
                <a:solidFill>
                  <a:srgbClr val="11766E"/>
                </a:solidFill>
                <a:latin typeface="Avenir Next"/>
                <a:ea typeface="Avenir Next"/>
                <a:cs typeface="Avenir Next"/>
              </a:rPr>
              <a:t>En esta entrega: Robot 7.5  +  Browser Library 20.6.0</a:t>
            </a:r>
          </a:p>
        </p:txBody>
      </p:sp>
    </p:spTree>
    <p:extLst>
      <p:ext uri="{BB962C8B-B14F-4D97-AF65-F5344CB8AC3E}">
        <p14:creationId xmlns:p14="http://schemas.microsoft.com/office/powerpoint/2010/main" val="1033300638"/>
      </p:ext>
    </p:extLst>
  </p:cSld>
</p:sld>
</file>

<file path=ppt/slides/slide4.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0236D65-70D7-49EB-868D-9FA6EC48A10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1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49C7535-299C-42AE-9E4E-8036A339BF07}"/>
              </a:ext>
            </a:extLst>
          </p:cNvPr>
          <p:cNvSpPr>
            <a:spLocks xmlns:a="http://schemas.openxmlformats.org/drawingml/2006/main" noGrp="1"/>
          </p:cNvSpPr>
          <p:nvPr/>
        </p:nvSpPr>
        <p:spPr>
          <a:xfrm xmlns:a="http://schemas.openxmlformats.org/drawingml/2006/main">
            <a:off x="523875" y="3238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766E"/>
                </a:solidFill>
                <a:latin typeface="Avenir Next"/>
                <a:ea typeface="Avenir Next"/>
                <a:cs typeface="Avenir Next"/>
              </a:defRPr>
            </a:defPPr>
            <a:lvl1pPr algn="l">
              <a:defRPr sz="1500" b="1">
                <a:solidFill>
                  <a:srgbClr val="11766E"/>
                </a:solidFill>
                <a:latin typeface="Avenir Next"/>
                <a:ea typeface="Avenir Next"/>
                <a:cs typeface="Avenir Next"/>
              </a:defRPr>
            </a:lvl1pPr>
            <a:lvl2pPr algn="l">
              <a:defRPr sz="1500" b="1">
                <a:solidFill>
                  <a:srgbClr val="11766E"/>
                </a:solidFill>
                <a:latin typeface="Avenir Next"/>
                <a:ea typeface="Avenir Next"/>
                <a:cs typeface="Avenir Next"/>
              </a:defRPr>
            </a:lvl2pPr>
            <a:lvl3pPr algn="l">
              <a:defRPr sz="1500" b="1">
                <a:solidFill>
                  <a:srgbClr val="11766E"/>
                </a:solidFill>
                <a:latin typeface="Avenir Next"/>
                <a:ea typeface="Avenir Next"/>
                <a:cs typeface="Avenir Next"/>
              </a:defRPr>
            </a:lvl3pPr>
            <a:lvl4pPr algn="l">
              <a:defRPr sz="1500" b="1">
                <a:solidFill>
                  <a:srgbClr val="11766E"/>
                </a:solidFill>
                <a:latin typeface="Avenir Next"/>
                <a:ea typeface="Avenir Next"/>
                <a:cs typeface="Avenir Next"/>
              </a:defRPr>
            </a:lvl4pPr>
            <a:lvl5pPr algn="l">
              <a:defRPr sz="1500" b="1">
                <a:solidFill>
                  <a:srgbClr val="11766E"/>
                </a:solidFill>
                <a:latin typeface="Avenir Next"/>
                <a:ea typeface="Avenir Next"/>
                <a:cs typeface="Avenir Next"/>
              </a:defRPr>
            </a:lvl5pPr>
            <a:lvl6pPr algn="l">
              <a:defRPr sz="1500" b="1">
                <a:solidFill>
                  <a:srgbClr val="11766E"/>
                </a:solidFill>
                <a:latin typeface="Avenir Next"/>
                <a:ea typeface="Avenir Next"/>
                <a:cs typeface="Avenir Next"/>
              </a:defRPr>
            </a:lvl6pPr>
            <a:lvl7pPr algn="l">
              <a:defRPr sz="1500" b="1">
                <a:solidFill>
                  <a:srgbClr val="11766E"/>
                </a:solidFill>
                <a:latin typeface="Avenir Next"/>
                <a:ea typeface="Avenir Next"/>
                <a:cs typeface="Avenir Next"/>
              </a:defRPr>
            </a:lvl7pPr>
            <a:lvl8pPr algn="l">
              <a:defRPr sz="1500" b="1">
                <a:solidFill>
                  <a:srgbClr val="11766E"/>
                </a:solidFill>
                <a:latin typeface="Avenir Next"/>
                <a:ea typeface="Avenir Next"/>
                <a:cs typeface="Avenir Next"/>
              </a:defRPr>
            </a:lvl8pPr>
            <a:lvl9pPr algn="l">
              <a:defRPr sz="1500" b="1">
                <a:solidFill>
                  <a:srgbClr val="11766E"/>
                </a:solidFill>
                <a:latin typeface="Avenir Next"/>
                <a:ea typeface="Avenir Next"/>
                <a:cs typeface="Avenir Next"/>
              </a:defRPr>
            </a:lvl9pPr>
          </a:lstStyle>
          <a:p xmlns:a="http://schemas.openxmlformats.org/drawingml/2006/main">
            <a:pPr algn="l">
              <a:defRPr sz="1500" b="1">
                <a:solidFill>
                  <a:srgbClr val="11766E"/>
                </a:solidFill>
                <a:latin typeface="Avenir Next"/>
                <a:ea typeface="Avenir Next"/>
                <a:cs typeface="Avenir Next"/>
              </a:defRPr>
            </a:pPr>
            <a:r>
              <a:rPr sz="1500" b="1">
                <a:solidFill>
                  <a:srgbClr val="11766E"/>
                </a:solidFill>
                <a:latin typeface="Avenir Next"/>
                <a:ea typeface="Avenir Next"/>
                <a:cs typeface="Avenir Next"/>
              </a:rPr>
              <a:t>04</a:t>
            </a:r>
          </a:p>
        </p:txBody>
      </p:sp>
      <p:sp>
        <p:nvSpPr>
          <p:cNvPr id="3" name="">
            <a:extLst xmlns:a="http://schemas.openxmlformats.org/drawingml/2006/main">
              <a:ext uri="{FF2B5EF4-FFF2-40B4-BE49-F238E27FC236}">
                <a16:creationId xmlns:a16="http://schemas.microsoft.com/office/drawing/2014/main" id="{DD101721-82B9-491B-974C-DD3A8530D695}"/>
              </a:ext>
            </a:extLst>
          </p:cNvPr>
          <p:cNvSpPr>
            <a:spLocks xmlns:a="http://schemas.openxmlformats.org/drawingml/2006/main" noGrp="1"/>
          </p:cNvSpPr>
          <p:nvPr/>
        </p:nvSpPr>
        <p:spPr>
          <a:xfrm xmlns:a="http://schemas.openxmlformats.org/drawingml/2006/main">
            <a:off x="1047750" y="3048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22D32"/>
                </a:solidFill>
                <a:latin typeface="Avenir Next"/>
                <a:ea typeface="Avenir Next"/>
                <a:cs typeface="Avenir Next"/>
              </a:defRPr>
            </a:defPPr>
            <a:lvl1pPr algn="l">
              <a:defRPr sz="3000" b="1">
                <a:solidFill>
                  <a:srgbClr val="122D32"/>
                </a:solidFill>
                <a:latin typeface="Avenir Next"/>
                <a:ea typeface="Avenir Next"/>
                <a:cs typeface="Avenir Next"/>
              </a:defRPr>
            </a:lvl1pPr>
            <a:lvl2pPr algn="l">
              <a:defRPr sz="3000" b="1">
                <a:solidFill>
                  <a:srgbClr val="122D32"/>
                </a:solidFill>
                <a:latin typeface="Avenir Next"/>
                <a:ea typeface="Avenir Next"/>
                <a:cs typeface="Avenir Next"/>
              </a:defRPr>
            </a:lvl2pPr>
            <a:lvl3pPr algn="l">
              <a:defRPr sz="3000" b="1">
                <a:solidFill>
                  <a:srgbClr val="122D32"/>
                </a:solidFill>
                <a:latin typeface="Avenir Next"/>
                <a:ea typeface="Avenir Next"/>
                <a:cs typeface="Avenir Next"/>
              </a:defRPr>
            </a:lvl3pPr>
            <a:lvl4pPr algn="l">
              <a:defRPr sz="3000" b="1">
                <a:solidFill>
                  <a:srgbClr val="122D32"/>
                </a:solidFill>
                <a:latin typeface="Avenir Next"/>
                <a:ea typeface="Avenir Next"/>
                <a:cs typeface="Avenir Next"/>
              </a:defRPr>
            </a:lvl4pPr>
            <a:lvl5pPr algn="l">
              <a:defRPr sz="3000" b="1">
                <a:solidFill>
                  <a:srgbClr val="122D32"/>
                </a:solidFill>
                <a:latin typeface="Avenir Next"/>
                <a:ea typeface="Avenir Next"/>
                <a:cs typeface="Avenir Next"/>
              </a:defRPr>
            </a:lvl5pPr>
            <a:lvl6pPr algn="l">
              <a:defRPr sz="3000" b="1">
                <a:solidFill>
                  <a:srgbClr val="122D32"/>
                </a:solidFill>
                <a:latin typeface="Avenir Next"/>
                <a:ea typeface="Avenir Next"/>
                <a:cs typeface="Avenir Next"/>
              </a:defRPr>
            </a:lvl6pPr>
            <a:lvl7pPr algn="l">
              <a:defRPr sz="3000" b="1">
                <a:solidFill>
                  <a:srgbClr val="122D32"/>
                </a:solidFill>
                <a:latin typeface="Avenir Next"/>
                <a:ea typeface="Avenir Next"/>
                <a:cs typeface="Avenir Next"/>
              </a:defRPr>
            </a:lvl7pPr>
            <a:lvl8pPr algn="l">
              <a:defRPr sz="3000" b="1">
                <a:solidFill>
                  <a:srgbClr val="122D32"/>
                </a:solidFill>
                <a:latin typeface="Avenir Next"/>
                <a:ea typeface="Avenir Next"/>
                <a:cs typeface="Avenir Next"/>
              </a:defRPr>
            </a:lvl8pPr>
            <a:lvl9pPr algn="l">
              <a:defRPr sz="3000" b="1">
                <a:solidFill>
                  <a:srgbClr val="122D32"/>
                </a:solidFill>
                <a:latin typeface="Avenir Next"/>
                <a:ea typeface="Avenir Next"/>
                <a:cs typeface="Avenir Next"/>
              </a:defRPr>
            </a:lvl9pPr>
          </a:lstStyle>
          <a:p xmlns:a="http://schemas.openxmlformats.org/drawingml/2006/main">
            <a:pPr algn="l">
              <a:defRPr sz="3000" b="1">
                <a:solidFill>
                  <a:srgbClr val="122D32"/>
                </a:solidFill>
                <a:latin typeface="Avenir Next"/>
                <a:ea typeface="Avenir Next"/>
                <a:cs typeface="Avenir Next"/>
              </a:defRPr>
            </a:pPr>
            <a:r>
              <a:rPr sz="3000" b="1">
                <a:solidFill>
                  <a:srgbClr val="122D32"/>
                </a:solidFill>
                <a:latin typeface="Avenir Next"/>
                <a:ea typeface="Avenir Next"/>
                <a:cs typeface="Avenir Next"/>
              </a:rPr>
              <a:t>Arquitectura en una mirada</a:t>
            </a:r>
          </a:p>
        </p:txBody>
      </p:sp>
      <p:sp>
        <p:nvSpPr>
          <p:cNvPr id="4" name="">
            <a:extLst xmlns:a="http://schemas.openxmlformats.org/drawingml/2006/main">
              <a:ext uri="{FF2B5EF4-FFF2-40B4-BE49-F238E27FC236}">
                <a16:creationId xmlns:a16="http://schemas.microsoft.com/office/drawing/2014/main" id="{C0F9CA33-2F03-47EF-BB47-2588C437BC99}"/>
              </a:ext>
            </a:extLst>
          </p:cNvPr>
          <p:cNvSpPr>
            <a:spLocks xmlns:a="http://schemas.openxmlformats.org/drawingml/2006/main" noGrp="1"/>
          </p:cNvSpPr>
          <p:nvPr/>
        </p:nvSpPr>
        <p:spPr>
          <a:xfrm xmlns:a="http://schemas.openxmlformats.org/drawingml/2006/main">
            <a:off x="561975" y="1019175"/>
            <a:ext cx="11001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A6D70"/>
                </a:solidFill>
                <a:latin typeface="Avenir Next"/>
                <a:ea typeface="Avenir Next"/>
                <a:cs typeface="Avenir Next"/>
              </a:defRPr>
            </a:defPPr>
            <a:lvl1pPr algn="l">
              <a:defRPr sz="1500" b="0">
                <a:solidFill>
                  <a:srgbClr val="5A6D70"/>
                </a:solidFill>
                <a:latin typeface="Avenir Next"/>
                <a:ea typeface="Avenir Next"/>
                <a:cs typeface="Avenir Next"/>
              </a:defRPr>
            </a:lvl1pPr>
            <a:lvl2pPr algn="l">
              <a:defRPr sz="1500" b="0">
                <a:solidFill>
                  <a:srgbClr val="5A6D70"/>
                </a:solidFill>
                <a:latin typeface="Avenir Next"/>
                <a:ea typeface="Avenir Next"/>
                <a:cs typeface="Avenir Next"/>
              </a:defRPr>
            </a:lvl2pPr>
            <a:lvl3pPr algn="l">
              <a:defRPr sz="1500" b="0">
                <a:solidFill>
                  <a:srgbClr val="5A6D70"/>
                </a:solidFill>
                <a:latin typeface="Avenir Next"/>
                <a:ea typeface="Avenir Next"/>
                <a:cs typeface="Avenir Next"/>
              </a:defRPr>
            </a:lvl3pPr>
            <a:lvl4pPr algn="l">
              <a:defRPr sz="1500" b="0">
                <a:solidFill>
                  <a:srgbClr val="5A6D70"/>
                </a:solidFill>
                <a:latin typeface="Avenir Next"/>
                <a:ea typeface="Avenir Next"/>
                <a:cs typeface="Avenir Next"/>
              </a:defRPr>
            </a:lvl4pPr>
            <a:lvl5pPr algn="l">
              <a:defRPr sz="1500" b="0">
                <a:solidFill>
                  <a:srgbClr val="5A6D70"/>
                </a:solidFill>
                <a:latin typeface="Avenir Next"/>
                <a:ea typeface="Avenir Next"/>
                <a:cs typeface="Avenir Next"/>
              </a:defRPr>
            </a:lvl5pPr>
            <a:lvl6pPr algn="l">
              <a:defRPr sz="1500" b="0">
                <a:solidFill>
                  <a:srgbClr val="5A6D70"/>
                </a:solidFill>
                <a:latin typeface="Avenir Next"/>
                <a:ea typeface="Avenir Next"/>
                <a:cs typeface="Avenir Next"/>
              </a:defRPr>
            </a:lvl6pPr>
            <a:lvl7pPr algn="l">
              <a:defRPr sz="1500" b="0">
                <a:solidFill>
                  <a:srgbClr val="5A6D70"/>
                </a:solidFill>
                <a:latin typeface="Avenir Next"/>
                <a:ea typeface="Avenir Next"/>
                <a:cs typeface="Avenir Next"/>
              </a:defRPr>
            </a:lvl7pPr>
            <a:lvl8pPr algn="l">
              <a:defRPr sz="1500" b="0">
                <a:solidFill>
                  <a:srgbClr val="5A6D70"/>
                </a:solidFill>
                <a:latin typeface="Avenir Next"/>
                <a:ea typeface="Avenir Next"/>
                <a:cs typeface="Avenir Next"/>
              </a:defRPr>
            </a:lvl8pPr>
            <a:lvl9pPr algn="l">
              <a:defRPr sz="1500" b="0">
                <a:solidFill>
                  <a:srgbClr val="5A6D70"/>
                </a:solidFill>
                <a:latin typeface="Avenir Next"/>
                <a:ea typeface="Avenir Next"/>
                <a:cs typeface="Avenir Next"/>
              </a:defRPr>
            </a:lvl9pPr>
          </a:lstStyle>
          <a:p xmlns:a="http://schemas.openxmlformats.org/drawingml/2006/main">
            <a:pPr algn="l">
              <a:defRPr sz="1500" b="0">
                <a:solidFill>
                  <a:srgbClr val="5A6D70"/>
                </a:solidFill>
                <a:latin typeface="Avenir Next"/>
                <a:ea typeface="Avenir Next"/>
                <a:cs typeface="Avenir Next"/>
              </a:defRPr>
            </a:pPr>
            <a:r>
              <a:rPr sz="1500" b="0">
                <a:solidFill>
                  <a:srgbClr val="5A6D70"/>
                </a:solidFill>
                <a:latin typeface="Avenir Next"/>
                <a:ea typeface="Avenir Next"/>
                <a:cs typeface="Avenir Next"/>
              </a:rPr>
              <a:t>La prueba describe el negocio; las capas inferiores operan el navegador.</a:t>
            </a:r>
          </a:p>
        </p:txBody>
      </p:sp>
      <p:sp>
        <p:nvSpPr>
          <p:cNvPr id="5" name="">
            <a:extLst xmlns:a="http://schemas.openxmlformats.org/drawingml/2006/main">
              <a:ext uri="{FF2B5EF4-FFF2-40B4-BE49-F238E27FC236}">
                <a16:creationId xmlns:a16="http://schemas.microsoft.com/office/drawing/2014/main" id="{62936362-4BDC-4DCE-9364-FD1DD7553347}"/>
              </a:ext>
            </a:extLst>
          </p:cNvPr>
          <p:cNvSpPr>
            <a:spLocks xmlns:a="http://schemas.openxmlformats.org/drawingml/2006/main" noGrp="1"/>
          </p:cNvSpPr>
          <p:nvPr/>
        </p:nvSpPr>
        <p:spPr>
          <a:xfrm xmlns:a="http://schemas.openxmlformats.org/drawingml/2006/main">
            <a:off x="561975" y="6257925"/>
            <a:ext cx="11068050" cy="19050"/>
          </a:xfrm>
          <a:prstGeom xmlns:a="http://schemas.openxmlformats.org/drawingml/2006/main" prst="rect">
            <a:avLst/>
          </a:prstGeom>
          <a:solidFill xmlns:a="http://schemas.openxmlformats.org/drawingml/2006/main">
            <a:srgbClr val="C9DCD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81EF791-EE5C-4547-A2B0-FFE2356AEE8E}"/>
              </a:ext>
            </a:extLst>
          </p:cNvPr>
          <p:cNvSpPr>
            <a:spLocks xmlns:a="http://schemas.openxmlformats.org/drawingml/2006/main" noGrp="1"/>
          </p:cNvSpPr>
          <p:nvPr/>
        </p:nvSpPr>
        <p:spPr>
          <a:xfrm xmlns:a="http://schemas.openxmlformats.org/drawingml/2006/main">
            <a:off x="561975" y="639127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A6D70"/>
                </a:solidFill>
                <a:latin typeface="Avenir Next"/>
                <a:ea typeface="Avenir Next"/>
                <a:cs typeface="Avenir Next"/>
              </a:defRPr>
            </a:defPPr>
            <a:lvl1pPr algn="l">
              <a:defRPr sz="975" b="1">
                <a:solidFill>
                  <a:srgbClr val="5A6D70"/>
                </a:solidFill>
                <a:latin typeface="Avenir Next"/>
                <a:ea typeface="Avenir Next"/>
                <a:cs typeface="Avenir Next"/>
              </a:defRPr>
            </a:lvl1pPr>
            <a:lvl2pPr algn="l">
              <a:defRPr sz="975" b="1">
                <a:solidFill>
                  <a:srgbClr val="5A6D70"/>
                </a:solidFill>
                <a:latin typeface="Avenir Next"/>
                <a:ea typeface="Avenir Next"/>
                <a:cs typeface="Avenir Next"/>
              </a:defRPr>
            </a:lvl2pPr>
            <a:lvl3pPr algn="l">
              <a:defRPr sz="975" b="1">
                <a:solidFill>
                  <a:srgbClr val="5A6D70"/>
                </a:solidFill>
                <a:latin typeface="Avenir Next"/>
                <a:ea typeface="Avenir Next"/>
                <a:cs typeface="Avenir Next"/>
              </a:defRPr>
            </a:lvl3pPr>
            <a:lvl4pPr algn="l">
              <a:defRPr sz="975" b="1">
                <a:solidFill>
                  <a:srgbClr val="5A6D70"/>
                </a:solidFill>
                <a:latin typeface="Avenir Next"/>
                <a:ea typeface="Avenir Next"/>
                <a:cs typeface="Avenir Next"/>
              </a:defRPr>
            </a:lvl4pPr>
            <a:lvl5pPr algn="l">
              <a:defRPr sz="975" b="1">
                <a:solidFill>
                  <a:srgbClr val="5A6D70"/>
                </a:solidFill>
                <a:latin typeface="Avenir Next"/>
                <a:ea typeface="Avenir Next"/>
                <a:cs typeface="Avenir Next"/>
              </a:defRPr>
            </a:lvl5pPr>
            <a:lvl6pPr algn="l">
              <a:defRPr sz="975" b="1">
                <a:solidFill>
                  <a:srgbClr val="5A6D70"/>
                </a:solidFill>
                <a:latin typeface="Avenir Next"/>
                <a:ea typeface="Avenir Next"/>
                <a:cs typeface="Avenir Next"/>
              </a:defRPr>
            </a:lvl6pPr>
            <a:lvl7pPr algn="l">
              <a:defRPr sz="975" b="1">
                <a:solidFill>
                  <a:srgbClr val="5A6D70"/>
                </a:solidFill>
                <a:latin typeface="Avenir Next"/>
                <a:ea typeface="Avenir Next"/>
                <a:cs typeface="Avenir Next"/>
              </a:defRPr>
            </a:lvl7pPr>
            <a:lvl8pPr algn="l">
              <a:defRPr sz="975" b="1">
                <a:solidFill>
                  <a:srgbClr val="5A6D70"/>
                </a:solidFill>
                <a:latin typeface="Avenir Next"/>
                <a:ea typeface="Avenir Next"/>
                <a:cs typeface="Avenir Next"/>
              </a:defRPr>
            </a:lvl8pPr>
            <a:lvl9pPr algn="l">
              <a:defRPr sz="975" b="1">
                <a:solidFill>
                  <a:srgbClr val="5A6D70"/>
                </a:solidFill>
                <a:latin typeface="Avenir Next"/>
                <a:ea typeface="Avenir Next"/>
                <a:cs typeface="Avenir Next"/>
              </a:defRPr>
            </a:lvl9pPr>
          </a:lstStyle>
          <a:p xmlns:a="http://schemas.openxmlformats.org/drawingml/2006/main">
            <a:pPr algn="l">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QOLQE  ×  ROBOT FRAMEWORK</a:t>
            </a:r>
          </a:p>
        </p:txBody>
      </p:sp>
      <p:sp>
        <p:nvSpPr>
          <p:cNvPr id="7" name="">
            <a:extLst xmlns:a="http://schemas.openxmlformats.org/drawingml/2006/main">
              <a:ext uri="{FF2B5EF4-FFF2-40B4-BE49-F238E27FC236}">
                <a16:creationId xmlns:a16="http://schemas.microsoft.com/office/drawing/2014/main" id="{F9C25A32-EEE0-42FC-BD06-22F980D1813E}"/>
              </a:ext>
            </a:extLst>
          </p:cNvPr>
          <p:cNvSpPr>
            <a:spLocks xmlns:a="http://schemas.openxmlformats.org/drawingml/2006/main" noGrp="1"/>
          </p:cNvSpPr>
          <p:nvPr/>
        </p:nvSpPr>
        <p:spPr>
          <a:xfrm xmlns:a="http://schemas.openxmlformats.org/drawingml/2006/main">
            <a:off x="9810750" y="6391275"/>
            <a:ext cx="1819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A6D70"/>
                </a:solidFill>
                <a:latin typeface="Avenir Next"/>
                <a:ea typeface="Avenir Next"/>
                <a:cs typeface="Avenir Next"/>
              </a:defRPr>
            </a:defPPr>
            <a:lvl1pPr algn="r">
              <a:defRPr sz="975" b="1">
                <a:solidFill>
                  <a:srgbClr val="5A6D70"/>
                </a:solidFill>
                <a:latin typeface="Avenir Next"/>
                <a:ea typeface="Avenir Next"/>
                <a:cs typeface="Avenir Next"/>
              </a:defRPr>
            </a:lvl1pPr>
            <a:lvl2pPr algn="r">
              <a:defRPr sz="975" b="1">
                <a:solidFill>
                  <a:srgbClr val="5A6D70"/>
                </a:solidFill>
                <a:latin typeface="Avenir Next"/>
                <a:ea typeface="Avenir Next"/>
                <a:cs typeface="Avenir Next"/>
              </a:defRPr>
            </a:lvl2pPr>
            <a:lvl3pPr algn="r">
              <a:defRPr sz="975" b="1">
                <a:solidFill>
                  <a:srgbClr val="5A6D70"/>
                </a:solidFill>
                <a:latin typeface="Avenir Next"/>
                <a:ea typeface="Avenir Next"/>
                <a:cs typeface="Avenir Next"/>
              </a:defRPr>
            </a:lvl3pPr>
            <a:lvl4pPr algn="r">
              <a:defRPr sz="975" b="1">
                <a:solidFill>
                  <a:srgbClr val="5A6D70"/>
                </a:solidFill>
                <a:latin typeface="Avenir Next"/>
                <a:ea typeface="Avenir Next"/>
                <a:cs typeface="Avenir Next"/>
              </a:defRPr>
            </a:lvl4pPr>
            <a:lvl5pPr algn="r">
              <a:defRPr sz="975" b="1">
                <a:solidFill>
                  <a:srgbClr val="5A6D70"/>
                </a:solidFill>
                <a:latin typeface="Avenir Next"/>
                <a:ea typeface="Avenir Next"/>
                <a:cs typeface="Avenir Next"/>
              </a:defRPr>
            </a:lvl5pPr>
            <a:lvl6pPr algn="r">
              <a:defRPr sz="975" b="1">
                <a:solidFill>
                  <a:srgbClr val="5A6D70"/>
                </a:solidFill>
                <a:latin typeface="Avenir Next"/>
                <a:ea typeface="Avenir Next"/>
                <a:cs typeface="Avenir Next"/>
              </a:defRPr>
            </a:lvl6pPr>
            <a:lvl7pPr algn="r">
              <a:defRPr sz="975" b="1">
                <a:solidFill>
                  <a:srgbClr val="5A6D70"/>
                </a:solidFill>
                <a:latin typeface="Avenir Next"/>
                <a:ea typeface="Avenir Next"/>
                <a:cs typeface="Avenir Next"/>
              </a:defRPr>
            </a:lvl7pPr>
            <a:lvl8pPr algn="r">
              <a:defRPr sz="975" b="1">
                <a:solidFill>
                  <a:srgbClr val="5A6D70"/>
                </a:solidFill>
                <a:latin typeface="Avenir Next"/>
                <a:ea typeface="Avenir Next"/>
                <a:cs typeface="Avenir Next"/>
              </a:defRPr>
            </a:lvl8pPr>
            <a:lvl9pPr algn="r">
              <a:defRPr sz="975" b="1">
                <a:solidFill>
                  <a:srgbClr val="5A6D70"/>
                </a:solidFill>
                <a:latin typeface="Avenir Next"/>
                <a:ea typeface="Avenir Next"/>
                <a:cs typeface="Avenir Next"/>
              </a:defRPr>
            </a:lvl9pPr>
          </a:lstStyle>
          <a:p xmlns:a="http://schemas.openxmlformats.org/drawingml/2006/main">
            <a:pPr algn="r">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GRUPO 4  ·  2026</a:t>
            </a:r>
          </a:p>
        </p:txBody>
      </p:sp>
      <p:sp>
        <p:nvSpPr>
          <p:cNvPr id="8" name="">
            <a:extLst xmlns:a="http://schemas.openxmlformats.org/drawingml/2006/main">
              <a:ext uri="{FF2B5EF4-FFF2-40B4-BE49-F238E27FC236}">
                <a16:creationId xmlns:a16="http://schemas.microsoft.com/office/drawing/2014/main" id="{C6D8014D-7E70-4DA5-A426-01B47E514D7C}"/>
              </a:ext>
            </a:extLst>
          </p:cNvPr>
          <p:cNvSpPr>
            <a:spLocks xmlns:a="http://schemas.openxmlformats.org/drawingml/2006/main" noGrp="1"/>
          </p:cNvSpPr>
          <p:nvPr/>
        </p:nvSpPr>
        <p:spPr>
          <a:xfrm xmlns:a="http://schemas.openxmlformats.org/drawingml/2006/main">
            <a:off x="552450" y="1752600"/>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0">
                <a:solidFill>
                  <a:srgbClr val="122D32"/>
                </a:solidFill>
                <a:latin typeface="Avenir Next"/>
                <a:ea typeface="Avenir Next"/>
                <a:cs typeface="Avenir Next"/>
              </a:defRPr>
            </a:defPPr>
            <a:lvl1pPr algn="l">
              <a:defRPr sz="1725" b="0">
                <a:solidFill>
                  <a:srgbClr val="122D32"/>
                </a:solidFill>
                <a:latin typeface="Avenir Next"/>
                <a:ea typeface="Avenir Next"/>
                <a:cs typeface="Avenir Next"/>
              </a:defRPr>
            </a:lvl1pPr>
            <a:lvl2pPr algn="l">
              <a:defRPr sz="1725" b="0">
                <a:solidFill>
                  <a:srgbClr val="122D32"/>
                </a:solidFill>
                <a:latin typeface="Avenir Next"/>
                <a:ea typeface="Avenir Next"/>
                <a:cs typeface="Avenir Next"/>
              </a:defRPr>
            </a:lvl2pPr>
            <a:lvl3pPr algn="l">
              <a:defRPr sz="1725" b="0">
                <a:solidFill>
                  <a:srgbClr val="122D32"/>
                </a:solidFill>
                <a:latin typeface="Avenir Next"/>
                <a:ea typeface="Avenir Next"/>
                <a:cs typeface="Avenir Next"/>
              </a:defRPr>
            </a:lvl3pPr>
            <a:lvl4pPr algn="l">
              <a:defRPr sz="1725" b="0">
                <a:solidFill>
                  <a:srgbClr val="122D32"/>
                </a:solidFill>
                <a:latin typeface="Avenir Next"/>
                <a:ea typeface="Avenir Next"/>
                <a:cs typeface="Avenir Next"/>
              </a:defRPr>
            </a:lvl4pPr>
            <a:lvl5pPr algn="l">
              <a:defRPr sz="1725" b="0">
                <a:solidFill>
                  <a:srgbClr val="122D32"/>
                </a:solidFill>
                <a:latin typeface="Avenir Next"/>
                <a:ea typeface="Avenir Next"/>
                <a:cs typeface="Avenir Next"/>
              </a:defRPr>
            </a:lvl5pPr>
            <a:lvl6pPr algn="l">
              <a:defRPr sz="1725" b="0">
                <a:solidFill>
                  <a:srgbClr val="122D32"/>
                </a:solidFill>
                <a:latin typeface="Avenir Next"/>
                <a:ea typeface="Avenir Next"/>
                <a:cs typeface="Avenir Next"/>
              </a:defRPr>
            </a:lvl6pPr>
            <a:lvl7pPr algn="l">
              <a:defRPr sz="1725" b="0">
                <a:solidFill>
                  <a:srgbClr val="122D32"/>
                </a:solidFill>
                <a:latin typeface="Avenir Next"/>
                <a:ea typeface="Avenir Next"/>
                <a:cs typeface="Avenir Next"/>
              </a:defRPr>
            </a:lvl7pPr>
            <a:lvl8pPr algn="l">
              <a:defRPr sz="1725" b="0">
                <a:solidFill>
                  <a:srgbClr val="122D32"/>
                </a:solidFill>
                <a:latin typeface="Avenir Next"/>
                <a:ea typeface="Avenir Next"/>
                <a:cs typeface="Avenir Next"/>
              </a:defRPr>
            </a:lvl8pPr>
            <a:lvl9pPr algn="l">
              <a:defRPr sz="1725" b="0">
                <a:solidFill>
                  <a:srgbClr val="122D32"/>
                </a:solidFill>
                <a:latin typeface="Avenir Next"/>
                <a:ea typeface="Avenir Next"/>
                <a:cs typeface="Avenir Next"/>
              </a:defRPr>
            </a:lvl9pPr>
          </a:lstStyle>
          <a:p xmlns:a="http://schemas.openxmlformats.org/drawingml/2006/main">
            <a:pPr algn="l">
              <a:defRPr sz="1725" b="0">
                <a:solidFill>
                  <a:srgbClr val="122D32"/>
                </a:solidFill>
                <a:latin typeface="Avenir Next"/>
                <a:ea typeface="Avenir Next"/>
                <a:cs typeface="Avenir Next"/>
              </a:defRPr>
            </a:pPr>
            <a:r>
              <a:rPr sz="1725" b="0">
                <a:solidFill>
                  <a:srgbClr val="122D32"/>
                </a:solidFill>
                <a:latin typeface="Avenir Next"/>
                <a:ea typeface="Avenir Next"/>
                <a:cs typeface="Avenir Next"/>
              </a:rPr>
              <a:t>El caso define qué esperamos; los recursos reúnen clics, campos, esperas y comprobaciones.</a:t>
            </a:r>
          </a:p>
        </p:txBody>
      </p:sp>
      <p:sp>
        <p:nvSpPr>
          <p:cNvPr id="9" name="">
            <a:extLst xmlns:a="http://schemas.openxmlformats.org/drawingml/2006/main">
              <a:ext uri="{FF2B5EF4-FFF2-40B4-BE49-F238E27FC236}">
                <a16:creationId xmlns:a16="http://schemas.microsoft.com/office/drawing/2014/main" id="{ECCDC931-A54A-41A0-856F-BC896CB40872}"/>
              </a:ext>
            </a:extLst>
          </p:cNvPr>
          <p:cNvSpPr>
            <a:spLocks xmlns:a="http://schemas.openxmlformats.org/drawingml/2006/main" noGrp="1"/>
          </p:cNvSpPr>
          <p:nvPr/>
        </p:nvSpPr>
        <p:spPr>
          <a:xfrm xmlns:a="http://schemas.openxmlformats.org/drawingml/2006/main">
            <a:off x="495300" y="2524125"/>
            <a:ext cx="1466850" cy="1314450"/>
          </a:xfrm>
          <a:prstGeom xmlns:a="http://schemas.openxmlformats.org/drawingml/2006/main" prst="roundRect">
            <a:avLst>
              <a:gd name="adj" fmla="val 5797"/>
            </a:avLst>
          </a:prstGeom>
          <a:solidFill xmlns:a="http://schemas.openxmlformats.org/drawingml/2006/main">
            <a:srgbClr val="DFF3E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E7F0857-7B6D-4CCA-9568-B71CA694197B}"/>
              </a:ext>
            </a:extLst>
          </p:cNvPr>
          <p:cNvSpPr>
            <a:spLocks xmlns:a="http://schemas.openxmlformats.org/drawingml/2006/main" noGrp="1"/>
          </p:cNvSpPr>
          <p:nvPr/>
        </p:nvSpPr>
        <p:spPr>
          <a:xfrm xmlns:a="http://schemas.openxmlformats.org/drawingml/2006/main">
            <a:off x="590550" y="2752725"/>
            <a:ext cx="1276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22D32"/>
                </a:solidFill>
                <a:latin typeface="Avenir Next"/>
                <a:ea typeface="Avenir Next"/>
                <a:cs typeface="Avenir Next"/>
              </a:defRPr>
            </a:defPPr>
            <a:lvl1pPr algn="ctr">
              <a:defRPr sz="1725" b="1">
                <a:solidFill>
                  <a:srgbClr val="122D32"/>
                </a:solidFill>
                <a:latin typeface="Avenir Next"/>
                <a:ea typeface="Avenir Next"/>
                <a:cs typeface="Avenir Next"/>
              </a:defRPr>
            </a:lvl1pPr>
            <a:lvl2pPr algn="ctr">
              <a:defRPr sz="1725" b="1">
                <a:solidFill>
                  <a:srgbClr val="122D32"/>
                </a:solidFill>
                <a:latin typeface="Avenir Next"/>
                <a:ea typeface="Avenir Next"/>
                <a:cs typeface="Avenir Next"/>
              </a:defRPr>
            </a:lvl2pPr>
            <a:lvl3pPr algn="ctr">
              <a:defRPr sz="1725" b="1">
                <a:solidFill>
                  <a:srgbClr val="122D32"/>
                </a:solidFill>
                <a:latin typeface="Avenir Next"/>
                <a:ea typeface="Avenir Next"/>
                <a:cs typeface="Avenir Next"/>
              </a:defRPr>
            </a:lvl3pPr>
            <a:lvl4pPr algn="ctr">
              <a:defRPr sz="1725" b="1">
                <a:solidFill>
                  <a:srgbClr val="122D32"/>
                </a:solidFill>
                <a:latin typeface="Avenir Next"/>
                <a:ea typeface="Avenir Next"/>
                <a:cs typeface="Avenir Next"/>
              </a:defRPr>
            </a:lvl4pPr>
            <a:lvl5pPr algn="ctr">
              <a:defRPr sz="1725" b="1">
                <a:solidFill>
                  <a:srgbClr val="122D32"/>
                </a:solidFill>
                <a:latin typeface="Avenir Next"/>
                <a:ea typeface="Avenir Next"/>
                <a:cs typeface="Avenir Next"/>
              </a:defRPr>
            </a:lvl5pPr>
            <a:lvl6pPr algn="ctr">
              <a:defRPr sz="1725" b="1">
                <a:solidFill>
                  <a:srgbClr val="122D32"/>
                </a:solidFill>
                <a:latin typeface="Avenir Next"/>
                <a:ea typeface="Avenir Next"/>
                <a:cs typeface="Avenir Next"/>
              </a:defRPr>
            </a:lvl6pPr>
            <a:lvl7pPr algn="ctr">
              <a:defRPr sz="1725" b="1">
                <a:solidFill>
                  <a:srgbClr val="122D32"/>
                </a:solidFill>
                <a:latin typeface="Avenir Next"/>
                <a:ea typeface="Avenir Next"/>
                <a:cs typeface="Avenir Next"/>
              </a:defRPr>
            </a:lvl7pPr>
            <a:lvl8pPr algn="ctr">
              <a:defRPr sz="1725" b="1">
                <a:solidFill>
                  <a:srgbClr val="122D32"/>
                </a:solidFill>
                <a:latin typeface="Avenir Next"/>
                <a:ea typeface="Avenir Next"/>
                <a:cs typeface="Avenir Next"/>
              </a:defRPr>
            </a:lvl8pPr>
            <a:lvl9pPr algn="ctr">
              <a:defRPr sz="1725" b="1">
                <a:solidFill>
                  <a:srgbClr val="122D32"/>
                </a:solidFill>
                <a:latin typeface="Avenir Next"/>
                <a:ea typeface="Avenir Next"/>
                <a:cs typeface="Avenir Next"/>
              </a:defRPr>
            </a:lvl9pPr>
          </a:lstStyle>
          <a:p xmlns:a="http://schemas.openxmlformats.org/drawingml/2006/main">
            <a:pPr algn="ctr">
              <a:defRPr sz="1725" b="1">
                <a:solidFill>
                  <a:srgbClr val="122D32"/>
                </a:solidFill>
                <a:latin typeface="Avenir Next"/>
                <a:ea typeface="Avenir Next"/>
                <a:cs typeface="Avenir Next"/>
              </a:defRPr>
            </a:pPr>
            <a:r>
              <a:rPr sz="1725" b="1">
                <a:solidFill>
                  <a:srgbClr val="122D32"/>
                </a:solidFill>
                <a:latin typeface="Avenir Next"/>
                <a:ea typeface="Avenir Next"/>
                <a:cs typeface="Avenir Next"/>
              </a:rPr>
              <a:t>Caso</a:t>
            </a:r>
          </a:p>
          <a:p xmlns:a="http://schemas.openxmlformats.org/drawingml/2006/main">
            <a:pPr algn="ctr">
              <a:defRPr sz="1725" b="1">
                <a:solidFill>
                  <a:srgbClr val="122D32"/>
                </a:solidFill>
                <a:latin typeface="Avenir Next"/>
                <a:ea typeface="Avenir Next"/>
                <a:cs typeface="Avenir Next"/>
              </a:defRPr>
            </a:pPr>
            <a:r>
              <a:rPr sz="1725" b="1">
                <a:solidFill>
                  <a:srgbClr val="122D32"/>
                </a:solidFill>
                <a:latin typeface="Avenir Next"/>
                <a:ea typeface="Avenir Next"/>
                <a:cs typeface="Avenir Next"/>
              </a:rPr>
              <a:t>.robot</a:t>
            </a:r>
          </a:p>
        </p:txBody>
      </p:sp>
      <p:sp>
        <p:nvSpPr>
          <p:cNvPr id="11" name="">
            <a:extLst xmlns:a="http://schemas.openxmlformats.org/drawingml/2006/main">
              <a:ext uri="{FF2B5EF4-FFF2-40B4-BE49-F238E27FC236}">
                <a16:creationId xmlns:a16="http://schemas.microsoft.com/office/drawing/2014/main" id="{44A1B51C-39B8-4194-B0CF-CAE5EBB9ED63}"/>
              </a:ext>
            </a:extLst>
          </p:cNvPr>
          <p:cNvSpPr>
            <a:spLocks xmlns:a="http://schemas.openxmlformats.org/drawingml/2006/main" noGrp="1"/>
          </p:cNvSpPr>
          <p:nvPr/>
        </p:nvSpPr>
        <p:spPr>
          <a:xfrm xmlns:a="http://schemas.openxmlformats.org/drawingml/2006/main">
            <a:off x="1962150" y="2924175"/>
            <a:ext cx="142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11766E"/>
                </a:solidFill>
                <a:latin typeface="Avenir Next"/>
                <a:ea typeface="Avenir Next"/>
                <a:cs typeface="Avenir Next"/>
              </a:defRPr>
            </a:defPPr>
            <a:lvl1pPr algn="ctr">
              <a:defRPr sz="1950" b="1">
                <a:solidFill>
                  <a:srgbClr val="11766E"/>
                </a:solidFill>
                <a:latin typeface="Avenir Next"/>
                <a:ea typeface="Avenir Next"/>
                <a:cs typeface="Avenir Next"/>
              </a:defRPr>
            </a:lvl1pPr>
            <a:lvl2pPr algn="ctr">
              <a:defRPr sz="1950" b="1">
                <a:solidFill>
                  <a:srgbClr val="11766E"/>
                </a:solidFill>
                <a:latin typeface="Avenir Next"/>
                <a:ea typeface="Avenir Next"/>
                <a:cs typeface="Avenir Next"/>
              </a:defRPr>
            </a:lvl2pPr>
            <a:lvl3pPr algn="ctr">
              <a:defRPr sz="1950" b="1">
                <a:solidFill>
                  <a:srgbClr val="11766E"/>
                </a:solidFill>
                <a:latin typeface="Avenir Next"/>
                <a:ea typeface="Avenir Next"/>
                <a:cs typeface="Avenir Next"/>
              </a:defRPr>
            </a:lvl3pPr>
            <a:lvl4pPr algn="ctr">
              <a:defRPr sz="1950" b="1">
                <a:solidFill>
                  <a:srgbClr val="11766E"/>
                </a:solidFill>
                <a:latin typeface="Avenir Next"/>
                <a:ea typeface="Avenir Next"/>
                <a:cs typeface="Avenir Next"/>
              </a:defRPr>
            </a:lvl4pPr>
            <a:lvl5pPr algn="ctr">
              <a:defRPr sz="1950" b="1">
                <a:solidFill>
                  <a:srgbClr val="11766E"/>
                </a:solidFill>
                <a:latin typeface="Avenir Next"/>
                <a:ea typeface="Avenir Next"/>
                <a:cs typeface="Avenir Next"/>
              </a:defRPr>
            </a:lvl5pPr>
            <a:lvl6pPr algn="ctr">
              <a:defRPr sz="1950" b="1">
                <a:solidFill>
                  <a:srgbClr val="11766E"/>
                </a:solidFill>
                <a:latin typeface="Avenir Next"/>
                <a:ea typeface="Avenir Next"/>
                <a:cs typeface="Avenir Next"/>
              </a:defRPr>
            </a:lvl6pPr>
            <a:lvl7pPr algn="ctr">
              <a:defRPr sz="1950" b="1">
                <a:solidFill>
                  <a:srgbClr val="11766E"/>
                </a:solidFill>
                <a:latin typeface="Avenir Next"/>
                <a:ea typeface="Avenir Next"/>
                <a:cs typeface="Avenir Next"/>
              </a:defRPr>
            </a:lvl7pPr>
            <a:lvl8pPr algn="ctr">
              <a:defRPr sz="1950" b="1">
                <a:solidFill>
                  <a:srgbClr val="11766E"/>
                </a:solidFill>
                <a:latin typeface="Avenir Next"/>
                <a:ea typeface="Avenir Next"/>
                <a:cs typeface="Avenir Next"/>
              </a:defRPr>
            </a:lvl8pPr>
            <a:lvl9pPr algn="ctr">
              <a:defRPr sz="1950" b="1">
                <a:solidFill>
                  <a:srgbClr val="11766E"/>
                </a:solidFill>
                <a:latin typeface="Avenir Next"/>
                <a:ea typeface="Avenir Next"/>
                <a:cs typeface="Avenir Next"/>
              </a:defRPr>
            </a:lvl9pPr>
          </a:lstStyle>
          <a:p xmlns:a="http://schemas.openxmlformats.org/drawingml/2006/main">
            <a:pPr algn="ctr">
              <a:defRPr sz="1950" b="1">
                <a:solidFill>
                  <a:srgbClr val="11766E"/>
                </a:solidFill>
                <a:latin typeface="Avenir Next"/>
                <a:ea typeface="Avenir Next"/>
                <a:cs typeface="Avenir Next"/>
              </a:defRPr>
            </a:pPr>
            <a:r>
              <a:rPr sz="1950" b="1">
                <a:solidFill>
                  <a:srgbClr val="11766E"/>
                </a:solidFill>
                <a:latin typeface="Avenir Next"/>
                <a:ea typeface="Avenir Next"/>
                <a:cs typeface="Avenir Next"/>
              </a:rPr>
              <a:t>→</a:t>
            </a:r>
          </a:p>
        </p:txBody>
      </p:sp>
      <p:sp>
        <p:nvSpPr>
          <p:cNvPr id="12" name="">
            <a:extLst xmlns:a="http://schemas.openxmlformats.org/drawingml/2006/main">
              <a:ext uri="{FF2B5EF4-FFF2-40B4-BE49-F238E27FC236}">
                <a16:creationId xmlns:a16="http://schemas.microsoft.com/office/drawing/2014/main" id="{04546DA1-2FB5-4042-9B22-B61BFD750C77}"/>
              </a:ext>
            </a:extLst>
          </p:cNvPr>
          <p:cNvSpPr>
            <a:spLocks xmlns:a="http://schemas.openxmlformats.org/drawingml/2006/main" noGrp="1"/>
          </p:cNvSpPr>
          <p:nvPr/>
        </p:nvSpPr>
        <p:spPr>
          <a:xfrm xmlns:a="http://schemas.openxmlformats.org/drawingml/2006/main">
            <a:off x="2105025" y="2524125"/>
            <a:ext cx="1466850" cy="1314450"/>
          </a:xfrm>
          <a:prstGeom xmlns:a="http://schemas.openxmlformats.org/drawingml/2006/main" prst="roundRect">
            <a:avLst>
              <a:gd name="adj" fmla="val 5797"/>
            </a:avLst>
          </a:prstGeom>
          <a:solidFill xmlns:a="http://schemas.openxmlformats.org/drawingml/2006/main">
            <a:srgbClr val="DFF3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44B7F39-BA00-4C7F-BB27-A77A9FE74DA1}"/>
              </a:ext>
            </a:extLst>
          </p:cNvPr>
          <p:cNvSpPr>
            <a:spLocks xmlns:a="http://schemas.openxmlformats.org/drawingml/2006/main" noGrp="1"/>
          </p:cNvSpPr>
          <p:nvPr/>
        </p:nvSpPr>
        <p:spPr>
          <a:xfrm xmlns:a="http://schemas.openxmlformats.org/drawingml/2006/main">
            <a:off x="2200275" y="2752725"/>
            <a:ext cx="1276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122D32"/>
                </a:solidFill>
                <a:latin typeface="Avenir Next"/>
                <a:ea typeface="Avenir Next"/>
                <a:cs typeface="Avenir Next"/>
              </a:defRPr>
            </a:defPPr>
            <a:lvl1pPr algn="ctr">
              <a:defRPr sz="1425" b="1">
                <a:solidFill>
                  <a:srgbClr val="122D32"/>
                </a:solidFill>
                <a:latin typeface="Avenir Next"/>
                <a:ea typeface="Avenir Next"/>
                <a:cs typeface="Avenir Next"/>
              </a:defRPr>
            </a:lvl1pPr>
            <a:lvl2pPr algn="ctr">
              <a:defRPr sz="1425" b="1">
                <a:solidFill>
                  <a:srgbClr val="122D32"/>
                </a:solidFill>
                <a:latin typeface="Avenir Next"/>
                <a:ea typeface="Avenir Next"/>
                <a:cs typeface="Avenir Next"/>
              </a:defRPr>
            </a:lvl2pPr>
            <a:lvl3pPr algn="ctr">
              <a:defRPr sz="1425" b="1">
                <a:solidFill>
                  <a:srgbClr val="122D32"/>
                </a:solidFill>
                <a:latin typeface="Avenir Next"/>
                <a:ea typeface="Avenir Next"/>
                <a:cs typeface="Avenir Next"/>
              </a:defRPr>
            </a:lvl3pPr>
            <a:lvl4pPr algn="ctr">
              <a:defRPr sz="1425" b="1">
                <a:solidFill>
                  <a:srgbClr val="122D32"/>
                </a:solidFill>
                <a:latin typeface="Avenir Next"/>
                <a:ea typeface="Avenir Next"/>
                <a:cs typeface="Avenir Next"/>
              </a:defRPr>
            </a:lvl4pPr>
            <a:lvl5pPr algn="ctr">
              <a:defRPr sz="1425" b="1">
                <a:solidFill>
                  <a:srgbClr val="122D32"/>
                </a:solidFill>
                <a:latin typeface="Avenir Next"/>
                <a:ea typeface="Avenir Next"/>
                <a:cs typeface="Avenir Next"/>
              </a:defRPr>
            </a:lvl5pPr>
            <a:lvl6pPr algn="ctr">
              <a:defRPr sz="1425" b="1">
                <a:solidFill>
                  <a:srgbClr val="122D32"/>
                </a:solidFill>
                <a:latin typeface="Avenir Next"/>
                <a:ea typeface="Avenir Next"/>
                <a:cs typeface="Avenir Next"/>
              </a:defRPr>
            </a:lvl6pPr>
            <a:lvl7pPr algn="ctr">
              <a:defRPr sz="1425" b="1">
                <a:solidFill>
                  <a:srgbClr val="122D32"/>
                </a:solidFill>
                <a:latin typeface="Avenir Next"/>
                <a:ea typeface="Avenir Next"/>
                <a:cs typeface="Avenir Next"/>
              </a:defRPr>
            </a:lvl7pPr>
            <a:lvl8pPr algn="ctr">
              <a:defRPr sz="1425" b="1">
                <a:solidFill>
                  <a:srgbClr val="122D32"/>
                </a:solidFill>
                <a:latin typeface="Avenir Next"/>
                <a:ea typeface="Avenir Next"/>
                <a:cs typeface="Avenir Next"/>
              </a:defRPr>
            </a:lvl8pPr>
            <a:lvl9pPr algn="ctr">
              <a:defRPr sz="1425" b="1">
                <a:solidFill>
                  <a:srgbClr val="122D32"/>
                </a:solidFill>
                <a:latin typeface="Avenir Next"/>
                <a:ea typeface="Avenir Next"/>
                <a:cs typeface="Avenir Next"/>
              </a:defRPr>
            </a:lvl9pPr>
          </a:lstStyle>
          <a:p xmlns:a="http://schemas.openxmlformats.org/drawingml/2006/main">
            <a:pPr algn="ctr">
              <a:defRPr sz="1425" b="1">
                <a:solidFill>
                  <a:srgbClr val="122D32"/>
                </a:solidFill>
                <a:latin typeface="Avenir Next"/>
                <a:ea typeface="Avenir Next"/>
                <a:cs typeface="Avenir Next"/>
              </a:defRPr>
            </a:pPr>
            <a:r>
              <a:rPr sz="1425" b="1">
                <a:solidFill>
                  <a:srgbClr val="122D32"/>
                </a:solidFill>
                <a:latin typeface="Avenir Next"/>
                <a:ea typeface="Avenir Next"/>
                <a:cs typeface="Avenir Next"/>
              </a:rPr>
              <a:t>Page Object</a:t>
            </a:r>
          </a:p>
          <a:p xmlns:a="http://schemas.openxmlformats.org/drawingml/2006/main">
            <a:pPr algn="ctr">
              <a:defRPr sz="1425" b="1">
                <a:solidFill>
                  <a:srgbClr val="122D32"/>
                </a:solidFill>
                <a:latin typeface="Avenir Next"/>
                <a:ea typeface="Avenir Next"/>
                <a:cs typeface="Avenir Next"/>
              </a:defRPr>
            </a:pPr>
            <a:r>
              <a:rPr sz="1425" b="1">
                <a:solidFill>
                  <a:srgbClr val="122D32"/>
                </a:solidFill>
                <a:latin typeface="Avenir Next"/>
                <a:ea typeface="Avenir Next"/>
                <a:cs typeface="Avenir Next"/>
              </a:rPr>
              <a:t>.resource</a:t>
            </a:r>
          </a:p>
        </p:txBody>
      </p:sp>
      <p:sp>
        <p:nvSpPr>
          <p:cNvPr id="14" name="">
            <a:extLst xmlns:a="http://schemas.openxmlformats.org/drawingml/2006/main">
              <a:ext uri="{FF2B5EF4-FFF2-40B4-BE49-F238E27FC236}">
                <a16:creationId xmlns:a16="http://schemas.microsoft.com/office/drawing/2014/main" id="{CD55D845-FA85-43C1-9FC9-F9A8D701CC8D}"/>
              </a:ext>
            </a:extLst>
          </p:cNvPr>
          <p:cNvSpPr>
            <a:spLocks xmlns:a="http://schemas.openxmlformats.org/drawingml/2006/main" noGrp="1"/>
          </p:cNvSpPr>
          <p:nvPr/>
        </p:nvSpPr>
        <p:spPr>
          <a:xfrm xmlns:a="http://schemas.openxmlformats.org/drawingml/2006/main">
            <a:off x="3571875" y="2924175"/>
            <a:ext cx="142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11766E"/>
                </a:solidFill>
                <a:latin typeface="Avenir Next"/>
                <a:ea typeface="Avenir Next"/>
                <a:cs typeface="Avenir Next"/>
              </a:defRPr>
            </a:defPPr>
            <a:lvl1pPr algn="ctr">
              <a:defRPr sz="1950" b="1">
                <a:solidFill>
                  <a:srgbClr val="11766E"/>
                </a:solidFill>
                <a:latin typeface="Avenir Next"/>
                <a:ea typeface="Avenir Next"/>
                <a:cs typeface="Avenir Next"/>
              </a:defRPr>
            </a:lvl1pPr>
            <a:lvl2pPr algn="ctr">
              <a:defRPr sz="1950" b="1">
                <a:solidFill>
                  <a:srgbClr val="11766E"/>
                </a:solidFill>
                <a:latin typeface="Avenir Next"/>
                <a:ea typeface="Avenir Next"/>
                <a:cs typeface="Avenir Next"/>
              </a:defRPr>
            </a:lvl2pPr>
            <a:lvl3pPr algn="ctr">
              <a:defRPr sz="1950" b="1">
                <a:solidFill>
                  <a:srgbClr val="11766E"/>
                </a:solidFill>
                <a:latin typeface="Avenir Next"/>
                <a:ea typeface="Avenir Next"/>
                <a:cs typeface="Avenir Next"/>
              </a:defRPr>
            </a:lvl3pPr>
            <a:lvl4pPr algn="ctr">
              <a:defRPr sz="1950" b="1">
                <a:solidFill>
                  <a:srgbClr val="11766E"/>
                </a:solidFill>
                <a:latin typeface="Avenir Next"/>
                <a:ea typeface="Avenir Next"/>
                <a:cs typeface="Avenir Next"/>
              </a:defRPr>
            </a:lvl4pPr>
            <a:lvl5pPr algn="ctr">
              <a:defRPr sz="1950" b="1">
                <a:solidFill>
                  <a:srgbClr val="11766E"/>
                </a:solidFill>
                <a:latin typeface="Avenir Next"/>
                <a:ea typeface="Avenir Next"/>
                <a:cs typeface="Avenir Next"/>
              </a:defRPr>
            </a:lvl5pPr>
            <a:lvl6pPr algn="ctr">
              <a:defRPr sz="1950" b="1">
                <a:solidFill>
                  <a:srgbClr val="11766E"/>
                </a:solidFill>
                <a:latin typeface="Avenir Next"/>
                <a:ea typeface="Avenir Next"/>
                <a:cs typeface="Avenir Next"/>
              </a:defRPr>
            </a:lvl6pPr>
            <a:lvl7pPr algn="ctr">
              <a:defRPr sz="1950" b="1">
                <a:solidFill>
                  <a:srgbClr val="11766E"/>
                </a:solidFill>
                <a:latin typeface="Avenir Next"/>
                <a:ea typeface="Avenir Next"/>
                <a:cs typeface="Avenir Next"/>
              </a:defRPr>
            </a:lvl7pPr>
            <a:lvl8pPr algn="ctr">
              <a:defRPr sz="1950" b="1">
                <a:solidFill>
                  <a:srgbClr val="11766E"/>
                </a:solidFill>
                <a:latin typeface="Avenir Next"/>
                <a:ea typeface="Avenir Next"/>
                <a:cs typeface="Avenir Next"/>
              </a:defRPr>
            </a:lvl8pPr>
            <a:lvl9pPr algn="ctr">
              <a:defRPr sz="1950" b="1">
                <a:solidFill>
                  <a:srgbClr val="11766E"/>
                </a:solidFill>
                <a:latin typeface="Avenir Next"/>
                <a:ea typeface="Avenir Next"/>
                <a:cs typeface="Avenir Next"/>
              </a:defRPr>
            </a:lvl9pPr>
          </a:lstStyle>
          <a:p xmlns:a="http://schemas.openxmlformats.org/drawingml/2006/main">
            <a:pPr algn="ctr">
              <a:defRPr sz="1950" b="1">
                <a:solidFill>
                  <a:srgbClr val="11766E"/>
                </a:solidFill>
                <a:latin typeface="Avenir Next"/>
                <a:ea typeface="Avenir Next"/>
                <a:cs typeface="Avenir Next"/>
              </a:defRPr>
            </a:pPr>
            <a:r>
              <a:rPr sz="1950" b="1">
                <a:solidFill>
                  <a:srgbClr val="11766E"/>
                </a:solidFill>
                <a:latin typeface="Avenir Next"/>
                <a:ea typeface="Avenir Next"/>
                <a:cs typeface="Avenir Next"/>
              </a:rPr>
              <a:t>→</a:t>
            </a:r>
          </a:p>
        </p:txBody>
      </p:sp>
      <p:sp>
        <p:nvSpPr>
          <p:cNvPr id="15" name="">
            <a:extLst xmlns:a="http://schemas.openxmlformats.org/drawingml/2006/main">
              <a:ext uri="{FF2B5EF4-FFF2-40B4-BE49-F238E27FC236}">
                <a16:creationId xmlns:a16="http://schemas.microsoft.com/office/drawing/2014/main" id="{D23A0D50-CFD4-43F8-A1A3-098A0DD57B89}"/>
              </a:ext>
            </a:extLst>
          </p:cNvPr>
          <p:cNvSpPr>
            <a:spLocks xmlns:a="http://schemas.openxmlformats.org/drawingml/2006/main" noGrp="1"/>
          </p:cNvSpPr>
          <p:nvPr/>
        </p:nvSpPr>
        <p:spPr>
          <a:xfrm xmlns:a="http://schemas.openxmlformats.org/drawingml/2006/main">
            <a:off x="3714750" y="2524125"/>
            <a:ext cx="146685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1ADD995-B468-4EF0-9655-14D4968A52EA}"/>
              </a:ext>
            </a:extLst>
          </p:cNvPr>
          <p:cNvSpPr>
            <a:spLocks xmlns:a="http://schemas.openxmlformats.org/drawingml/2006/main" noGrp="1"/>
          </p:cNvSpPr>
          <p:nvPr/>
        </p:nvSpPr>
        <p:spPr>
          <a:xfrm xmlns:a="http://schemas.openxmlformats.org/drawingml/2006/main">
            <a:off x="3810000" y="2752725"/>
            <a:ext cx="1276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22D32"/>
                </a:solidFill>
                <a:latin typeface="Avenir Next"/>
                <a:ea typeface="Avenir Next"/>
                <a:cs typeface="Avenir Next"/>
              </a:defRPr>
            </a:defPPr>
            <a:lvl1pPr algn="ctr">
              <a:defRPr sz="1725" b="1">
                <a:solidFill>
                  <a:srgbClr val="122D32"/>
                </a:solidFill>
                <a:latin typeface="Avenir Next"/>
                <a:ea typeface="Avenir Next"/>
                <a:cs typeface="Avenir Next"/>
              </a:defRPr>
            </a:lvl1pPr>
            <a:lvl2pPr algn="ctr">
              <a:defRPr sz="1725" b="1">
                <a:solidFill>
                  <a:srgbClr val="122D32"/>
                </a:solidFill>
                <a:latin typeface="Avenir Next"/>
                <a:ea typeface="Avenir Next"/>
                <a:cs typeface="Avenir Next"/>
              </a:defRPr>
            </a:lvl2pPr>
            <a:lvl3pPr algn="ctr">
              <a:defRPr sz="1725" b="1">
                <a:solidFill>
                  <a:srgbClr val="122D32"/>
                </a:solidFill>
                <a:latin typeface="Avenir Next"/>
                <a:ea typeface="Avenir Next"/>
                <a:cs typeface="Avenir Next"/>
              </a:defRPr>
            </a:lvl3pPr>
            <a:lvl4pPr algn="ctr">
              <a:defRPr sz="1725" b="1">
                <a:solidFill>
                  <a:srgbClr val="122D32"/>
                </a:solidFill>
                <a:latin typeface="Avenir Next"/>
                <a:ea typeface="Avenir Next"/>
                <a:cs typeface="Avenir Next"/>
              </a:defRPr>
            </a:lvl4pPr>
            <a:lvl5pPr algn="ctr">
              <a:defRPr sz="1725" b="1">
                <a:solidFill>
                  <a:srgbClr val="122D32"/>
                </a:solidFill>
                <a:latin typeface="Avenir Next"/>
                <a:ea typeface="Avenir Next"/>
                <a:cs typeface="Avenir Next"/>
              </a:defRPr>
            </a:lvl5pPr>
            <a:lvl6pPr algn="ctr">
              <a:defRPr sz="1725" b="1">
                <a:solidFill>
                  <a:srgbClr val="122D32"/>
                </a:solidFill>
                <a:latin typeface="Avenir Next"/>
                <a:ea typeface="Avenir Next"/>
                <a:cs typeface="Avenir Next"/>
              </a:defRPr>
            </a:lvl6pPr>
            <a:lvl7pPr algn="ctr">
              <a:defRPr sz="1725" b="1">
                <a:solidFill>
                  <a:srgbClr val="122D32"/>
                </a:solidFill>
                <a:latin typeface="Avenir Next"/>
                <a:ea typeface="Avenir Next"/>
                <a:cs typeface="Avenir Next"/>
              </a:defRPr>
            </a:lvl7pPr>
            <a:lvl8pPr algn="ctr">
              <a:defRPr sz="1725" b="1">
                <a:solidFill>
                  <a:srgbClr val="122D32"/>
                </a:solidFill>
                <a:latin typeface="Avenir Next"/>
                <a:ea typeface="Avenir Next"/>
                <a:cs typeface="Avenir Next"/>
              </a:defRPr>
            </a:lvl8pPr>
            <a:lvl9pPr algn="ctr">
              <a:defRPr sz="1725" b="1">
                <a:solidFill>
                  <a:srgbClr val="122D32"/>
                </a:solidFill>
                <a:latin typeface="Avenir Next"/>
                <a:ea typeface="Avenir Next"/>
                <a:cs typeface="Avenir Next"/>
              </a:defRPr>
            </a:lvl9pPr>
          </a:lstStyle>
          <a:p xmlns:a="http://schemas.openxmlformats.org/drawingml/2006/main">
            <a:pPr algn="ctr">
              <a:defRPr sz="1725" b="1">
                <a:solidFill>
                  <a:srgbClr val="122D32"/>
                </a:solidFill>
                <a:latin typeface="Avenir Next"/>
                <a:ea typeface="Avenir Next"/>
                <a:cs typeface="Avenir Next"/>
              </a:defRPr>
            </a:pPr>
            <a:r>
              <a:rPr sz="1725" b="1">
                <a:solidFill>
                  <a:srgbClr val="122D32"/>
                </a:solidFill>
                <a:latin typeface="Avenir Next"/>
                <a:ea typeface="Avenir Next"/>
                <a:cs typeface="Avenir Next"/>
              </a:rPr>
              <a:t>Motor</a:t>
            </a:r>
          </a:p>
          <a:p xmlns:a="http://schemas.openxmlformats.org/drawingml/2006/main">
            <a:pPr algn="ctr">
              <a:defRPr sz="1725" b="1">
                <a:solidFill>
                  <a:srgbClr val="122D32"/>
                </a:solidFill>
                <a:latin typeface="Avenir Next"/>
                <a:ea typeface="Avenir Next"/>
                <a:cs typeface="Avenir Next"/>
              </a:defRPr>
            </a:pPr>
            <a:r>
              <a:rPr sz="1725" b="1">
                <a:solidFill>
                  <a:srgbClr val="122D32"/>
                </a:solidFill>
                <a:latin typeface="Avenir Next"/>
                <a:ea typeface="Avenir Next"/>
                <a:cs typeface="Avenir Next"/>
              </a:rPr>
              <a:t>Robot</a:t>
            </a:r>
          </a:p>
        </p:txBody>
      </p:sp>
      <p:sp>
        <p:nvSpPr>
          <p:cNvPr id="17" name="">
            <a:extLst xmlns:a="http://schemas.openxmlformats.org/drawingml/2006/main">
              <a:ext uri="{FF2B5EF4-FFF2-40B4-BE49-F238E27FC236}">
                <a16:creationId xmlns:a16="http://schemas.microsoft.com/office/drawing/2014/main" id="{AAEB1D83-44FB-46C5-94BB-4448B9D281BA}"/>
              </a:ext>
            </a:extLst>
          </p:cNvPr>
          <p:cNvSpPr>
            <a:spLocks xmlns:a="http://schemas.openxmlformats.org/drawingml/2006/main" noGrp="1"/>
          </p:cNvSpPr>
          <p:nvPr/>
        </p:nvSpPr>
        <p:spPr>
          <a:xfrm xmlns:a="http://schemas.openxmlformats.org/drawingml/2006/main">
            <a:off x="5181600" y="2924175"/>
            <a:ext cx="142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11766E"/>
                </a:solidFill>
                <a:latin typeface="Avenir Next"/>
                <a:ea typeface="Avenir Next"/>
                <a:cs typeface="Avenir Next"/>
              </a:defRPr>
            </a:defPPr>
            <a:lvl1pPr algn="ctr">
              <a:defRPr sz="1950" b="1">
                <a:solidFill>
                  <a:srgbClr val="11766E"/>
                </a:solidFill>
                <a:latin typeface="Avenir Next"/>
                <a:ea typeface="Avenir Next"/>
                <a:cs typeface="Avenir Next"/>
              </a:defRPr>
            </a:lvl1pPr>
            <a:lvl2pPr algn="ctr">
              <a:defRPr sz="1950" b="1">
                <a:solidFill>
                  <a:srgbClr val="11766E"/>
                </a:solidFill>
                <a:latin typeface="Avenir Next"/>
                <a:ea typeface="Avenir Next"/>
                <a:cs typeface="Avenir Next"/>
              </a:defRPr>
            </a:lvl2pPr>
            <a:lvl3pPr algn="ctr">
              <a:defRPr sz="1950" b="1">
                <a:solidFill>
                  <a:srgbClr val="11766E"/>
                </a:solidFill>
                <a:latin typeface="Avenir Next"/>
                <a:ea typeface="Avenir Next"/>
                <a:cs typeface="Avenir Next"/>
              </a:defRPr>
            </a:lvl3pPr>
            <a:lvl4pPr algn="ctr">
              <a:defRPr sz="1950" b="1">
                <a:solidFill>
                  <a:srgbClr val="11766E"/>
                </a:solidFill>
                <a:latin typeface="Avenir Next"/>
                <a:ea typeface="Avenir Next"/>
                <a:cs typeface="Avenir Next"/>
              </a:defRPr>
            </a:lvl4pPr>
            <a:lvl5pPr algn="ctr">
              <a:defRPr sz="1950" b="1">
                <a:solidFill>
                  <a:srgbClr val="11766E"/>
                </a:solidFill>
                <a:latin typeface="Avenir Next"/>
                <a:ea typeface="Avenir Next"/>
                <a:cs typeface="Avenir Next"/>
              </a:defRPr>
            </a:lvl5pPr>
            <a:lvl6pPr algn="ctr">
              <a:defRPr sz="1950" b="1">
                <a:solidFill>
                  <a:srgbClr val="11766E"/>
                </a:solidFill>
                <a:latin typeface="Avenir Next"/>
                <a:ea typeface="Avenir Next"/>
                <a:cs typeface="Avenir Next"/>
              </a:defRPr>
            </a:lvl6pPr>
            <a:lvl7pPr algn="ctr">
              <a:defRPr sz="1950" b="1">
                <a:solidFill>
                  <a:srgbClr val="11766E"/>
                </a:solidFill>
                <a:latin typeface="Avenir Next"/>
                <a:ea typeface="Avenir Next"/>
                <a:cs typeface="Avenir Next"/>
              </a:defRPr>
            </a:lvl7pPr>
            <a:lvl8pPr algn="ctr">
              <a:defRPr sz="1950" b="1">
                <a:solidFill>
                  <a:srgbClr val="11766E"/>
                </a:solidFill>
                <a:latin typeface="Avenir Next"/>
                <a:ea typeface="Avenir Next"/>
                <a:cs typeface="Avenir Next"/>
              </a:defRPr>
            </a:lvl8pPr>
            <a:lvl9pPr algn="ctr">
              <a:defRPr sz="1950" b="1">
                <a:solidFill>
                  <a:srgbClr val="11766E"/>
                </a:solidFill>
                <a:latin typeface="Avenir Next"/>
                <a:ea typeface="Avenir Next"/>
                <a:cs typeface="Avenir Next"/>
              </a:defRPr>
            </a:lvl9pPr>
          </a:lstStyle>
          <a:p xmlns:a="http://schemas.openxmlformats.org/drawingml/2006/main">
            <a:pPr algn="ctr">
              <a:defRPr sz="1950" b="1">
                <a:solidFill>
                  <a:srgbClr val="11766E"/>
                </a:solidFill>
                <a:latin typeface="Avenir Next"/>
                <a:ea typeface="Avenir Next"/>
                <a:cs typeface="Avenir Next"/>
              </a:defRPr>
            </a:pPr>
            <a:r>
              <a:rPr sz="1950" b="1">
                <a:solidFill>
                  <a:srgbClr val="11766E"/>
                </a:solidFill>
                <a:latin typeface="Avenir Next"/>
                <a:ea typeface="Avenir Next"/>
                <a:cs typeface="Avenir Next"/>
              </a:rPr>
              <a:t>→</a:t>
            </a:r>
          </a:p>
        </p:txBody>
      </p:sp>
      <p:sp>
        <p:nvSpPr>
          <p:cNvPr id="18" name="">
            <a:extLst xmlns:a="http://schemas.openxmlformats.org/drawingml/2006/main">
              <a:ext uri="{FF2B5EF4-FFF2-40B4-BE49-F238E27FC236}">
                <a16:creationId xmlns:a16="http://schemas.microsoft.com/office/drawing/2014/main" id="{A5E30A52-9EC2-4F96-8AFC-70C5FE8B9638}"/>
              </a:ext>
            </a:extLst>
          </p:cNvPr>
          <p:cNvSpPr>
            <a:spLocks xmlns:a="http://schemas.openxmlformats.org/drawingml/2006/main" noGrp="1"/>
          </p:cNvSpPr>
          <p:nvPr/>
        </p:nvSpPr>
        <p:spPr>
          <a:xfrm xmlns:a="http://schemas.openxmlformats.org/drawingml/2006/main">
            <a:off x="5324475" y="2524125"/>
            <a:ext cx="146685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1E3C950-38FD-4DB8-AB34-95EE137E5BAC}"/>
              </a:ext>
            </a:extLst>
          </p:cNvPr>
          <p:cNvSpPr>
            <a:spLocks xmlns:a="http://schemas.openxmlformats.org/drawingml/2006/main" noGrp="1"/>
          </p:cNvSpPr>
          <p:nvPr/>
        </p:nvSpPr>
        <p:spPr>
          <a:xfrm xmlns:a="http://schemas.openxmlformats.org/drawingml/2006/main">
            <a:off x="5419725" y="2752725"/>
            <a:ext cx="1276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22D32"/>
                </a:solidFill>
                <a:latin typeface="Avenir Next"/>
                <a:ea typeface="Avenir Next"/>
                <a:cs typeface="Avenir Next"/>
              </a:defRPr>
            </a:defPPr>
            <a:lvl1pPr algn="ctr">
              <a:defRPr sz="1725" b="1">
                <a:solidFill>
                  <a:srgbClr val="122D32"/>
                </a:solidFill>
                <a:latin typeface="Avenir Next"/>
                <a:ea typeface="Avenir Next"/>
                <a:cs typeface="Avenir Next"/>
              </a:defRPr>
            </a:lvl1pPr>
            <a:lvl2pPr algn="ctr">
              <a:defRPr sz="1725" b="1">
                <a:solidFill>
                  <a:srgbClr val="122D32"/>
                </a:solidFill>
                <a:latin typeface="Avenir Next"/>
                <a:ea typeface="Avenir Next"/>
                <a:cs typeface="Avenir Next"/>
              </a:defRPr>
            </a:lvl2pPr>
            <a:lvl3pPr algn="ctr">
              <a:defRPr sz="1725" b="1">
                <a:solidFill>
                  <a:srgbClr val="122D32"/>
                </a:solidFill>
                <a:latin typeface="Avenir Next"/>
                <a:ea typeface="Avenir Next"/>
                <a:cs typeface="Avenir Next"/>
              </a:defRPr>
            </a:lvl3pPr>
            <a:lvl4pPr algn="ctr">
              <a:defRPr sz="1725" b="1">
                <a:solidFill>
                  <a:srgbClr val="122D32"/>
                </a:solidFill>
                <a:latin typeface="Avenir Next"/>
                <a:ea typeface="Avenir Next"/>
                <a:cs typeface="Avenir Next"/>
              </a:defRPr>
            </a:lvl4pPr>
            <a:lvl5pPr algn="ctr">
              <a:defRPr sz="1725" b="1">
                <a:solidFill>
                  <a:srgbClr val="122D32"/>
                </a:solidFill>
                <a:latin typeface="Avenir Next"/>
                <a:ea typeface="Avenir Next"/>
                <a:cs typeface="Avenir Next"/>
              </a:defRPr>
            </a:lvl5pPr>
            <a:lvl6pPr algn="ctr">
              <a:defRPr sz="1725" b="1">
                <a:solidFill>
                  <a:srgbClr val="122D32"/>
                </a:solidFill>
                <a:latin typeface="Avenir Next"/>
                <a:ea typeface="Avenir Next"/>
                <a:cs typeface="Avenir Next"/>
              </a:defRPr>
            </a:lvl6pPr>
            <a:lvl7pPr algn="ctr">
              <a:defRPr sz="1725" b="1">
                <a:solidFill>
                  <a:srgbClr val="122D32"/>
                </a:solidFill>
                <a:latin typeface="Avenir Next"/>
                <a:ea typeface="Avenir Next"/>
                <a:cs typeface="Avenir Next"/>
              </a:defRPr>
            </a:lvl7pPr>
            <a:lvl8pPr algn="ctr">
              <a:defRPr sz="1725" b="1">
                <a:solidFill>
                  <a:srgbClr val="122D32"/>
                </a:solidFill>
                <a:latin typeface="Avenir Next"/>
                <a:ea typeface="Avenir Next"/>
                <a:cs typeface="Avenir Next"/>
              </a:defRPr>
            </a:lvl8pPr>
            <a:lvl9pPr algn="ctr">
              <a:defRPr sz="1725" b="1">
                <a:solidFill>
                  <a:srgbClr val="122D32"/>
                </a:solidFill>
                <a:latin typeface="Avenir Next"/>
                <a:ea typeface="Avenir Next"/>
                <a:cs typeface="Avenir Next"/>
              </a:defRPr>
            </a:lvl9pPr>
          </a:lstStyle>
          <a:p xmlns:a="http://schemas.openxmlformats.org/drawingml/2006/main">
            <a:pPr algn="ctr">
              <a:defRPr sz="1725" b="1">
                <a:solidFill>
                  <a:srgbClr val="122D32"/>
                </a:solidFill>
                <a:latin typeface="Avenir Next"/>
                <a:ea typeface="Avenir Next"/>
                <a:cs typeface="Avenir Next"/>
              </a:defRPr>
            </a:pPr>
            <a:r>
              <a:rPr sz="1725" b="1">
                <a:solidFill>
                  <a:srgbClr val="122D32"/>
                </a:solidFill>
                <a:latin typeface="Avenir Next"/>
                <a:ea typeface="Avenir Next"/>
                <a:cs typeface="Avenir Next"/>
              </a:rPr>
              <a:t>Browser</a:t>
            </a:r>
          </a:p>
          <a:p xmlns:a="http://schemas.openxmlformats.org/drawingml/2006/main">
            <a:pPr algn="ctr">
              <a:defRPr sz="1725" b="1">
                <a:solidFill>
                  <a:srgbClr val="122D32"/>
                </a:solidFill>
                <a:latin typeface="Avenir Next"/>
                <a:ea typeface="Avenir Next"/>
                <a:cs typeface="Avenir Next"/>
              </a:defRPr>
            </a:pPr>
            <a:r>
              <a:rPr sz="1725" b="1">
                <a:solidFill>
                  <a:srgbClr val="122D32"/>
                </a:solidFill>
                <a:latin typeface="Avenir Next"/>
                <a:ea typeface="Avenir Next"/>
                <a:cs typeface="Avenir Next"/>
              </a:rPr>
              <a:t>Library</a:t>
            </a:r>
          </a:p>
        </p:txBody>
      </p:sp>
      <p:sp>
        <p:nvSpPr>
          <p:cNvPr id="20" name="">
            <a:extLst xmlns:a="http://schemas.openxmlformats.org/drawingml/2006/main">
              <a:ext uri="{FF2B5EF4-FFF2-40B4-BE49-F238E27FC236}">
                <a16:creationId xmlns:a16="http://schemas.microsoft.com/office/drawing/2014/main" id="{EBE08861-E698-4DA9-BE1F-E135EF3E5CAD}"/>
              </a:ext>
            </a:extLst>
          </p:cNvPr>
          <p:cNvSpPr>
            <a:spLocks xmlns:a="http://schemas.openxmlformats.org/drawingml/2006/main" noGrp="1"/>
          </p:cNvSpPr>
          <p:nvPr/>
        </p:nvSpPr>
        <p:spPr>
          <a:xfrm xmlns:a="http://schemas.openxmlformats.org/drawingml/2006/main">
            <a:off x="6791325" y="2924175"/>
            <a:ext cx="142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11766E"/>
                </a:solidFill>
                <a:latin typeface="Avenir Next"/>
                <a:ea typeface="Avenir Next"/>
                <a:cs typeface="Avenir Next"/>
              </a:defRPr>
            </a:defPPr>
            <a:lvl1pPr algn="ctr">
              <a:defRPr sz="1950" b="1">
                <a:solidFill>
                  <a:srgbClr val="11766E"/>
                </a:solidFill>
                <a:latin typeface="Avenir Next"/>
                <a:ea typeface="Avenir Next"/>
                <a:cs typeface="Avenir Next"/>
              </a:defRPr>
            </a:lvl1pPr>
            <a:lvl2pPr algn="ctr">
              <a:defRPr sz="1950" b="1">
                <a:solidFill>
                  <a:srgbClr val="11766E"/>
                </a:solidFill>
                <a:latin typeface="Avenir Next"/>
                <a:ea typeface="Avenir Next"/>
                <a:cs typeface="Avenir Next"/>
              </a:defRPr>
            </a:lvl2pPr>
            <a:lvl3pPr algn="ctr">
              <a:defRPr sz="1950" b="1">
                <a:solidFill>
                  <a:srgbClr val="11766E"/>
                </a:solidFill>
                <a:latin typeface="Avenir Next"/>
                <a:ea typeface="Avenir Next"/>
                <a:cs typeface="Avenir Next"/>
              </a:defRPr>
            </a:lvl3pPr>
            <a:lvl4pPr algn="ctr">
              <a:defRPr sz="1950" b="1">
                <a:solidFill>
                  <a:srgbClr val="11766E"/>
                </a:solidFill>
                <a:latin typeface="Avenir Next"/>
                <a:ea typeface="Avenir Next"/>
                <a:cs typeface="Avenir Next"/>
              </a:defRPr>
            </a:lvl4pPr>
            <a:lvl5pPr algn="ctr">
              <a:defRPr sz="1950" b="1">
                <a:solidFill>
                  <a:srgbClr val="11766E"/>
                </a:solidFill>
                <a:latin typeface="Avenir Next"/>
                <a:ea typeface="Avenir Next"/>
                <a:cs typeface="Avenir Next"/>
              </a:defRPr>
            </a:lvl5pPr>
            <a:lvl6pPr algn="ctr">
              <a:defRPr sz="1950" b="1">
                <a:solidFill>
                  <a:srgbClr val="11766E"/>
                </a:solidFill>
                <a:latin typeface="Avenir Next"/>
                <a:ea typeface="Avenir Next"/>
                <a:cs typeface="Avenir Next"/>
              </a:defRPr>
            </a:lvl6pPr>
            <a:lvl7pPr algn="ctr">
              <a:defRPr sz="1950" b="1">
                <a:solidFill>
                  <a:srgbClr val="11766E"/>
                </a:solidFill>
                <a:latin typeface="Avenir Next"/>
                <a:ea typeface="Avenir Next"/>
                <a:cs typeface="Avenir Next"/>
              </a:defRPr>
            </a:lvl7pPr>
            <a:lvl8pPr algn="ctr">
              <a:defRPr sz="1950" b="1">
                <a:solidFill>
                  <a:srgbClr val="11766E"/>
                </a:solidFill>
                <a:latin typeface="Avenir Next"/>
                <a:ea typeface="Avenir Next"/>
                <a:cs typeface="Avenir Next"/>
              </a:defRPr>
            </a:lvl8pPr>
            <a:lvl9pPr algn="ctr">
              <a:defRPr sz="1950" b="1">
                <a:solidFill>
                  <a:srgbClr val="11766E"/>
                </a:solidFill>
                <a:latin typeface="Avenir Next"/>
                <a:ea typeface="Avenir Next"/>
                <a:cs typeface="Avenir Next"/>
              </a:defRPr>
            </a:lvl9pPr>
          </a:lstStyle>
          <a:p xmlns:a="http://schemas.openxmlformats.org/drawingml/2006/main">
            <a:pPr algn="ctr">
              <a:defRPr sz="1950" b="1">
                <a:solidFill>
                  <a:srgbClr val="11766E"/>
                </a:solidFill>
                <a:latin typeface="Avenir Next"/>
                <a:ea typeface="Avenir Next"/>
                <a:cs typeface="Avenir Next"/>
              </a:defRPr>
            </a:pPr>
            <a:r>
              <a:rPr sz="1950" b="1">
                <a:solidFill>
                  <a:srgbClr val="11766E"/>
                </a:solidFill>
                <a:latin typeface="Avenir Next"/>
                <a:ea typeface="Avenir Next"/>
                <a:cs typeface="Avenir Next"/>
              </a:rPr>
              <a:t>→</a:t>
            </a:r>
          </a:p>
        </p:txBody>
      </p:sp>
      <p:sp>
        <p:nvSpPr>
          <p:cNvPr id="21" name="">
            <a:extLst xmlns:a="http://schemas.openxmlformats.org/drawingml/2006/main">
              <a:ext uri="{FF2B5EF4-FFF2-40B4-BE49-F238E27FC236}">
                <a16:creationId xmlns:a16="http://schemas.microsoft.com/office/drawing/2014/main" id="{3015F5BF-9187-4A2A-A6CD-D95EF1E56B55}"/>
              </a:ext>
            </a:extLst>
          </p:cNvPr>
          <p:cNvSpPr>
            <a:spLocks xmlns:a="http://schemas.openxmlformats.org/drawingml/2006/main" noGrp="1"/>
          </p:cNvSpPr>
          <p:nvPr/>
        </p:nvSpPr>
        <p:spPr>
          <a:xfrm xmlns:a="http://schemas.openxmlformats.org/drawingml/2006/main">
            <a:off x="6934200" y="2524125"/>
            <a:ext cx="146685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ED23430-5A14-428E-8A55-9C77B9F9C005}"/>
              </a:ext>
            </a:extLst>
          </p:cNvPr>
          <p:cNvSpPr>
            <a:spLocks xmlns:a="http://schemas.openxmlformats.org/drawingml/2006/main" noGrp="1"/>
          </p:cNvSpPr>
          <p:nvPr/>
        </p:nvSpPr>
        <p:spPr>
          <a:xfrm xmlns:a="http://schemas.openxmlformats.org/drawingml/2006/main">
            <a:off x="7029450" y="2752725"/>
            <a:ext cx="1276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122D32"/>
                </a:solidFill>
                <a:latin typeface="Avenir Next"/>
                <a:ea typeface="Avenir Next"/>
                <a:cs typeface="Avenir Next"/>
              </a:defRPr>
            </a:defPPr>
            <a:lvl1pPr algn="ctr">
              <a:defRPr sz="1425" b="1">
                <a:solidFill>
                  <a:srgbClr val="122D32"/>
                </a:solidFill>
                <a:latin typeface="Avenir Next"/>
                <a:ea typeface="Avenir Next"/>
                <a:cs typeface="Avenir Next"/>
              </a:defRPr>
            </a:lvl1pPr>
            <a:lvl2pPr algn="ctr">
              <a:defRPr sz="1425" b="1">
                <a:solidFill>
                  <a:srgbClr val="122D32"/>
                </a:solidFill>
                <a:latin typeface="Avenir Next"/>
                <a:ea typeface="Avenir Next"/>
                <a:cs typeface="Avenir Next"/>
              </a:defRPr>
            </a:lvl2pPr>
            <a:lvl3pPr algn="ctr">
              <a:defRPr sz="1425" b="1">
                <a:solidFill>
                  <a:srgbClr val="122D32"/>
                </a:solidFill>
                <a:latin typeface="Avenir Next"/>
                <a:ea typeface="Avenir Next"/>
                <a:cs typeface="Avenir Next"/>
              </a:defRPr>
            </a:lvl3pPr>
            <a:lvl4pPr algn="ctr">
              <a:defRPr sz="1425" b="1">
                <a:solidFill>
                  <a:srgbClr val="122D32"/>
                </a:solidFill>
                <a:latin typeface="Avenir Next"/>
                <a:ea typeface="Avenir Next"/>
                <a:cs typeface="Avenir Next"/>
              </a:defRPr>
            </a:lvl4pPr>
            <a:lvl5pPr algn="ctr">
              <a:defRPr sz="1425" b="1">
                <a:solidFill>
                  <a:srgbClr val="122D32"/>
                </a:solidFill>
                <a:latin typeface="Avenir Next"/>
                <a:ea typeface="Avenir Next"/>
                <a:cs typeface="Avenir Next"/>
              </a:defRPr>
            </a:lvl5pPr>
            <a:lvl6pPr algn="ctr">
              <a:defRPr sz="1425" b="1">
                <a:solidFill>
                  <a:srgbClr val="122D32"/>
                </a:solidFill>
                <a:latin typeface="Avenir Next"/>
                <a:ea typeface="Avenir Next"/>
                <a:cs typeface="Avenir Next"/>
              </a:defRPr>
            </a:lvl6pPr>
            <a:lvl7pPr algn="ctr">
              <a:defRPr sz="1425" b="1">
                <a:solidFill>
                  <a:srgbClr val="122D32"/>
                </a:solidFill>
                <a:latin typeface="Avenir Next"/>
                <a:ea typeface="Avenir Next"/>
                <a:cs typeface="Avenir Next"/>
              </a:defRPr>
            </a:lvl7pPr>
            <a:lvl8pPr algn="ctr">
              <a:defRPr sz="1425" b="1">
                <a:solidFill>
                  <a:srgbClr val="122D32"/>
                </a:solidFill>
                <a:latin typeface="Avenir Next"/>
                <a:ea typeface="Avenir Next"/>
                <a:cs typeface="Avenir Next"/>
              </a:defRPr>
            </a:lvl8pPr>
            <a:lvl9pPr algn="ctr">
              <a:defRPr sz="1425" b="1">
                <a:solidFill>
                  <a:srgbClr val="122D32"/>
                </a:solidFill>
                <a:latin typeface="Avenir Next"/>
                <a:ea typeface="Avenir Next"/>
                <a:cs typeface="Avenir Next"/>
              </a:defRPr>
            </a:lvl9pPr>
          </a:lstStyle>
          <a:p xmlns:a="http://schemas.openxmlformats.org/drawingml/2006/main">
            <a:pPr algn="ctr">
              <a:defRPr sz="1425" b="1">
                <a:solidFill>
                  <a:srgbClr val="122D32"/>
                </a:solidFill>
                <a:latin typeface="Avenir Next"/>
                <a:ea typeface="Avenir Next"/>
                <a:cs typeface="Avenir Next"/>
              </a:defRPr>
            </a:pPr>
            <a:r>
              <a:rPr sz="1425" b="1">
                <a:solidFill>
                  <a:srgbClr val="122D32"/>
                </a:solidFill>
                <a:latin typeface="Avenir Next"/>
                <a:ea typeface="Avenir Next"/>
                <a:cs typeface="Avenir Next"/>
              </a:rPr>
              <a:t>Playwright</a:t>
            </a:r>
          </a:p>
        </p:txBody>
      </p:sp>
      <p:sp>
        <p:nvSpPr>
          <p:cNvPr id="23" name="">
            <a:extLst xmlns:a="http://schemas.openxmlformats.org/drawingml/2006/main">
              <a:ext uri="{FF2B5EF4-FFF2-40B4-BE49-F238E27FC236}">
                <a16:creationId xmlns:a16="http://schemas.microsoft.com/office/drawing/2014/main" id="{8B5FD9E1-3A79-4EB7-AFDA-387A2EF44BA5}"/>
              </a:ext>
            </a:extLst>
          </p:cNvPr>
          <p:cNvSpPr>
            <a:spLocks xmlns:a="http://schemas.openxmlformats.org/drawingml/2006/main" noGrp="1"/>
          </p:cNvSpPr>
          <p:nvPr/>
        </p:nvSpPr>
        <p:spPr>
          <a:xfrm xmlns:a="http://schemas.openxmlformats.org/drawingml/2006/main">
            <a:off x="8401050" y="2924175"/>
            <a:ext cx="142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11766E"/>
                </a:solidFill>
                <a:latin typeface="Avenir Next"/>
                <a:ea typeface="Avenir Next"/>
                <a:cs typeface="Avenir Next"/>
              </a:defRPr>
            </a:defPPr>
            <a:lvl1pPr algn="ctr">
              <a:defRPr sz="1950" b="1">
                <a:solidFill>
                  <a:srgbClr val="11766E"/>
                </a:solidFill>
                <a:latin typeface="Avenir Next"/>
                <a:ea typeface="Avenir Next"/>
                <a:cs typeface="Avenir Next"/>
              </a:defRPr>
            </a:lvl1pPr>
            <a:lvl2pPr algn="ctr">
              <a:defRPr sz="1950" b="1">
                <a:solidFill>
                  <a:srgbClr val="11766E"/>
                </a:solidFill>
                <a:latin typeface="Avenir Next"/>
                <a:ea typeface="Avenir Next"/>
                <a:cs typeface="Avenir Next"/>
              </a:defRPr>
            </a:lvl2pPr>
            <a:lvl3pPr algn="ctr">
              <a:defRPr sz="1950" b="1">
                <a:solidFill>
                  <a:srgbClr val="11766E"/>
                </a:solidFill>
                <a:latin typeface="Avenir Next"/>
                <a:ea typeface="Avenir Next"/>
                <a:cs typeface="Avenir Next"/>
              </a:defRPr>
            </a:lvl3pPr>
            <a:lvl4pPr algn="ctr">
              <a:defRPr sz="1950" b="1">
                <a:solidFill>
                  <a:srgbClr val="11766E"/>
                </a:solidFill>
                <a:latin typeface="Avenir Next"/>
                <a:ea typeface="Avenir Next"/>
                <a:cs typeface="Avenir Next"/>
              </a:defRPr>
            </a:lvl4pPr>
            <a:lvl5pPr algn="ctr">
              <a:defRPr sz="1950" b="1">
                <a:solidFill>
                  <a:srgbClr val="11766E"/>
                </a:solidFill>
                <a:latin typeface="Avenir Next"/>
                <a:ea typeface="Avenir Next"/>
                <a:cs typeface="Avenir Next"/>
              </a:defRPr>
            </a:lvl5pPr>
            <a:lvl6pPr algn="ctr">
              <a:defRPr sz="1950" b="1">
                <a:solidFill>
                  <a:srgbClr val="11766E"/>
                </a:solidFill>
                <a:latin typeface="Avenir Next"/>
                <a:ea typeface="Avenir Next"/>
                <a:cs typeface="Avenir Next"/>
              </a:defRPr>
            </a:lvl6pPr>
            <a:lvl7pPr algn="ctr">
              <a:defRPr sz="1950" b="1">
                <a:solidFill>
                  <a:srgbClr val="11766E"/>
                </a:solidFill>
                <a:latin typeface="Avenir Next"/>
                <a:ea typeface="Avenir Next"/>
                <a:cs typeface="Avenir Next"/>
              </a:defRPr>
            </a:lvl7pPr>
            <a:lvl8pPr algn="ctr">
              <a:defRPr sz="1950" b="1">
                <a:solidFill>
                  <a:srgbClr val="11766E"/>
                </a:solidFill>
                <a:latin typeface="Avenir Next"/>
                <a:ea typeface="Avenir Next"/>
                <a:cs typeface="Avenir Next"/>
              </a:defRPr>
            </a:lvl8pPr>
            <a:lvl9pPr algn="ctr">
              <a:defRPr sz="1950" b="1">
                <a:solidFill>
                  <a:srgbClr val="11766E"/>
                </a:solidFill>
                <a:latin typeface="Avenir Next"/>
                <a:ea typeface="Avenir Next"/>
                <a:cs typeface="Avenir Next"/>
              </a:defRPr>
            </a:lvl9pPr>
          </a:lstStyle>
          <a:p xmlns:a="http://schemas.openxmlformats.org/drawingml/2006/main">
            <a:pPr algn="ctr">
              <a:defRPr sz="1950" b="1">
                <a:solidFill>
                  <a:srgbClr val="11766E"/>
                </a:solidFill>
                <a:latin typeface="Avenir Next"/>
                <a:ea typeface="Avenir Next"/>
                <a:cs typeface="Avenir Next"/>
              </a:defRPr>
            </a:pPr>
            <a:r>
              <a:rPr sz="1950" b="1">
                <a:solidFill>
                  <a:srgbClr val="11766E"/>
                </a:solidFill>
                <a:latin typeface="Avenir Next"/>
                <a:ea typeface="Avenir Next"/>
                <a:cs typeface="Avenir Next"/>
              </a:rPr>
              <a:t>→</a:t>
            </a:r>
          </a:p>
        </p:txBody>
      </p:sp>
      <p:sp>
        <p:nvSpPr>
          <p:cNvPr id="24" name="">
            <a:extLst xmlns:a="http://schemas.openxmlformats.org/drawingml/2006/main">
              <a:ext uri="{FF2B5EF4-FFF2-40B4-BE49-F238E27FC236}">
                <a16:creationId xmlns:a16="http://schemas.microsoft.com/office/drawing/2014/main" id="{E4801A35-D080-44EA-A291-7F1D5C2A4C22}"/>
              </a:ext>
            </a:extLst>
          </p:cNvPr>
          <p:cNvSpPr>
            <a:spLocks xmlns:a="http://schemas.openxmlformats.org/drawingml/2006/main" noGrp="1"/>
          </p:cNvSpPr>
          <p:nvPr/>
        </p:nvSpPr>
        <p:spPr>
          <a:xfrm xmlns:a="http://schemas.openxmlformats.org/drawingml/2006/main">
            <a:off x="8543925" y="2524125"/>
            <a:ext cx="1466850" cy="1314450"/>
          </a:xfrm>
          <a:prstGeom xmlns:a="http://schemas.openxmlformats.org/drawingml/2006/main" prst="roundRect">
            <a:avLst>
              <a:gd name="adj" fmla="val 5797"/>
            </a:avLst>
          </a:prstGeom>
          <a:solidFill xmlns:a="http://schemas.openxmlformats.org/drawingml/2006/main">
            <a:srgbClr val="FFFF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14D0224-B86F-4D9E-B46E-2D338C69D3FF}"/>
              </a:ext>
            </a:extLst>
          </p:cNvPr>
          <p:cNvSpPr>
            <a:spLocks xmlns:a="http://schemas.openxmlformats.org/drawingml/2006/main" noGrp="1"/>
          </p:cNvSpPr>
          <p:nvPr/>
        </p:nvSpPr>
        <p:spPr>
          <a:xfrm xmlns:a="http://schemas.openxmlformats.org/drawingml/2006/main">
            <a:off x="8639175" y="2752725"/>
            <a:ext cx="1276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122D32"/>
                </a:solidFill>
                <a:latin typeface="Avenir Next"/>
                <a:ea typeface="Avenir Next"/>
                <a:cs typeface="Avenir Next"/>
              </a:defRPr>
            </a:defPPr>
            <a:lvl1pPr algn="ctr">
              <a:defRPr sz="1425" b="1">
                <a:solidFill>
                  <a:srgbClr val="122D32"/>
                </a:solidFill>
                <a:latin typeface="Avenir Next"/>
                <a:ea typeface="Avenir Next"/>
                <a:cs typeface="Avenir Next"/>
              </a:defRPr>
            </a:lvl1pPr>
            <a:lvl2pPr algn="ctr">
              <a:defRPr sz="1425" b="1">
                <a:solidFill>
                  <a:srgbClr val="122D32"/>
                </a:solidFill>
                <a:latin typeface="Avenir Next"/>
                <a:ea typeface="Avenir Next"/>
                <a:cs typeface="Avenir Next"/>
              </a:defRPr>
            </a:lvl2pPr>
            <a:lvl3pPr algn="ctr">
              <a:defRPr sz="1425" b="1">
                <a:solidFill>
                  <a:srgbClr val="122D32"/>
                </a:solidFill>
                <a:latin typeface="Avenir Next"/>
                <a:ea typeface="Avenir Next"/>
                <a:cs typeface="Avenir Next"/>
              </a:defRPr>
            </a:lvl3pPr>
            <a:lvl4pPr algn="ctr">
              <a:defRPr sz="1425" b="1">
                <a:solidFill>
                  <a:srgbClr val="122D32"/>
                </a:solidFill>
                <a:latin typeface="Avenir Next"/>
                <a:ea typeface="Avenir Next"/>
                <a:cs typeface="Avenir Next"/>
              </a:defRPr>
            </a:lvl4pPr>
            <a:lvl5pPr algn="ctr">
              <a:defRPr sz="1425" b="1">
                <a:solidFill>
                  <a:srgbClr val="122D32"/>
                </a:solidFill>
                <a:latin typeface="Avenir Next"/>
                <a:ea typeface="Avenir Next"/>
                <a:cs typeface="Avenir Next"/>
              </a:defRPr>
            </a:lvl5pPr>
            <a:lvl6pPr algn="ctr">
              <a:defRPr sz="1425" b="1">
                <a:solidFill>
                  <a:srgbClr val="122D32"/>
                </a:solidFill>
                <a:latin typeface="Avenir Next"/>
                <a:ea typeface="Avenir Next"/>
                <a:cs typeface="Avenir Next"/>
              </a:defRPr>
            </a:lvl6pPr>
            <a:lvl7pPr algn="ctr">
              <a:defRPr sz="1425" b="1">
                <a:solidFill>
                  <a:srgbClr val="122D32"/>
                </a:solidFill>
                <a:latin typeface="Avenir Next"/>
                <a:ea typeface="Avenir Next"/>
                <a:cs typeface="Avenir Next"/>
              </a:defRPr>
            </a:lvl7pPr>
            <a:lvl8pPr algn="ctr">
              <a:defRPr sz="1425" b="1">
                <a:solidFill>
                  <a:srgbClr val="122D32"/>
                </a:solidFill>
                <a:latin typeface="Avenir Next"/>
                <a:ea typeface="Avenir Next"/>
                <a:cs typeface="Avenir Next"/>
              </a:defRPr>
            </a:lvl8pPr>
            <a:lvl9pPr algn="ctr">
              <a:defRPr sz="1425" b="1">
                <a:solidFill>
                  <a:srgbClr val="122D32"/>
                </a:solidFill>
                <a:latin typeface="Avenir Next"/>
                <a:ea typeface="Avenir Next"/>
                <a:cs typeface="Avenir Next"/>
              </a:defRPr>
            </a:lvl9pPr>
          </a:lstStyle>
          <a:p xmlns:a="http://schemas.openxmlformats.org/drawingml/2006/main">
            <a:pPr algn="ctr">
              <a:defRPr sz="1425" b="1">
                <a:solidFill>
                  <a:srgbClr val="122D32"/>
                </a:solidFill>
                <a:latin typeface="Avenir Next"/>
                <a:ea typeface="Avenir Next"/>
                <a:cs typeface="Avenir Next"/>
              </a:defRPr>
            </a:pPr>
            <a:r>
              <a:rPr sz="1425" b="1">
                <a:solidFill>
                  <a:srgbClr val="122D32"/>
                </a:solidFill>
                <a:latin typeface="Avenir Next"/>
                <a:ea typeface="Avenir Next"/>
                <a:cs typeface="Avenir Next"/>
              </a:rPr>
              <a:t>Chromium</a:t>
            </a:r>
          </a:p>
        </p:txBody>
      </p:sp>
      <p:sp>
        <p:nvSpPr>
          <p:cNvPr id="26" name="">
            <a:extLst xmlns:a="http://schemas.openxmlformats.org/drawingml/2006/main">
              <a:ext uri="{FF2B5EF4-FFF2-40B4-BE49-F238E27FC236}">
                <a16:creationId xmlns:a16="http://schemas.microsoft.com/office/drawing/2014/main" id="{0EEB670E-19D4-4FA7-AB97-93E1C876A752}"/>
              </a:ext>
            </a:extLst>
          </p:cNvPr>
          <p:cNvSpPr>
            <a:spLocks xmlns:a="http://schemas.openxmlformats.org/drawingml/2006/main" noGrp="1"/>
          </p:cNvSpPr>
          <p:nvPr/>
        </p:nvSpPr>
        <p:spPr>
          <a:xfrm xmlns:a="http://schemas.openxmlformats.org/drawingml/2006/main">
            <a:off x="10010775" y="2924175"/>
            <a:ext cx="142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11766E"/>
                </a:solidFill>
                <a:latin typeface="Avenir Next"/>
                <a:ea typeface="Avenir Next"/>
                <a:cs typeface="Avenir Next"/>
              </a:defRPr>
            </a:defPPr>
            <a:lvl1pPr algn="ctr">
              <a:defRPr sz="1950" b="1">
                <a:solidFill>
                  <a:srgbClr val="11766E"/>
                </a:solidFill>
                <a:latin typeface="Avenir Next"/>
                <a:ea typeface="Avenir Next"/>
                <a:cs typeface="Avenir Next"/>
              </a:defRPr>
            </a:lvl1pPr>
            <a:lvl2pPr algn="ctr">
              <a:defRPr sz="1950" b="1">
                <a:solidFill>
                  <a:srgbClr val="11766E"/>
                </a:solidFill>
                <a:latin typeface="Avenir Next"/>
                <a:ea typeface="Avenir Next"/>
                <a:cs typeface="Avenir Next"/>
              </a:defRPr>
            </a:lvl2pPr>
            <a:lvl3pPr algn="ctr">
              <a:defRPr sz="1950" b="1">
                <a:solidFill>
                  <a:srgbClr val="11766E"/>
                </a:solidFill>
                <a:latin typeface="Avenir Next"/>
                <a:ea typeface="Avenir Next"/>
                <a:cs typeface="Avenir Next"/>
              </a:defRPr>
            </a:lvl3pPr>
            <a:lvl4pPr algn="ctr">
              <a:defRPr sz="1950" b="1">
                <a:solidFill>
                  <a:srgbClr val="11766E"/>
                </a:solidFill>
                <a:latin typeface="Avenir Next"/>
                <a:ea typeface="Avenir Next"/>
                <a:cs typeface="Avenir Next"/>
              </a:defRPr>
            </a:lvl4pPr>
            <a:lvl5pPr algn="ctr">
              <a:defRPr sz="1950" b="1">
                <a:solidFill>
                  <a:srgbClr val="11766E"/>
                </a:solidFill>
                <a:latin typeface="Avenir Next"/>
                <a:ea typeface="Avenir Next"/>
                <a:cs typeface="Avenir Next"/>
              </a:defRPr>
            </a:lvl5pPr>
            <a:lvl6pPr algn="ctr">
              <a:defRPr sz="1950" b="1">
                <a:solidFill>
                  <a:srgbClr val="11766E"/>
                </a:solidFill>
                <a:latin typeface="Avenir Next"/>
                <a:ea typeface="Avenir Next"/>
                <a:cs typeface="Avenir Next"/>
              </a:defRPr>
            </a:lvl6pPr>
            <a:lvl7pPr algn="ctr">
              <a:defRPr sz="1950" b="1">
                <a:solidFill>
                  <a:srgbClr val="11766E"/>
                </a:solidFill>
                <a:latin typeface="Avenir Next"/>
                <a:ea typeface="Avenir Next"/>
                <a:cs typeface="Avenir Next"/>
              </a:defRPr>
            </a:lvl7pPr>
            <a:lvl8pPr algn="ctr">
              <a:defRPr sz="1950" b="1">
                <a:solidFill>
                  <a:srgbClr val="11766E"/>
                </a:solidFill>
                <a:latin typeface="Avenir Next"/>
                <a:ea typeface="Avenir Next"/>
                <a:cs typeface="Avenir Next"/>
              </a:defRPr>
            </a:lvl8pPr>
            <a:lvl9pPr algn="ctr">
              <a:defRPr sz="1950" b="1">
                <a:solidFill>
                  <a:srgbClr val="11766E"/>
                </a:solidFill>
                <a:latin typeface="Avenir Next"/>
                <a:ea typeface="Avenir Next"/>
                <a:cs typeface="Avenir Next"/>
              </a:defRPr>
            </a:lvl9pPr>
          </a:lstStyle>
          <a:p xmlns:a="http://schemas.openxmlformats.org/drawingml/2006/main">
            <a:pPr algn="ctr">
              <a:defRPr sz="1950" b="1">
                <a:solidFill>
                  <a:srgbClr val="11766E"/>
                </a:solidFill>
                <a:latin typeface="Avenir Next"/>
                <a:ea typeface="Avenir Next"/>
                <a:cs typeface="Avenir Next"/>
              </a:defRPr>
            </a:pPr>
            <a:r>
              <a:rPr sz="1950" b="1">
                <a:solidFill>
                  <a:srgbClr val="11766E"/>
                </a:solidFill>
                <a:latin typeface="Avenir Next"/>
                <a:ea typeface="Avenir Next"/>
                <a:cs typeface="Avenir Next"/>
              </a:rPr>
              <a:t>→</a:t>
            </a:r>
          </a:p>
        </p:txBody>
      </p:sp>
      <p:sp>
        <p:nvSpPr>
          <p:cNvPr id="27" name="">
            <a:extLst xmlns:a="http://schemas.openxmlformats.org/drawingml/2006/main">
              <a:ext uri="{FF2B5EF4-FFF2-40B4-BE49-F238E27FC236}">
                <a16:creationId xmlns:a16="http://schemas.microsoft.com/office/drawing/2014/main" id="{DD1CCA97-B5B9-4EC6-9F3D-9AA91506C982}"/>
              </a:ext>
            </a:extLst>
          </p:cNvPr>
          <p:cNvSpPr>
            <a:spLocks xmlns:a="http://schemas.openxmlformats.org/drawingml/2006/main" noGrp="1"/>
          </p:cNvSpPr>
          <p:nvPr/>
        </p:nvSpPr>
        <p:spPr>
          <a:xfrm xmlns:a="http://schemas.openxmlformats.org/drawingml/2006/main">
            <a:off x="10153650" y="2524125"/>
            <a:ext cx="1466850" cy="1314450"/>
          </a:xfrm>
          <a:prstGeom xmlns:a="http://schemas.openxmlformats.org/drawingml/2006/main" prst="roundRect">
            <a:avLst>
              <a:gd name="adj" fmla="val 5797"/>
            </a:avLst>
          </a:prstGeom>
          <a:solidFill xmlns:a="http://schemas.openxmlformats.org/drawingml/2006/main">
            <a:srgbClr val="1176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832300E-2B4C-4D63-850A-14D2230FA3DE}"/>
              </a:ext>
            </a:extLst>
          </p:cNvPr>
          <p:cNvSpPr>
            <a:spLocks xmlns:a="http://schemas.openxmlformats.org/drawingml/2006/main" noGrp="1"/>
          </p:cNvSpPr>
          <p:nvPr/>
        </p:nvSpPr>
        <p:spPr>
          <a:xfrm xmlns:a="http://schemas.openxmlformats.org/drawingml/2006/main">
            <a:off x="10248900" y="2752725"/>
            <a:ext cx="12763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FFFFFF"/>
                </a:solidFill>
                <a:latin typeface="Avenir Next"/>
                <a:ea typeface="Avenir Next"/>
                <a:cs typeface="Avenir Next"/>
              </a:defRPr>
            </a:defPPr>
            <a:lvl1pPr algn="ctr">
              <a:defRPr sz="1725" b="1">
                <a:solidFill>
                  <a:srgbClr val="FFFFFF"/>
                </a:solidFill>
                <a:latin typeface="Avenir Next"/>
                <a:ea typeface="Avenir Next"/>
                <a:cs typeface="Avenir Next"/>
              </a:defRPr>
            </a:lvl1pPr>
            <a:lvl2pPr algn="ctr">
              <a:defRPr sz="1725" b="1">
                <a:solidFill>
                  <a:srgbClr val="FFFFFF"/>
                </a:solidFill>
                <a:latin typeface="Avenir Next"/>
                <a:ea typeface="Avenir Next"/>
                <a:cs typeface="Avenir Next"/>
              </a:defRPr>
            </a:lvl2pPr>
            <a:lvl3pPr algn="ctr">
              <a:defRPr sz="1725" b="1">
                <a:solidFill>
                  <a:srgbClr val="FFFFFF"/>
                </a:solidFill>
                <a:latin typeface="Avenir Next"/>
                <a:ea typeface="Avenir Next"/>
                <a:cs typeface="Avenir Next"/>
              </a:defRPr>
            </a:lvl3pPr>
            <a:lvl4pPr algn="ctr">
              <a:defRPr sz="1725" b="1">
                <a:solidFill>
                  <a:srgbClr val="FFFFFF"/>
                </a:solidFill>
                <a:latin typeface="Avenir Next"/>
                <a:ea typeface="Avenir Next"/>
                <a:cs typeface="Avenir Next"/>
              </a:defRPr>
            </a:lvl4pPr>
            <a:lvl5pPr algn="ctr">
              <a:defRPr sz="1725" b="1">
                <a:solidFill>
                  <a:srgbClr val="FFFFFF"/>
                </a:solidFill>
                <a:latin typeface="Avenir Next"/>
                <a:ea typeface="Avenir Next"/>
                <a:cs typeface="Avenir Next"/>
              </a:defRPr>
            </a:lvl5pPr>
            <a:lvl6pPr algn="ctr">
              <a:defRPr sz="1725" b="1">
                <a:solidFill>
                  <a:srgbClr val="FFFFFF"/>
                </a:solidFill>
                <a:latin typeface="Avenir Next"/>
                <a:ea typeface="Avenir Next"/>
                <a:cs typeface="Avenir Next"/>
              </a:defRPr>
            </a:lvl6pPr>
            <a:lvl7pPr algn="ctr">
              <a:defRPr sz="1725" b="1">
                <a:solidFill>
                  <a:srgbClr val="FFFFFF"/>
                </a:solidFill>
                <a:latin typeface="Avenir Next"/>
                <a:ea typeface="Avenir Next"/>
                <a:cs typeface="Avenir Next"/>
              </a:defRPr>
            </a:lvl7pPr>
            <a:lvl8pPr algn="ctr">
              <a:defRPr sz="1725" b="1">
                <a:solidFill>
                  <a:srgbClr val="FFFFFF"/>
                </a:solidFill>
                <a:latin typeface="Avenir Next"/>
                <a:ea typeface="Avenir Next"/>
                <a:cs typeface="Avenir Next"/>
              </a:defRPr>
            </a:lvl8pPr>
            <a:lvl9pPr algn="ctr">
              <a:defRPr sz="1725" b="1">
                <a:solidFill>
                  <a:srgbClr val="FFFFFF"/>
                </a:solidFill>
                <a:latin typeface="Avenir Next"/>
                <a:ea typeface="Avenir Next"/>
                <a:cs typeface="Avenir Next"/>
              </a:defRPr>
            </a:lvl9pPr>
          </a:lstStyle>
          <a:p xmlns:a="http://schemas.openxmlformats.org/drawingml/2006/main">
            <a:pPr algn="ctr">
              <a:defRPr sz="1725" b="1">
                <a:solidFill>
                  <a:srgbClr val="FFFFFF"/>
                </a:solidFill>
                <a:latin typeface="Avenir Next"/>
                <a:ea typeface="Avenir Next"/>
                <a:cs typeface="Avenir Next"/>
              </a:defRPr>
            </a:pPr>
            <a:r>
              <a:rPr sz="1725" b="1">
                <a:solidFill>
                  <a:srgbClr val="FFFFFF"/>
                </a:solidFill>
                <a:latin typeface="Avenir Next"/>
                <a:ea typeface="Avenir Next"/>
                <a:cs typeface="Avenir Next"/>
              </a:rPr>
              <a:t>Qolqe</a:t>
            </a:r>
          </a:p>
        </p:txBody>
      </p:sp>
      <p:sp>
        <p:nvSpPr>
          <p:cNvPr id="29" name="">
            <a:extLst xmlns:a="http://schemas.openxmlformats.org/drawingml/2006/main">
              <a:ext uri="{FF2B5EF4-FFF2-40B4-BE49-F238E27FC236}">
                <a16:creationId xmlns:a16="http://schemas.microsoft.com/office/drawing/2014/main" id="{B8999E4F-31E0-4A4D-B6B0-C78680966771}"/>
              </a:ext>
            </a:extLst>
          </p:cNvPr>
          <p:cNvSpPr>
            <a:spLocks xmlns:a="http://schemas.openxmlformats.org/drawingml/2006/main" noGrp="1"/>
          </p:cNvSpPr>
          <p:nvPr/>
        </p:nvSpPr>
        <p:spPr>
          <a:xfrm xmlns:a="http://schemas.openxmlformats.org/drawingml/2006/main">
            <a:off x="495300" y="4162425"/>
            <a:ext cx="30765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1766E"/>
                </a:solidFill>
                <a:latin typeface="Avenir Next"/>
                <a:ea typeface="Avenir Next"/>
                <a:cs typeface="Avenir Next"/>
              </a:defRPr>
            </a:defPPr>
            <a:lvl1pPr algn="ctr">
              <a:defRPr sz="1650" b="1">
                <a:solidFill>
                  <a:srgbClr val="11766E"/>
                </a:solidFill>
                <a:latin typeface="Avenir Next"/>
                <a:ea typeface="Avenir Next"/>
                <a:cs typeface="Avenir Next"/>
              </a:defRPr>
            </a:lvl1pPr>
            <a:lvl2pPr algn="ctr">
              <a:defRPr sz="1650" b="1">
                <a:solidFill>
                  <a:srgbClr val="11766E"/>
                </a:solidFill>
                <a:latin typeface="Avenir Next"/>
                <a:ea typeface="Avenir Next"/>
                <a:cs typeface="Avenir Next"/>
              </a:defRPr>
            </a:lvl2pPr>
            <a:lvl3pPr algn="ctr">
              <a:defRPr sz="1650" b="1">
                <a:solidFill>
                  <a:srgbClr val="11766E"/>
                </a:solidFill>
                <a:latin typeface="Avenir Next"/>
                <a:ea typeface="Avenir Next"/>
                <a:cs typeface="Avenir Next"/>
              </a:defRPr>
            </a:lvl3pPr>
            <a:lvl4pPr algn="ctr">
              <a:defRPr sz="1650" b="1">
                <a:solidFill>
                  <a:srgbClr val="11766E"/>
                </a:solidFill>
                <a:latin typeface="Avenir Next"/>
                <a:ea typeface="Avenir Next"/>
                <a:cs typeface="Avenir Next"/>
              </a:defRPr>
            </a:lvl4pPr>
            <a:lvl5pPr algn="ctr">
              <a:defRPr sz="1650" b="1">
                <a:solidFill>
                  <a:srgbClr val="11766E"/>
                </a:solidFill>
                <a:latin typeface="Avenir Next"/>
                <a:ea typeface="Avenir Next"/>
                <a:cs typeface="Avenir Next"/>
              </a:defRPr>
            </a:lvl5pPr>
            <a:lvl6pPr algn="ctr">
              <a:defRPr sz="1650" b="1">
                <a:solidFill>
                  <a:srgbClr val="11766E"/>
                </a:solidFill>
                <a:latin typeface="Avenir Next"/>
                <a:ea typeface="Avenir Next"/>
                <a:cs typeface="Avenir Next"/>
              </a:defRPr>
            </a:lvl6pPr>
            <a:lvl7pPr algn="ctr">
              <a:defRPr sz="1650" b="1">
                <a:solidFill>
                  <a:srgbClr val="11766E"/>
                </a:solidFill>
                <a:latin typeface="Avenir Next"/>
                <a:ea typeface="Avenir Next"/>
                <a:cs typeface="Avenir Next"/>
              </a:defRPr>
            </a:lvl7pPr>
            <a:lvl8pPr algn="ctr">
              <a:defRPr sz="1650" b="1">
                <a:solidFill>
                  <a:srgbClr val="11766E"/>
                </a:solidFill>
                <a:latin typeface="Avenir Next"/>
                <a:ea typeface="Avenir Next"/>
                <a:cs typeface="Avenir Next"/>
              </a:defRPr>
            </a:lvl8pPr>
            <a:lvl9pPr algn="ctr">
              <a:defRPr sz="1650" b="1">
                <a:solidFill>
                  <a:srgbClr val="11766E"/>
                </a:solidFill>
                <a:latin typeface="Avenir Next"/>
                <a:ea typeface="Avenir Next"/>
                <a:cs typeface="Avenir Next"/>
              </a:defRPr>
            </a:lvl9pPr>
          </a:lstStyle>
          <a:p xmlns:a="http://schemas.openxmlformats.org/drawingml/2006/main">
            <a:pPr algn="ctr">
              <a:defRPr sz="1650" b="1">
                <a:solidFill>
                  <a:srgbClr val="11766E"/>
                </a:solidFill>
                <a:latin typeface="Avenir Next"/>
                <a:ea typeface="Avenir Next"/>
                <a:cs typeface="Avenir Next"/>
              </a:defRPr>
            </a:pPr>
            <a:r>
              <a:rPr sz="1650" b="1">
                <a:solidFill>
                  <a:srgbClr val="11766E"/>
                </a:solidFill>
                <a:latin typeface="Avenir Next"/>
                <a:ea typeface="Avenir Next"/>
                <a:cs typeface="Avenir Next"/>
              </a:rPr>
              <a:t>Qué probar</a:t>
            </a:r>
          </a:p>
        </p:txBody>
      </p:sp>
      <p:sp>
        <p:nvSpPr>
          <p:cNvPr id="30" name="">
            <a:extLst xmlns:a="http://schemas.openxmlformats.org/drawingml/2006/main">
              <a:ext uri="{FF2B5EF4-FFF2-40B4-BE49-F238E27FC236}">
                <a16:creationId xmlns:a16="http://schemas.microsoft.com/office/drawing/2014/main" id="{256AD27F-698D-4C07-BD19-05D217FBEDEF}"/>
              </a:ext>
            </a:extLst>
          </p:cNvPr>
          <p:cNvSpPr>
            <a:spLocks xmlns:a="http://schemas.openxmlformats.org/drawingml/2006/main" noGrp="1"/>
          </p:cNvSpPr>
          <p:nvPr/>
        </p:nvSpPr>
        <p:spPr>
          <a:xfrm xmlns:a="http://schemas.openxmlformats.org/drawingml/2006/main">
            <a:off x="3714750" y="4162425"/>
            <a:ext cx="46863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1766E"/>
                </a:solidFill>
                <a:latin typeface="Avenir Next"/>
                <a:ea typeface="Avenir Next"/>
                <a:cs typeface="Avenir Next"/>
              </a:defRPr>
            </a:defPPr>
            <a:lvl1pPr algn="ctr">
              <a:defRPr sz="1650" b="1">
                <a:solidFill>
                  <a:srgbClr val="11766E"/>
                </a:solidFill>
                <a:latin typeface="Avenir Next"/>
                <a:ea typeface="Avenir Next"/>
                <a:cs typeface="Avenir Next"/>
              </a:defRPr>
            </a:lvl1pPr>
            <a:lvl2pPr algn="ctr">
              <a:defRPr sz="1650" b="1">
                <a:solidFill>
                  <a:srgbClr val="11766E"/>
                </a:solidFill>
                <a:latin typeface="Avenir Next"/>
                <a:ea typeface="Avenir Next"/>
                <a:cs typeface="Avenir Next"/>
              </a:defRPr>
            </a:lvl2pPr>
            <a:lvl3pPr algn="ctr">
              <a:defRPr sz="1650" b="1">
                <a:solidFill>
                  <a:srgbClr val="11766E"/>
                </a:solidFill>
                <a:latin typeface="Avenir Next"/>
                <a:ea typeface="Avenir Next"/>
                <a:cs typeface="Avenir Next"/>
              </a:defRPr>
            </a:lvl3pPr>
            <a:lvl4pPr algn="ctr">
              <a:defRPr sz="1650" b="1">
                <a:solidFill>
                  <a:srgbClr val="11766E"/>
                </a:solidFill>
                <a:latin typeface="Avenir Next"/>
                <a:ea typeface="Avenir Next"/>
                <a:cs typeface="Avenir Next"/>
              </a:defRPr>
            </a:lvl4pPr>
            <a:lvl5pPr algn="ctr">
              <a:defRPr sz="1650" b="1">
                <a:solidFill>
                  <a:srgbClr val="11766E"/>
                </a:solidFill>
                <a:latin typeface="Avenir Next"/>
                <a:ea typeface="Avenir Next"/>
                <a:cs typeface="Avenir Next"/>
              </a:defRPr>
            </a:lvl5pPr>
            <a:lvl6pPr algn="ctr">
              <a:defRPr sz="1650" b="1">
                <a:solidFill>
                  <a:srgbClr val="11766E"/>
                </a:solidFill>
                <a:latin typeface="Avenir Next"/>
                <a:ea typeface="Avenir Next"/>
                <a:cs typeface="Avenir Next"/>
              </a:defRPr>
            </a:lvl6pPr>
            <a:lvl7pPr algn="ctr">
              <a:defRPr sz="1650" b="1">
                <a:solidFill>
                  <a:srgbClr val="11766E"/>
                </a:solidFill>
                <a:latin typeface="Avenir Next"/>
                <a:ea typeface="Avenir Next"/>
                <a:cs typeface="Avenir Next"/>
              </a:defRPr>
            </a:lvl7pPr>
            <a:lvl8pPr algn="ctr">
              <a:defRPr sz="1650" b="1">
                <a:solidFill>
                  <a:srgbClr val="11766E"/>
                </a:solidFill>
                <a:latin typeface="Avenir Next"/>
                <a:ea typeface="Avenir Next"/>
                <a:cs typeface="Avenir Next"/>
              </a:defRPr>
            </a:lvl8pPr>
            <a:lvl9pPr algn="ctr">
              <a:defRPr sz="1650" b="1">
                <a:solidFill>
                  <a:srgbClr val="11766E"/>
                </a:solidFill>
                <a:latin typeface="Avenir Next"/>
                <a:ea typeface="Avenir Next"/>
                <a:cs typeface="Avenir Next"/>
              </a:defRPr>
            </a:lvl9pPr>
          </a:lstStyle>
          <a:p xmlns:a="http://schemas.openxmlformats.org/drawingml/2006/main">
            <a:pPr algn="ctr">
              <a:defRPr sz="1650" b="1">
                <a:solidFill>
                  <a:srgbClr val="11766E"/>
                </a:solidFill>
                <a:latin typeface="Avenir Next"/>
                <a:ea typeface="Avenir Next"/>
                <a:cs typeface="Avenir Next"/>
              </a:defRPr>
            </a:pPr>
            <a:r>
              <a:rPr sz="1650" b="1">
                <a:solidFill>
                  <a:srgbClr val="11766E"/>
                </a:solidFill>
                <a:latin typeface="Avenir Next"/>
                <a:ea typeface="Avenir Next"/>
                <a:cs typeface="Avenir Next"/>
              </a:rPr>
              <a:t>Cómo ejecutarlo</a:t>
            </a:r>
          </a:p>
        </p:txBody>
      </p:sp>
      <p:sp>
        <p:nvSpPr>
          <p:cNvPr id="31" name="">
            <a:extLst xmlns:a="http://schemas.openxmlformats.org/drawingml/2006/main">
              <a:ext uri="{FF2B5EF4-FFF2-40B4-BE49-F238E27FC236}">
                <a16:creationId xmlns:a16="http://schemas.microsoft.com/office/drawing/2014/main" id="{0B2D4AF6-DDD6-45A1-A584-6A7BA337CC69}"/>
              </a:ext>
            </a:extLst>
          </p:cNvPr>
          <p:cNvSpPr>
            <a:spLocks xmlns:a="http://schemas.openxmlformats.org/drawingml/2006/main" noGrp="1"/>
          </p:cNvSpPr>
          <p:nvPr/>
        </p:nvSpPr>
        <p:spPr>
          <a:xfrm xmlns:a="http://schemas.openxmlformats.org/drawingml/2006/main">
            <a:off x="8543925" y="4162425"/>
            <a:ext cx="30765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11766E"/>
                </a:solidFill>
                <a:latin typeface="Avenir Next"/>
                <a:ea typeface="Avenir Next"/>
                <a:cs typeface="Avenir Next"/>
              </a:defRPr>
            </a:defPPr>
            <a:lvl1pPr algn="ctr">
              <a:defRPr sz="1650" b="1">
                <a:solidFill>
                  <a:srgbClr val="11766E"/>
                </a:solidFill>
                <a:latin typeface="Avenir Next"/>
                <a:ea typeface="Avenir Next"/>
                <a:cs typeface="Avenir Next"/>
              </a:defRPr>
            </a:lvl1pPr>
            <a:lvl2pPr algn="ctr">
              <a:defRPr sz="1650" b="1">
                <a:solidFill>
                  <a:srgbClr val="11766E"/>
                </a:solidFill>
                <a:latin typeface="Avenir Next"/>
                <a:ea typeface="Avenir Next"/>
                <a:cs typeface="Avenir Next"/>
              </a:defRPr>
            </a:lvl2pPr>
            <a:lvl3pPr algn="ctr">
              <a:defRPr sz="1650" b="1">
                <a:solidFill>
                  <a:srgbClr val="11766E"/>
                </a:solidFill>
                <a:latin typeface="Avenir Next"/>
                <a:ea typeface="Avenir Next"/>
                <a:cs typeface="Avenir Next"/>
              </a:defRPr>
            </a:lvl3pPr>
            <a:lvl4pPr algn="ctr">
              <a:defRPr sz="1650" b="1">
                <a:solidFill>
                  <a:srgbClr val="11766E"/>
                </a:solidFill>
                <a:latin typeface="Avenir Next"/>
                <a:ea typeface="Avenir Next"/>
                <a:cs typeface="Avenir Next"/>
              </a:defRPr>
            </a:lvl4pPr>
            <a:lvl5pPr algn="ctr">
              <a:defRPr sz="1650" b="1">
                <a:solidFill>
                  <a:srgbClr val="11766E"/>
                </a:solidFill>
                <a:latin typeface="Avenir Next"/>
                <a:ea typeface="Avenir Next"/>
                <a:cs typeface="Avenir Next"/>
              </a:defRPr>
            </a:lvl5pPr>
            <a:lvl6pPr algn="ctr">
              <a:defRPr sz="1650" b="1">
                <a:solidFill>
                  <a:srgbClr val="11766E"/>
                </a:solidFill>
                <a:latin typeface="Avenir Next"/>
                <a:ea typeface="Avenir Next"/>
                <a:cs typeface="Avenir Next"/>
              </a:defRPr>
            </a:lvl6pPr>
            <a:lvl7pPr algn="ctr">
              <a:defRPr sz="1650" b="1">
                <a:solidFill>
                  <a:srgbClr val="11766E"/>
                </a:solidFill>
                <a:latin typeface="Avenir Next"/>
                <a:ea typeface="Avenir Next"/>
                <a:cs typeface="Avenir Next"/>
              </a:defRPr>
            </a:lvl7pPr>
            <a:lvl8pPr algn="ctr">
              <a:defRPr sz="1650" b="1">
                <a:solidFill>
                  <a:srgbClr val="11766E"/>
                </a:solidFill>
                <a:latin typeface="Avenir Next"/>
                <a:ea typeface="Avenir Next"/>
                <a:cs typeface="Avenir Next"/>
              </a:defRPr>
            </a:lvl8pPr>
            <a:lvl9pPr algn="ctr">
              <a:defRPr sz="1650" b="1">
                <a:solidFill>
                  <a:srgbClr val="11766E"/>
                </a:solidFill>
                <a:latin typeface="Avenir Next"/>
                <a:ea typeface="Avenir Next"/>
                <a:cs typeface="Avenir Next"/>
              </a:defRPr>
            </a:lvl9pPr>
          </a:lstStyle>
          <a:p xmlns:a="http://schemas.openxmlformats.org/drawingml/2006/main">
            <a:pPr algn="ctr">
              <a:defRPr sz="1650" b="1">
                <a:solidFill>
                  <a:srgbClr val="11766E"/>
                </a:solidFill>
                <a:latin typeface="Avenir Next"/>
                <a:ea typeface="Avenir Next"/>
                <a:cs typeface="Avenir Next"/>
              </a:defRPr>
            </a:pPr>
            <a:r>
              <a:rPr sz="1650" b="1">
                <a:solidFill>
                  <a:srgbClr val="11766E"/>
                </a:solidFill>
                <a:latin typeface="Avenir Next"/>
                <a:ea typeface="Avenir Next"/>
                <a:cs typeface="Avenir Next"/>
              </a:rPr>
              <a:t>Sistema</a:t>
            </a:r>
          </a:p>
        </p:txBody>
      </p:sp>
      <p:sp>
        <p:nvSpPr>
          <p:cNvPr id="32" name="">
            <a:extLst xmlns:a="http://schemas.openxmlformats.org/drawingml/2006/main">
              <a:ext uri="{FF2B5EF4-FFF2-40B4-BE49-F238E27FC236}">
                <a16:creationId xmlns:a16="http://schemas.microsoft.com/office/drawing/2014/main" id="{575D6EDB-8BB4-4D7B-87FF-2125A45EF84D}"/>
              </a:ext>
            </a:extLst>
          </p:cNvPr>
          <p:cNvSpPr>
            <a:spLocks xmlns:a="http://schemas.openxmlformats.org/drawingml/2006/main" noGrp="1"/>
          </p:cNvSpPr>
          <p:nvPr/>
        </p:nvSpPr>
        <p:spPr>
          <a:xfrm xmlns:a="http://schemas.openxmlformats.org/drawingml/2006/main">
            <a:off x="1028700" y="4857750"/>
            <a:ext cx="10134600" cy="800100"/>
          </a:xfrm>
          <a:prstGeom xmlns:a="http://schemas.openxmlformats.org/drawingml/2006/main" prst="roundRect">
            <a:avLst>
              <a:gd name="adj" fmla="val 9524"/>
            </a:avLst>
          </a:prstGeom>
          <a:solidFill xmlns:a="http://schemas.openxmlformats.org/drawingml/2006/main">
            <a:srgbClr val="122D3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0DD04DD-02D5-4B1D-8333-E81B48DC4212}"/>
              </a:ext>
            </a:extLst>
          </p:cNvPr>
          <p:cNvSpPr>
            <a:spLocks xmlns:a="http://schemas.openxmlformats.org/drawingml/2006/main" noGrp="1"/>
          </p:cNvSpPr>
          <p:nvPr/>
        </p:nvSpPr>
        <p:spPr>
          <a:xfrm xmlns:a="http://schemas.openxmlformats.org/drawingml/2006/main">
            <a:off x="1257300" y="4981575"/>
            <a:ext cx="171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F5B96C"/>
                </a:solidFill>
                <a:latin typeface="Avenir Next"/>
                <a:ea typeface="Avenir Next"/>
                <a:cs typeface="Avenir Next"/>
              </a:defRPr>
            </a:defPPr>
            <a:lvl1pPr algn="l">
              <a:defRPr sz="1500" b="1">
                <a:solidFill>
                  <a:srgbClr val="F5B96C"/>
                </a:solidFill>
                <a:latin typeface="Avenir Next"/>
                <a:ea typeface="Avenir Next"/>
                <a:cs typeface="Avenir Next"/>
              </a:defRPr>
            </a:lvl1pPr>
            <a:lvl2pPr algn="l">
              <a:defRPr sz="1500" b="1">
                <a:solidFill>
                  <a:srgbClr val="F5B96C"/>
                </a:solidFill>
                <a:latin typeface="Avenir Next"/>
                <a:ea typeface="Avenir Next"/>
                <a:cs typeface="Avenir Next"/>
              </a:defRPr>
            </a:lvl2pPr>
            <a:lvl3pPr algn="l">
              <a:defRPr sz="1500" b="1">
                <a:solidFill>
                  <a:srgbClr val="F5B96C"/>
                </a:solidFill>
                <a:latin typeface="Avenir Next"/>
                <a:ea typeface="Avenir Next"/>
                <a:cs typeface="Avenir Next"/>
              </a:defRPr>
            </a:lvl3pPr>
            <a:lvl4pPr algn="l">
              <a:defRPr sz="1500" b="1">
                <a:solidFill>
                  <a:srgbClr val="F5B96C"/>
                </a:solidFill>
                <a:latin typeface="Avenir Next"/>
                <a:ea typeface="Avenir Next"/>
                <a:cs typeface="Avenir Next"/>
              </a:defRPr>
            </a:lvl4pPr>
            <a:lvl5pPr algn="l">
              <a:defRPr sz="1500" b="1">
                <a:solidFill>
                  <a:srgbClr val="F5B96C"/>
                </a:solidFill>
                <a:latin typeface="Avenir Next"/>
                <a:ea typeface="Avenir Next"/>
                <a:cs typeface="Avenir Next"/>
              </a:defRPr>
            </a:lvl5pPr>
            <a:lvl6pPr algn="l">
              <a:defRPr sz="1500" b="1">
                <a:solidFill>
                  <a:srgbClr val="F5B96C"/>
                </a:solidFill>
                <a:latin typeface="Avenir Next"/>
                <a:ea typeface="Avenir Next"/>
                <a:cs typeface="Avenir Next"/>
              </a:defRPr>
            </a:lvl6pPr>
            <a:lvl7pPr algn="l">
              <a:defRPr sz="1500" b="1">
                <a:solidFill>
                  <a:srgbClr val="F5B96C"/>
                </a:solidFill>
                <a:latin typeface="Avenir Next"/>
                <a:ea typeface="Avenir Next"/>
                <a:cs typeface="Avenir Next"/>
              </a:defRPr>
            </a:lvl7pPr>
            <a:lvl8pPr algn="l">
              <a:defRPr sz="1500" b="1">
                <a:solidFill>
                  <a:srgbClr val="F5B96C"/>
                </a:solidFill>
                <a:latin typeface="Avenir Next"/>
                <a:ea typeface="Avenir Next"/>
                <a:cs typeface="Avenir Next"/>
              </a:defRPr>
            </a:lvl8pPr>
            <a:lvl9pPr algn="l">
              <a:defRPr sz="1500" b="1">
                <a:solidFill>
                  <a:srgbClr val="F5B96C"/>
                </a:solidFill>
                <a:latin typeface="Avenir Next"/>
                <a:ea typeface="Avenir Next"/>
                <a:cs typeface="Avenir Next"/>
              </a:defRPr>
            </a:lvl9pPr>
          </a:lstStyle>
          <a:p xmlns:a="http://schemas.openxmlformats.org/drawingml/2006/main">
            <a:pPr algn="l">
              <a:defRPr sz="1500" b="1">
                <a:solidFill>
                  <a:srgbClr val="F5B96C"/>
                </a:solidFill>
                <a:latin typeface="Avenir Next"/>
                <a:ea typeface="Avenir Next"/>
                <a:cs typeface="Avenir Next"/>
              </a:defRPr>
            </a:pPr>
            <a:r>
              <a:rPr sz="1500" b="1">
                <a:solidFill>
                  <a:srgbClr val="F5B96C"/>
                </a:solidFill>
                <a:latin typeface="Avenir Next"/>
                <a:ea typeface="Avenir Next"/>
                <a:cs typeface="Avenir Next"/>
              </a:rPr>
              <a:t>EVIDENCIA</a:t>
            </a:r>
          </a:p>
        </p:txBody>
      </p:sp>
      <p:sp>
        <p:nvSpPr>
          <p:cNvPr id="34" name="">
            <a:extLst xmlns:a="http://schemas.openxmlformats.org/drawingml/2006/main">
              <a:ext uri="{FF2B5EF4-FFF2-40B4-BE49-F238E27FC236}">
                <a16:creationId xmlns:a16="http://schemas.microsoft.com/office/drawing/2014/main" id="{49173B32-FB0E-4156-AEC3-68D79F69850E}"/>
              </a:ext>
            </a:extLst>
          </p:cNvPr>
          <p:cNvSpPr>
            <a:spLocks xmlns:a="http://schemas.openxmlformats.org/drawingml/2006/main" noGrp="1"/>
          </p:cNvSpPr>
          <p:nvPr/>
        </p:nvSpPr>
        <p:spPr>
          <a:xfrm xmlns:a="http://schemas.openxmlformats.org/drawingml/2006/main">
            <a:off x="3124200" y="4981575"/>
            <a:ext cx="76295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FFFFFF"/>
                </a:solidFill>
                <a:latin typeface="Avenir Next"/>
                <a:ea typeface="Avenir Next"/>
                <a:cs typeface="Avenir Next"/>
              </a:defRPr>
            </a:defPPr>
            <a:lvl1pPr algn="l">
              <a:defRPr sz="1875" b="1">
                <a:solidFill>
                  <a:srgbClr val="FFFFFF"/>
                </a:solidFill>
                <a:latin typeface="Avenir Next"/>
                <a:ea typeface="Avenir Next"/>
                <a:cs typeface="Avenir Next"/>
              </a:defRPr>
            </a:lvl1pPr>
            <a:lvl2pPr algn="l">
              <a:defRPr sz="1875" b="1">
                <a:solidFill>
                  <a:srgbClr val="FFFFFF"/>
                </a:solidFill>
                <a:latin typeface="Avenir Next"/>
                <a:ea typeface="Avenir Next"/>
                <a:cs typeface="Avenir Next"/>
              </a:defRPr>
            </a:lvl2pPr>
            <a:lvl3pPr algn="l">
              <a:defRPr sz="1875" b="1">
                <a:solidFill>
                  <a:srgbClr val="FFFFFF"/>
                </a:solidFill>
                <a:latin typeface="Avenir Next"/>
                <a:ea typeface="Avenir Next"/>
                <a:cs typeface="Avenir Next"/>
              </a:defRPr>
            </a:lvl3pPr>
            <a:lvl4pPr algn="l">
              <a:defRPr sz="1875" b="1">
                <a:solidFill>
                  <a:srgbClr val="FFFFFF"/>
                </a:solidFill>
                <a:latin typeface="Avenir Next"/>
                <a:ea typeface="Avenir Next"/>
                <a:cs typeface="Avenir Next"/>
              </a:defRPr>
            </a:lvl4pPr>
            <a:lvl5pPr algn="l">
              <a:defRPr sz="1875" b="1">
                <a:solidFill>
                  <a:srgbClr val="FFFFFF"/>
                </a:solidFill>
                <a:latin typeface="Avenir Next"/>
                <a:ea typeface="Avenir Next"/>
                <a:cs typeface="Avenir Next"/>
              </a:defRPr>
            </a:lvl5pPr>
            <a:lvl6pPr algn="l">
              <a:defRPr sz="1875" b="1">
                <a:solidFill>
                  <a:srgbClr val="FFFFFF"/>
                </a:solidFill>
                <a:latin typeface="Avenir Next"/>
                <a:ea typeface="Avenir Next"/>
                <a:cs typeface="Avenir Next"/>
              </a:defRPr>
            </a:lvl6pPr>
            <a:lvl7pPr algn="l">
              <a:defRPr sz="1875" b="1">
                <a:solidFill>
                  <a:srgbClr val="FFFFFF"/>
                </a:solidFill>
                <a:latin typeface="Avenir Next"/>
                <a:ea typeface="Avenir Next"/>
                <a:cs typeface="Avenir Next"/>
              </a:defRPr>
            </a:lvl7pPr>
            <a:lvl8pPr algn="l">
              <a:defRPr sz="1875" b="1">
                <a:solidFill>
                  <a:srgbClr val="FFFFFF"/>
                </a:solidFill>
                <a:latin typeface="Avenir Next"/>
                <a:ea typeface="Avenir Next"/>
                <a:cs typeface="Avenir Next"/>
              </a:defRPr>
            </a:lvl8pPr>
            <a:lvl9pPr algn="l">
              <a:defRPr sz="1875" b="1">
                <a:solidFill>
                  <a:srgbClr val="FFFFFF"/>
                </a:solidFill>
                <a:latin typeface="Avenir Next"/>
                <a:ea typeface="Avenir Next"/>
                <a:cs typeface="Avenir Next"/>
              </a:defRPr>
            </a:lvl9pPr>
          </a:lstStyle>
          <a:p xmlns:a="http://schemas.openxmlformats.org/drawingml/2006/main">
            <a:pPr algn="l">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output.xml    ·    log.html    ·    report.html</a:t>
            </a:r>
          </a:p>
        </p:txBody>
      </p:sp>
    </p:spTree>
    <p:extLst>
      <p:ext uri="{BB962C8B-B14F-4D97-AF65-F5344CB8AC3E}">
        <p14:creationId xmlns:p14="http://schemas.microsoft.com/office/powerpoint/2010/main" val="1678883626"/>
      </p:ext>
    </p:extLst>
  </p:cSld>
</p:sld>
</file>

<file path=ppt/slides/slide5.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AC4EC1A-E32A-4EF4-BD96-B409002BDC0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1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4174752-9BD6-4059-9BCE-013DBD8E17D2}"/>
              </a:ext>
            </a:extLst>
          </p:cNvPr>
          <p:cNvSpPr>
            <a:spLocks xmlns:a="http://schemas.openxmlformats.org/drawingml/2006/main" noGrp="1"/>
          </p:cNvSpPr>
          <p:nvPr/>
        </p:nvSpPr>
        <p:spPr>
          <a:xfrm xmlns:a="http://schemas.openxmlformats.org/drawingml/2006/main">
            <a:off x="523875" y="3238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766E"/>
                </a:solidFill>
                <a:latin typeface="Avenir Next"/>
                <a:ea typeface="Avenir Next"/>
                <a:cs typeface="Avenir Next"/>
              </a:defRPr>
            </a:defPPr>
            <a:lvl1pPr algn="l">
              <a:defRPr sz="1500" b="1">
                <a:solidFill>
                  <a:srgbClr val="11766E"/>
                </a:solidFill>
                <a:latin typeface="Avenir Next"/>
                <a:ea typeface="Avenir Next"/>
                <a:cs typeface="Avenir Next"/>
              </a:defRPr>
            </a:lvl1pPr>
            <a:lvl2pPr algn="l">
              <a:defRPr sz="1500" b="1">
                <a:solidFill>
                  <a:srgbClr val="11766E"/>
                </a:solidFill>
                <a:latin typeface="Avenir Next"/>
                <a:ea typeface="Avenir Next"/>
                <a:cs typeface="Avenir Next"/>
              </a:defRPr>
            </a:lvl2pPr>
            <a:lvl3pPr algn="l">
              <a:defRPr sz="1500" b="1">
                <a:solidFill>
                  <a:srgbClr val="11766E"/>
                </a:solidFill>
                <a:latin typeface="Avenir Next"/>
                <a:ea typeface="Avenir Next"/>
                <a:cs typeface="Avenir Next"/>
              </a:defRPr>
            </a:lvl3pPr>
            <a:lvl4pPr algn="l">
              <a:defRPr sz="1500" b="1">
                <a:solidFill>
                  <a:srgbClr val="11766E"/>
                </a:solidFill>
                <a:latin typeface="Avenir Next"/>
                <a:ea typeface="Avenir Next"/>
                <a:cs typeface="Avenir Next"/>
              </a:defRPr>
            </a:lvl4pPr>
            <a:lvl5pPr algn="l">
              <a:defRPr sz="1500" b="1">
                <a:solidFill>
                  <a:srgbClr val="11766E"/>
                </a:solidFill>
                <a:latin typeface="Avenir Next"/>
                <a:ea typeface="Avenir Next"/>
                <a:cs typeface="Avenir Next"/>
              </a:defRPr>
            </a:lvl5pPr>
            <a:lvl6pPr algn="l">
              <a:defRPr sz="1500" b="1">
                <a:solidFill>
                  <a:srgbClr val="11766E"/>
                </a:solidFill>
                <a:latin typeface="Avenir Next"/>
                <a:ea typeface="Avenir Next"/>
                <a:cs typeface="Avenir Next"/>
              </a:defRPr>
            </a:lvl6pPr>
            <a:lvl7pPr algn="l">
              <a:defRPr sz="1500" b="1">
                <a:solidFill>
                  <a:srgbClr val="11766E"/>
                </a:solidFill>
                <a:latin typeface="Avenir Next"/>
                <a:ea typeface="Avenir Next"/>
                <a:cs typeface="Avenir Next"/>
              </a:defRPr>
            </a:lvl7pPr>
            <a:lvl8pPr algn="l">
              <a:defRPr sz="1500" b="1">
                <a:solidFill>
                  <a:srgbClr val="11766E"/>
                </a:solidFill>
                <a:latin typeface="Avenir Next"/>
                <a:ea typeface="Avenir Next"/>
                <a:cs typeface="Avenir Next"/>
              </a:defRPr>
            </a:lvl8pPr>
            <a:lvl9pPr algn="l">
              <a:defRPr sz="1500" b="1">
                <a:solidFill>
                  <a:srgbClr val="11766E"/>
                </a:solidFill>
                <a:latin typeface="Avenir Next"/>
                <a:ea typeface="Avenir Next"/>
                <a:cs typeface="Avenir Next"/>
              </a:defRPr>
            </a:lvl9pPr>
          </a:lstStyle>
          <a:p xmlns:a="http://schemas.openxmlformats.org/drawingml/2006/main">
            <a:pPr algn="l">
              <a:defRPr sz="1500" b="1">
                <a:solidFill>
                  <a:srgbClr val="11766E"/>
                </a:solidFill>
                <a:latin typeface="Avenir Next"/>
                <a:ea typeface="Avenir Next"/>
                <a:cs typeface="Avenir Next"/>
              </a:defRPr>
            </a:pPr>
            <a:r>
              <a:rPr sz="1500" b="1">
                <a:solidFill>
                  <a:srgbClr val="11766E"/>
                </a:solidFill>
                <a:latin typeface="Avenir Next"/>
                <a:ea typeface="Avenir Next"/>
                <a:cs typeface="Avenir Next"/>
              </a:rPr>
              <a:t>05</a:t>
            </a:r>
          </a:p>
        </p:txBody>
      </p:sp>
      <p:sp>
        <p:nvSpPr>
          <p:cNvPr id="3" name="">
            <a:extLst xmlns:a="http://schemas.openxmlformats.org/drawingml/2006/main">
              <a:ext uri="{FF2B5EF4-FFF2-40B4-BE49-F238E27FC236}">
                <a16:creationId xmlns:a16="http://schemas.microsoft.com/office/drawing/2014/main" id="{8F5633F8-CD09-4024-AC09-157EBE24BF02}"/>
              </a:ext>
            </a:extLst>
          </p:cNvPr>
          <p:cNvSpPr>
            <a:spLocks xmlns:a="http://schemas.openxmlformats.org/drawingml/2006/main" noGrp="1"/>
          </p:cNvSpPr>
          <p:nvPr/>
        </p:nvSpPr>
        <p:spPr>
          <a:xfrm xmlns:a="http://schemas.openxmlformats.org/drawingml/2006/main">
            <a:off x="1047750" y="3048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22D32"/>
                </a:solidFill>
                <a:latin typeface="Avenir Next"/>
                <a:ea typeface="Avenir Next"/>
                <a:cs typeface="Avenir Next"/>
              </a:defRPr>
            </a:defPPr>
            <a:lvl1pPr algn="l">
              <a:defRPr sz="3000" b="1">
                <a:solidFill>
                  <a:srgbClr val="122D32"/>
                </a:solidFill>
                <a:latin typeface="Avenir Next"/>
                <a:ea typeface="Avenir Next"/>
                <a:cs typeface="Avenir Next"/>
              </a:defRPr>
            </a:lvl1pPr>
            <a:lvl2pPr algn="l">
              <a:defRPr sz="3000" b="1">
                <a:solidFill>
                  <a:srgbClr val="122D32"/>
                </a:solidFill>
                <a:latin typeface="Avenir Next"/>
                <a:ea typeface="Avenir Next"/>
                <a:cs typeface="Avenir Next"/>
              </a:defRPr>
            </a:lvl2pPr>
            <a:lvl3pPr algn="l">
              <a:defRPr sz="3000" b="1">
                <a:solidFill>
                  <a:srgbClr val="122D32"/>
                </a:solidFill>
                <a:latin typeface="Avenir Next"/>
                <a:ea typeface="Avenir Next"/>
                <a:cs typeface="Avenir Next"/>
              </a:defRPr>
            </a:lvl3pPr>
            <a:lvl4pPr algn="l">
              <a:defRPr sz="3000" b="1">
                <a:solidFill>
                  <a:srgbClr val="122D32"/>
                </a:solidFill>
                <a:latin typeface="Avenir Next"/>
                <a:ea typeface="Avenir Next"/>
                <a:cs typeface="Avenir Next"/>
              </a:defRPr>
            </a:lvl4pPr>
            <a:lvl5pPr algn="l">
              <a:defRPr sz="3000" b="1">
                <a:solidFill>
                  <a:srgbClr val="122D32"/>
                </a:solidFill>
                <a:latin typeface="Avenir Next"/>
                <a:ea typeface="Avenir Next"/>
                <a:cs typeface="Avenir Next"/>
              </a:defRPr>
            </a:lvl5pPr>
            <a:lvl6pPr algn="l">
              <a:defRPr sz="3000" b="1">
                <a:solidFill>
                  <a:srgbClr val="122D32"/>
                </a:solidFill>
                <a:latin typeface="Avenir Next"/>
                <a:ea typeface="Avenir Next"/>
                <a:cs typeface="Avenir Next"/>
              </a:defRPr>
            </a:lvl6pPr>
            <a:lvl7pPr algn="l">
              <a:defRPr sz="3000" b="1">
                <a:solidFill>
                  <a:srgbClr val="122D32"/>
                </a:solidFill>
                <a:latin typeface="Avenir Next"/>
                <a:ea typeface="Avenir Next"/>
                <a:cs typeface="Avenir Next"/>
              </a:defRPr>
            </a:lvl7pPr>
            <a:lvl8pPr algn="l">
              <a:defRPr sz="3000" b="1">
                <a:solidFill>
                  <a:srgbClr val="122D32"/>
                </a:solidFill>
                <a:latin typeface="Avenir Next"/>
                <a:ea typeface="Avenir Next"/>
                <a:cs typeface="Avenir Next"/>
              </a:defRPr>
            </a:lvl8pPr>
            <a:lvl9pPr algn="l">
              <a:defRPr sz="3000" b="1">
                <a:solidFill>
                  <a:srgbClr val="122D32"/>
                </a:solidFill>
                <a:latin typeface="Avenir Next"/>
                <a:ea typeface="Avenir Next"/>
                <a:cs typeface="Avenir Next"/>
              </a:defRPr>
            </a:lvl9pPr>
          </a:lstStyle>
          <a:p xmlns:a="http://schemas.openxmlformats.org/drawingml/2006/main">
            <a:pPr algn="l">
              <a:defRPr sz="3000" b="1">
                <a:solidFill>
                  <a:srgbClr val="122D32"/>
                </a:solidFill>
                <a:latin typeface="Avenir Next"/>
                <a:ea typeface="Avenir Next"/>
                <a:cs typeface="Avenir Next"/>
              </a:defRPr>
            </a:pPr>
            <a:r>
              <a:rPr sz="3000" b="1">
                <a:solidFill>
                  <a:srgbClr val="122D32"/>
                </a:solidFill>
                <a:latin typeface="Avenir Next"/>
                <a:ea typeface="Avenir Next"/>
                <a:cs typeface="Avenir Next"/>
              </a:rPr>
              <a:t>Patrón S25: Page Object</a:t>
            </a:r>
          </a:p>
        </p:txBody>
      </p:sp>
      <p:sp>
        <p:nvSpPr>
          <p:cNvPr id="4" name="">
            <a:extLst xmlns:a="http://schemas.openxmlformats.org/drawingml/2006/main">
              <a:ext uri="{FF2B5EF4-FFF2-40B4-BE49-F238E27FC236}">
                <a16:creationId xmlns:a16="http://schemas.microsoft.com/office/drawing/2014/main" id="{DDBC2669-ED77-4E9E-8E01-44D758CACAA0}"/>
              </a:ext>
            </a:extLst>
          </p:cNvPr>
          <p:cNvSpPr>
            <a:spLocks xmlns:a="http://schemas.openxmlformats.org/drawingml/2006/main" noGrp="1"/>
          </p:cNvSpPr>
          <p:nvPr/>
        </p:nvSpPr>
        <p:spPr>
          <a:xfrm xmlns:a="http://schemas.openxmlformats.org/drawingml/2006/main">
            <a:off x="561975" y="1019175"/>
            <a:ext cx="11001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A6D70"/>
                </a:solidFill>
                <a:latin typeface="Avenir Next"/>
                <a:ea typeface="Avenir Next"/>
                <a:cs typeface="Avenir Next"/>
              </a:defRPr>
            </a:defPPr>
            <a:lvl1pPr algn="l">
              <a:defRPr sz="1500" b="0">
                <a:solidFill>
                  <a:srgbClr val="5A6D70"/>
                </a:solidFill>
                <a:latin typeface="Avenir Next"/>
                <a:ea typeface="Avenir Next"/>
                <a:cs typeface="Avenir Next"/>
              </a:defRPr>
            </a:lvl1pPr>
            <a:lvl2pPr algn="l">
              <a:defRPr sz="1500" b="0">
                <a:solidFill>
                  <a:srgbClr val="5A6D70"/>
                </a:solidFill>
                <a:latin typeface="Avenir Next"/>
                <a:ea typeface="Avenir Next"/>
                <a:cs typeface="Avenir Next"/>
              </a:defRPr>
            </a:lvl2pPr>
            <a:lvl3pPr algn="l">
              <a:defRPr sz="1500" b="0">
                <a:solidFill>
                  <a:srgbClr val="5A6D70"/>
                </a:solidFill>
                <a:latin typeface="Avenir Next"/>
                <a:ea typeface="Avenir Next"/>
                <a:cs typeface="Avenir Next"/>
              </a:defRPr>
            </a:lvl3pPr>
            <a:lvl4pPr algn="l">
              <a:defRPr sz="1500" b="0">
                <a:solidFill>
                  <a:srgbClr val="5A6D70"/>
                </a:solidFill>
                <a:latin typeface="Avenir Next"/>
                <a:ea typeface="Avenir Next"/>
                <a:cs typeface="Avenir Next"/>
              </a:defRPr>
            </a:lvl4pPr>
            <a:lvl5pPr algn="l">
              <a:defRPr sz="1500" b="0">
                <a:solidFill>
                  <a:srgbClr val="5A6D70"/>
                </a:solidFill>
                <a:latin typeface="Avenir Next"/>
                <a:ea typeface="Avenir Next"/>
                <a:cs typeface="Avenir Next"/>
              </a:defRPr>
            </a:lvl5pPr>
            <a:lvl6pPr algn="l">
              <a:defRPr sz="1500" b="0">
                <a:solidFill>
                  <a:srgbClr val="5A6D70"/>
                </a:solidFill>
                <a:latin typeface="Avenir Next"/>
                <a:ea typeface="Avenir Next"/>
                <a:cs typeface="Avenir Next"/>
              </a:defRPr>
            </a:lvl6pPr>
            <a:lvl7pPr algn="l">
              <a:defRPr sz="1500" b="0">
                <a:solidFill>
                  <a:srgbClr val="5A6D70"/>
                </a:solidFill>
                <a:latin typeface="Avenir Next"/>
                <a:ea typeface="Avenir Next"/>
                <a:cs typeface="Avenir Next"/>
              </a:defRPr>
            </a:lvl7pPr>
            <a:lvl8pPr algn="l">
              <a:defRPr sz="1500" b="0">
                <a:solidFill>
                  <a:srgbClr val="5A6D70"/>
                </a:solidFill>
                <a:latin typeface="Avenir Next"/>
                <a:ea typeface="Avenir Next"/>
                <a:cs typeface="Avenir Next"/>
              </a:defRPr>
            </a:lvl8pPr>
            <a:lvl9pPr algn="l">
              <a:defRPr sz="1500" b="0">
                <a:solidFill>
                  <a:srgbClr val="5A6D70"/>
                </a:solidFill>
                <a:latin typeface="Avenir Next"/>
                <a:ea typeface="Avenir Next"/>
                <a:cs typeface="Avenir Next"/>
              </a:defRPr>
            </a:lvl9pPr>
          </a:lstStyle>
          <a:p xmlns:a="http://schemas.openxmlformats.org/drawingml/2006/main">
            <a:pPr algn="l">
              <a:defRPr sz="1500" b="0">
                <a:solidFill>
                  <a:srgbClr val="5A6D70"/>
                </a:solidFill>
                <a:latin typeface="Avenir Next"/>
                <a:ea typeface="Avenir Next"/>
                <a:cs typeface="Avenir Next"/>
              </a:defRPr>
            </a:pPr>
            <a:r>
              <a:rPr sz="1500" b="0">
                <a:solidFill>
                  <a:srgbClr val="5A6D70"/>
                </a:solidFill>
                <a:latin typeface="Avenir Next"/>
                <a:ea typeface="Avenir Next"/>
                <a:cs typeface="Avenir Next"/>
              </a:rPr>
              <a:t>El caso expresa el negocio; cada recurso encapsula las acciones de una pantalla.</a:t>
            </a:r>
          </a:p>
        </p:txBody>
      </p:sp>
      <p:sp>
        <p:nvSpPr>
          <p:cNvPr id="5" name="">
            <a:extLst xmlns:a="http://schemas.openxmlformats.org/drawingml/2006/main">
              <a:ext uri="{FF2B5EF4-FFF2-40B4-BE49-F238E27FC236}">
                <a16:creationId xmlns:a16="http://schemas.microsoft.com/office/drawing/2014/main" id="{4A12B259-3F7B-40EC-8E95-C275B7B15B56}"/>
              </a:ext>
            </a:extLst>
          </p:cNvPr>
          <p:cNvSpPr>
            <a:spLocks xmlns:a="http://schemas.openxmlformats.org/drawingml/2006/main" noGrp="1"/>
          </p:cNvSpPr>
          <p:nvPr/>
        </p:nvSpPr>
        <p:spPr>
          <a:xfrm xmlns:a="http://schemas.openxmlformats.org/drawingml/2006/main">
            <a:off x="561975" y="6257925"/>
            <a:ext cx="11068050" cy="19050"/>
          </a:xfrm>
          <a:prstGeom xmlns:a="http://schemas.openxmlformats.org/drawingml/2006/main" prst="rect">
            <a:avLst/>
          </a:prstGeom>
          <a:solidFill xmlns:a="http://schemas.openxmlformats.org/drawingml/2006/main">
            <a:srgbClr val="C9DCD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137B7FB-BFEA-4563-9EBA-AAA3D3C91505}"/>
              </a:ext>
            </a:extLst>
          </p:cNvPr>
          <p:cNvSpPr>
            <a:spLocks xmlns:a="http://schemas.openxmlformats.org/drawingml/2006/main" noGrp="1"/>
          </p:cNvSpPr>
          <p:nvPr/>
        </p:nvSpPr>
        <p:spPr>
          <a:xfrm xmlns:a="http://schemas.openxmlformats.org/drawingml/2006/main">
            <a:off x="561975" y="639127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A6D70"/>
                </a:solidFill>
                <a:latin typeface="Avenir Next"/>
                <a:ea typeface="Avenir Next"/>
                <a:cs typeface="Avenir Next"/>
              </a:defRPr>
            </a:defPPr>
            <a:lvl1pPr algn="l">
              <a:defRPr sz="975" b="1">
                <a:solidFill>
                  <a:srgbClr val="5A6D70"/>
                </a:solidFill>
                <a:latin typeface="Avenir Next"/>
                <a:ea typeface="Avenir Next"/>
                <a:cs typeface="Avenir Next"/>
              </a:defRPr>
            </a:lvl1pPr>
            <a:lvl2pPr algn="l">
              <a:defRPr sz="975" b="1">
                <a:solidFill>
                  <a:srgbClr val="5A6D70"/>
                </a:solidFill>
                <a:latin typeface="Avenir Next"/>
                <a:ea typeface="Avenir Next"/>
                <a:cs typeface="Avenir Next"/>
              </a:defRPr>
            </a:lvl2pPr>
            <a:lvl3pPr algn="l">
              <a:defRPr sz="975" b="1">
                <a:solidFill>
                  <a:srgbClr val="5A6D70"/>
                </a:solidFill>
                <a:latin typeface="Avenir Next"/>
                <a:ea typeface="Avenir Next"/>
                <a:cs typeface="Avenir Next"/>
              </a:defRPr>
            </a:lvl3pPr>
            <a:lvl4pPr algn="l">
              <a:defRPr sz="975" b="1">
                <a:solidFill>
                  <a:srgbClr val="5A6D70"/>
                </a:solidFill>
                <a:latin typeface="Avenir Next"/>
                <a:ea typeface="Avenir Next"/>
                <a:cs typeface="Avenir Next"/>
              </a:defRPr>
            </a:lvl4pPr>
            <a:lvl5pPr algn="l">
              <a:defRPr sz="975" b="1">
                <a:solidFill>
                  <a:srgbClr val="5A6D70"/>
                </a:solidFill>
                <a:latin typeface="Avenir Next"/>
                <a:ea typeface="Avenir Next"/>
                <a:cs typeface="Avenir Next"/>
              </a:defRPr>
            </a:lvl5pPr>
            <a:lvl6pPr algn="l">
              <a:defRPr sz="975" b="1">
                <a:solidFill>
                  <a:srgbClr val="5A6D70"/>
                </a:solidFill>
                <a:latin typeface="Avenir Next"/>
                <a:ea typeface="Avenir Next"/>
                <a:cs typeface="Avenir Next"/>
              </a:defRPr>
            </a:lvl6pPr>
            <a:lvl7pPr algn="l">
              <a:defRPr sz="975" b="1">
                <a:solidFill>
                  <a:srgbClr val="5A6D70"/>
                </a:solidFill>
                <a:latin typeface="Avenir Next"/>
                <a:ea typeface="Avenir Next"/>
                <a:cs typeface="Avenir Next"/>
              </a:defRPr>
            </a:lvl7pPr>
            <a:lvl8pPr algn="l">
              <a:defRPr sz="975" b="1">
                <a:solidFill>
                  <a:srgbClr val="5A6D70"/>
                </a:solidFill>
                <a:latin typeface="Avenir Next"/>
                <a:ea typeface="Avenir Next"/>
                <a:cs typeface="Avenir Next"/>
              </a:defRPr>
            </a:lvl8pPr>
            <a:lvl9pPr algn="l">
              <a:defRPr sz="975" b="1">
                <a:solidFill>
                  <a:srgbClr val="5A6D70"/>
                </a:solidFill>
                <a:latin typeface="Avenir Next"/>
                <a:ea typeface="Avenir Next"/>
                <a:cs typeface="Avenir Next"/>
              </a:defRPr>
            </a:lvl9pPr>
          </a:lstStyle>
          <a:p xmlns:a="http://schemas.openxmlformats.org/drawingml/2006/main">
            <a:pPr algn="l">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QOLQE  ×  ROBOT FRAMEWORK</a:t>
            </a:r>
          </a:p>
        </p:txBody>
      </p:sp>
      <p:sp>
        <p:nvSpPr>
          <p:cNvPr id="7" name="">
            <a:extLst xmlns:a="http://schemas.openxmlformats.org/drawingml/2006/main">
              <a:ext uri="{FF2B5EF4-FFF2-40B4-BE49-F238E27FC236}">
                <a16:creationId xmlns:a16="http://schemas.microsoft.com/office/drawing/2014/main" id="{E291B4D2-E266-449A-A563-BEB9EC409D33}"/>
              </a:ext>
            </a:extLst>
          </p:cNvPr>
          <p:cNvSpPr>
            <a:spLocks xmlns:a="http://schemas.openxmlformats.org/drawingml/2006/main" noGrp="1"/>
          </p:cNvSpPr>
          <p:nvPr/>
        </p:nvSpPr>
        <p:spPr>
          <a:xfrm xmlns:a="http://schemas.openxmlformats.org/drawingml/2006/main">
            <a:off x="9810750" y="6391275"/>
            <a:ext cx="1819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A6D70"/>
                </a:solidFill>
                <a:latin typeface="Avenir Next"/>
                <a:ea typeface="Avenir Next"/>
                <a:cs typeface="Avenir Next"/>
              </a:defRPr>
            </a:defPPr>
            <a:lvl1pPr algn="r">
              <a:defRPr sz="975" b="1">
                <a:solidFill>
                  <a:srgbClr val="5A6D70"/>
                </a:solidFill>
                <a:latin typeface="Avenir Next"/>
                <a:ea typeface="Avenir Next"/>
                <a:cs typeface="Avenir Next"/>
              </a:defRPr>
            </a:lvl1pPr>
            <a:lvl2pPr algn="r">
              <a:defRPr sz="975" b="1">
                <a:solidFill>
                  <a:srgbClr val="5A6D70"/>
                </a:solidFill>
                <a:latin typeface="Avenir Next"/>
                <a:ea typeface="Avenir Next"/>
                <a:cs typeface="Avenir Next"/>
              </a:defRPr>
            </a:lvl2pPr>
            <a:lvl3pPr algn="r">
              <a:defRPr sz="975" b="1">
                <a:solidFill>
                  <a:srgbClr val="5A6D70"/>
                </a:solidFill>
                <a:latin typeface="Avenir Next"/>
                <a:ea typeface="Avenir Next"/>
                <a:cs typeface="Avenir Next"/>
              </a:defRPr>
            </a:lvl3pPr>
            <a:lvl4pPr algn="r">
              <a:defRPr sz="975" b="1">
                <a:solidFill>
                  <a:srgbClr val="5A6D70"/>
                </a:solidFill>
                <a:latin typeface="Avenir Next"/>
                <a:ea typeface="Avenir Next"/>
                <a:cs typeface="Avenir Next"/>
              </a:defRPr>
            </a:lvl4pPr>
            <a:lvl5pPr algn="r">
              <a:defRPr sz="975" b="1">
                <a:solidFill>
                  <a:srgbClr val="5A6D70"/>
                </a:solidFill>
                <a:latin typeface="Avenir Next"/>
                <a:ea typeface="Avenir Next"/>
                <a:cs typeface="Avenir Next"/>
              </a:defRPr>
            </a:lvl5pPr>
            <a:lvl6pPr algn="r">
              <a:defRPr sz="975" b="1">
                <a:solidFill>
                  <a:srgbClr val="5A6D70"/>
                </a:solidFill>
                <a:latin typeface="Avenir Next"/>
                <a:ea typeface="Avenir Next"/>
                <a:cs typeface="Avenir Next"/>
              </a:defRPr>
            </a:lvl6pPr>
            <a:lvl7pPr algn="r">
              <a:defRPr sz="975" b="1">
                <a:solidFill>
                  <a:srgbClr val="5A6D70"/>
                </a:solidFill>
                <a:latin typeface="Avenir Next"/>
                <a:ea typeface="Avenir Next"/>
                <a:cs typeface="Avenir Next"/>
              </a:defRPr>
            </a:lvl7pPr>
            <a:lvl8pPr algn="r">
              <a:defRPr sz="975" b="1">
                <a:solidFill>
                  <a:srgbClr val="5A6D70"/>
                </a:solidFill>
                <a:latin typeface="Avenir Next"/>
                <a:ea typeface="Avenir Next"/>
                <a:cs typeface="Avenir Next"/>
              </a:defRPr>
            </a:lvl8pPr>
            <a:lvl9pPr algn="r">
              <a:defRPr sz="975" b="1">
                <a:solidFill>
                  <a:srgbClr val="5A6D70"/>
                </a:solidFill>
                <a:latin typeface="Avenir Next"/>
                <a:ea typeface="Avenir Next"/>
                <a:cs typeface="Avenir Next"/>
              </a:defRPr>
            </a:lvl9pPr>
          </a:lstStyle>
          <a:p xmlns:a="http://schemas.openxmlformats.org/drawingml/2006/main">
            <a:pPr algn="r">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GRUPO 4  ·  2026</a:t>
            </a:r>
          </a:p>
        </p:txBody>
      </p:sp>
      <p:sp>
        <p:nvSpPr>
          <p:cNvPr id="8" name="">
            <a:extLst xmlns:a="http://schemas.openxmlformats.org/drawingml/2006/main">
              <a:ext uri="{FF2B5EF4-FFF2-40B4-BE49-F238E27FC236}">
                <a16:creationId xmlns:a16="http://schemas.microsoft.com/office/drawing/2014/main" id="{CD76CC9D-11B9-408E-A325-542E333AD989}"/>
              </a:ext>
            </a:extLst>
          </p:cNvPr>
          <p:cNvSpPr>
            <a:spLocks xmlns:a="http://schemas.openxmlformats.org/drawingml/2006/main" noGrp="1"/>
          </p:cNvSpPr>
          <p:nvPr/>
        </p:nvSpPr>
        <p:spPr>
          <a:xfrm xmlns:a="http://schemas.openxmlformats.org/drawingml/2006/main">
            <a:off x="552450" y="1704975"/>
            <a:ext cx="5276850" cy="3562350"/>
          </a:xfrm>
          <a:prstGeom xmlns:a="http://schemas.openxmlformats.org/drawingml/2006/main" prst="roundRect">
            <a:avLst>
              <a:gd name="adj" fmla="val 2139"/>
            </a:avLst>
          </a:prstGeom>
          <a:solidFill xmlns:a="http://schemas.openxmlformats.org/drawingml/2006/main">
            <a:srgbClr val="122D3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48BD84B-A0A1-4513-9DEF-C4AB103CDE53}"/>
              </a:ext>
            </a:extLst>
          </p:cNvPr>
          <p:cNvSpPr>
            <a:spLocks xmlns:a="http://schemas.openxmlformats.org/drawingml/2006/main" noGrp="1"/>
          </p:cNvSpPr>
          <p:nvPr/>
        </p:nvSpPr>
        <p:spPr>
          <a:xfrm xmlns:a="http://schemas.openxmlformats.org/drawingml/2006/main">
            <a:off x="723900" y="1866900"/>
            <a:ext cx="1990725" cy="333375"/>
          </a:xfrm>
          <a:prstGeom xmlns:a="http://schemas.openxmlformats.org/drawingml/2006/main" prst="roundRect">
            <a:avLst>
              <a:gd name="adj" fmla="val 22857"/>
            </a:avLst>
          </a:prstGeom>
          <a:solidFill xmlns:a="http://schemas.openxmlformats.org/drawingml/2006/main">
            <a:srgbClr val="11766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5AC5D4D-3844-450A-902A-CB7DB8BBD761}"/>
              </a:ext>
            </a:extLst>
          </p:cNvPr>
          <p:cNvSpPr>
            <a:spLocks xmlns:a="http://schemas.openxmlformats.org/drawingml/2006/main" noGrp="1"/>
          </p:cNvSpPr>
          <p:nvPr/>
        </p:nvSpPr>
        <p:spPr>
          <a:xfrm xmlns:a="http://schemas.openxmlformats.org/drawingml/2006/main">
            <a:off x="838200" y="1905000"/>
            <a:ext cx="1762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FFFFFF"/>
                </a:solidFill>
                <a:latin typeface="Avenir Next"/>
                <a:ea typeface="Avenir Next"/>
                <a:cs typeface="Avenir Next"/>
              </a:defRPr>
            </a:defPPr>
            <a:lvl1pPr algn="l">
              <a:defRPr sz="1275" b="1">
                <a:solidFill>
                  <a:srgbClr val="FFFFFF"/>
                </a:solidFill>
                <a:latin typeface="Avenir Next"/>
                <a:ea typeface="Avenir Next"/>
                <a:cs typeface="Avenir Next"/>
              </a:defRPr>
            </a:lvl1pPr>
            <a:lvl2pPr algn="l">
              <a:defRPr sz="1275" b="1">
                <a:solidFill>
                  <a:srgbClr val="FFFFFF"/>
                </a:solidFill>
                <a:latin typeface="Avenir Next"/>
                <a:ea typeface="Avenir Next"/>
                <a:cs typeface="Avenir Next"/>
              </a:defRPr>
            </a:lvl2pPr>
            <a:lvl3pPr algn="l">
              <a:defRPr sz="1275" b="1">
                <a:solidFill>
                  <a:srgbClr val="FFFFFF"/>
                </a:solidFill>
                <a:latin typeface="Avenir Next"/>
                <a:ea typeface="Avenir Next"/>
                <a:cs typeface="Avenir Next"/>
              </a:defRPr>
            </a:lvl3pPr>
            <a:lvl4pPr algn="l">
              <a:defRPr sz="1275" b="1">
                <a:solidFill>
                  <a:srgbClr val="FFFFFF"/>
                </a:solidFill>
                <a:latin typeface="Avenir Next"/>
                <a:ea typeface="Avenir Next"/>
                <a:cs typeface="Avenir Next"/>
              </a:defRPr>
            </a:lvl4pPr>
            <a:lvl5pPr algn="l">
              <a:defRPr sz="1275" b="1">
                <a:solidFill>
                  <a:srgbClr val="FFFFFF"/>
                </a:solidFill>
                <a:latin typeface="Avenir Next"/>
                <a:ea typeface="Avenir Next"/>
                <a:cs typeface="Avenir Next"/>
              </a:defRPr>
            </a:lvl5pPr>
            <a:lvl6pPr algn="l">
              <a:defRPr sz="1275" b="1">
                <a:solidFill>
                  <a:srgbClr val="FFFFFF"/>
                </a:solidFill>
                <a:latin typeface="Avenir Next"/>
                <a:ea typeface="Avenir Next"/>
                <a:cs typeface="Avenir Next"/>
              </a:defRPr>
            </a:lvl6pPr>
            <a:lvl7pPr algn="l">
              <a:defRPr sz="1275" b="1">
                <a:solidFill>
                  <a:srgbClr val="FFFFFF"/>
                </a:solidFill>
                <a:latin typeface="Avenir Next"/>
                <a:ea typeface="Avenir Next"/>
                <a:cs typeface="Avenir Next"/>
              </a:defRPr>
            </a:lvl7pPr>
            <a:lvl8pPr algn="l">
              <a:defRPr sz="1275" b="1">
                <a:solidFill>
                  <a:srgbClr val="FFFFFF"/>
                </a:solidFill>
                <a:latin typeface="Avenir Next"/>
                <a:ea typeface="Avenir Next"/>
                <a:cs typeface="Avenir Next"/>
              </a:defRPr>
            </a:lvl8pPr>
            <a:lvl9pPr algn="l">
              <a:defRPr sz="1275" b="1">
                <a:solidFill>
                  <a:srgbClr val="FFFFFF"/>
                </a:solidFill>
                <a:latin typeface="Avenir Next"/>
                <a:ea typeface="Avenir Next"/>
                <a:cs typeface="Avenir Next"/>
              </a:defRPr>
            </a:lvl9pPr>
          </a:lstStyle>
          <a:p xmlns:a="http://schemas.openxmlformats.org/drawingml/2006/main">
            <a:pPr algn="l">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CASO .robot · QUÉ</a:t>
            </a:r>
          </a:p>
        </p:txBody>
      </p:sp>
      <p:sp>
        <p:nvSpPr>
          <p:cNvPr id="11" name="">
            <a:extLst xmlns:a="http://schemas.openxmlformats.org/drawingml/2006/main">
              <a:ext uri="{FF2B5EF4-FFF2-40B4-BE49-F238E27FC236}">
                <a16:creationId xmlns:a16="http://schemas.microsoft.com/office/drawing/2014/main" id="{02651EB6-448F-439D-B7C0-DA5E556602B4}"/>
              </a:ext>
            </a:extLst>
          </p:cNvPr>
          <p:cNvSpPr>
            <a:spLocks xmlns:a="http://schemas.openxmlformats.org/drawingml/2006/main" noGrp="1"/>
          </p:cNvSpPr>
          <p:nvPr/>
        </p:nvSpPr>
        <p:spPr>
          <a:xfrm xmlns:a="http://schemas.openxmlformats.org/drawingml/2006/main">
            <a:off x="790575" y="2419350"/>
            <a:ext cx="4772025" cy="2162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0">
                <a:solidFill>
                  <a:srgbClr val="FFFFFF"/>
                </a:solidFill>
                <a:latin typeface="Avenir Next"/>
                <a:ea typeface="Avenir Next"/>
                <a:cs typeface="Avenir Next"/>
              </a:defRPr>
            </a:defPPr>
            <a:lvl1pPr algn="l">
              <a:defRPr sz="1875" b="0">
                <a:solidFill>
                  <a:srgbClr val="FFFFFF"/>
                </a:solidFill>
                <a:latin typeface="Avenir Next"/>
                <a:ea typeface="Avenir Next"/>
                <a:cs typeface="Avenir Next"/>
              </a:defRPr>
            </a:lvl1pPr>
            <a:lvl2pPr algn="l">
              <a:defRPr sz="1875" b="0">
                <a:solidFill>
                  <a:srgbClr val="FFFFFF"/>
                </a:solidFill>
                <a:latin typeface="Avenir Next"/>
                <a:ea typeface="Avenir Next"/>
                <a:cs typeface="Avenir Next"/>
              </a:defRPr>
            </a:lvl2pPr>
            <a:lvl3pPr algn="l">
              <a:defRPr sz="1875" b="0">
                <a:solidFill>
                  <a:srgbClr val="FFFFFF"/>
                </a:solidFill>
                <a:latin typeface="Avenir Next"/>
                <a:ea typeface="Avenir Next"/>
                <a:cs typeface="Avenir Next"/>
              </a:defRPr>
            </a:lvl3pPr>
            <a:lvl4pPr algn="l">
              <a:defRPr sz="1875" b="0">
                <a:solidFill>
                  <a:srgbClr val="FFFFFF"/>
                </a:solidFill>
                <a:latin typeface="Avenir Next"/>
                <a:ea typeface="Avenir Next"/>
                <a:cs typeface="Avenir Next"/>
              </a:defRPr>
            </a:lvl4pPr>
            <a:lvl5pPr algn="l">
              <a:defRPr sz="1875" b="0">
                <a:solidFill>
                  <a:srgbClr val="FFFFFF"/>
                </a:solidFill>
                <a:latin typeface="Avenir Next"/>
                <a:ea typeface="Avenir Next"/>
                <a:cs typeface="Avenir Next"/>
              </a:defRPr>
            </a:lvl5pPr>
            <a:lvl6pPr algn="l">
              <a:defRPr sz="1875" b="0">
                <a:solidFill>
                  <a:srgbClr val="FFFFFF"/>
                </a:solidFill>
                <a:latin typeface="Avenir Next"/>
                <a:ea typeface="Avenir Next"/>
                <a:cs typeface="Avenir Next"/>
              </a:defRPr>
            </a:lvl6pPr>
            <a:lvl7pPr algn="l">
              <a:defRPr sz="1875" b="0">
                <a:solidFill>
                  <a:srgbClr val="FFFFFF"/>
                </a:solidFill>
                <a:latin typeface="Avenir Next"/>
                <a:ea typeface="Avenir Next"/>
                <a:cs typeface="Avenir Next"/>
              </a:defRPr>
            </a:lvl7pPr>
            <a:lvl8pPr algn="l">
              <a:defRPr sz="1875" b="0">
                <a:solidFill>
                  <a:srgbClr val="FFFFFF"/>
                </a:solidFill>
                <a:latin typeface="Avenir Next"/>
                <a:ea typeface="Avenir Next"/>
                <a:cs typeface="Avenir Next"/>
              </a:defRPr>
            </a:lvl8pPr>
            <a:lvl9pPr algn="l">
              <a:defRPr sz="1875" b="0">
                <a:solidFill>
                  <a:srgbClr val="FFFFFF"/>
                </a:solidFill>
                <a:latin typeface="Avenir Next"/>
                <a:ea typeface="Avenir Next"/>
                <a:cs typeface="Avenir Next"/>
              </a:defRPr>
            </a:lvl9pPr>
          </a:lstStyle>
          <a:p xmlns:a="http://schemas.openxmlformats.org/drawingml/2006/main">
            <a:pPr algn="l">
              <a:defRPr sz="1875" b="0">
                <a:solidFill>
                  <a:srgbClr val="FFFFFF"/>
                </a:solidFill>
                <a:latin typeface="Avenir Next"/>
                <a:ea typeface="Avenir Next"/>
                <a:cs typeface="Avenir Next"/>
              </a:defRPr>
            </a:pPr>
            <a:r>
              <a:rPr sz="1875" b="0">
                <a:solidFill>
                  <a:srgbClr val="FFFFFF"/>
                </a:solidFill>
                <a:latin typeface="Avenir Next"/>
                <a:ea typeface="Avenir Next"/>
                <a:cs typeface="Avenir Next"/>
              </a:rPr>
              <a:t>Enviar solicitud a contacto</a:t>
            </a:r>
          </a:p>
          <a:p xmlns:a="http://schemas.openxmlformats.org/drawingml/2006/main">
            <a:pPr algn="l">
              <a:defRPr sz="1875" b="0">
                <a:solidFill>
                  <a:srgbClr val="FFFFFF"/>
                </a:solidFill>
                <a:latin typeface="Avenir Next"/>
                <a:ea typeface="Avenir Next"/>
                <a:cs typeface="Avenir Next"/>
              </a:defRPr>
            </a:pPr>
            <a:r>
              <a:rPr sz="1875" b="0">
                <a:solidFill>
                  <a:srgbClr val="FFFFFF"/>
                </a:solidFill>
                <a:latin typeface="Avenir Next"/>
                <a:ea typeface="Avenir Next"/>
                <a:cs typeface="Avenir Next"/>
              </a:rPr>
              <a:t>Aceptar solicitud recibida</a:t>
            </a:r>
          </a:p>
          <a:p xmlns:a="http://schemas.openxmlformats.org/drawingml/2006/main">
            <a:pPr algn="l">
              <a:defRPr sz="1875" b="0">
                <a:solidFill>
                  <a:srgbClr val="FFFFFF"/>
                </a:solidFill>
                <a:latin typeface="Avenir Next"/>
                <a:ea typeface="Avenir Next"/>
                <a:cs typeface="Avenir Next"/>
              </a:defRPr>
            </a:pPr>
            <a:r>
              <a:rPr sz="1875" b="0">
                <a:solidFill>
                  <a:srgbClr val="FFFFFF"/>
                </a:solidFill>
                <a:latin typeface="Avenir Next"/>
                <a:ea typeface="Avenir Next"/>
                <a:cs typeface="Avenir Next"/>
              </a:rPr>
              <a:t>Comprobar estado de solicitud</a:t>
            </a:r>
          </a:p>
          <a:p xmlns:a="http://schemas.openxmlformats.org/drawingml/2006/main">
            <a:pPr algn="l">
              <a:defRPr sz="1875" b="0">
                <a:solidFill>
                  <a:srgbClr val="FFFFFF"/>
                </a:solidFill>
                <a:latin typeface="Avenir Next"/>
                <a:ea typeface="Avenir Next"/>
                <a:cs typeface="Avenir Next"/>
              </a:defRPr>
            </a:pPr>
            <a:r>
              <a:rPr sz="1875" b="0">
                <a:solidFill>
                  <a:srgbClr val="FFFFFF"/>
                </a:solidFill>
                <a:latin typeface="Avenir Next"/>
                <a:ea typeface="Avenir Next"/>
                <a:cs typeface="Avenir Next"/>
              </a:rPr>
              <a:t>Comprobar saldo en inicio</a:t>
            </a:r>
          </a:p>
        </p:txBody>
      </p:sp>
      <p:sp>
        <p:nvSpPr>
          <p:cNvPr id="12" name="">
            <a:extLst xmlns:a="http://schemas.openxmlformats.org/drawingml/2006/main">
              <a:ext uri="{FF2B5EF4-FFF2-40B4-BE49-F238E27FC236}">
                <a16:creationId xmlns:a16="http://schemas.microsoft.com/office/drawing/2014/main" id="{20C48518-17C6-4D19-BCBD-72998FD2A644}"/>
              </a:ext>
            </a:extLst>
          </p:cNvPr>
          <p:cNvSpPr>
            <a:spLocks xmlns:a="http://schemas.openxmlformats.org/drawingml/2006/main" noGrp="1"/>
          </p:cNvSpPr>
          <p:nvPr/>
        </p:nvSpPr>
        <p:spPr>
          <a:xfrm xmlns:a="http://schemas.openxmlformats.org/drawingml/2006/main">
            <a:off x="790575" y="4572000"/>
            <a:ext cx="47720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F5B96C"/>
                </a:solidFill>
                <a:latin typeface="Avenir Next"/>
                <a:ea typeface="Avenir Next"/>
                <a:cs typeface="Avenir Next"/>
              </a:defRPr>
            </a:defPPr>
            <a:lvl1pPr algn="l">
              <a:defRPr sz="1425" b="1">
                <a:solidFill>
                  <a:srgbClr val="F5B96C"/>
                </a:solidFill>
                <a:latin typeface="Avenir Next"/>
                <a:ea typeface="Avenir Next"/>
                <a:cs typeface="Avenir Next"/>
              </a:defRPr>
            </a:lvl1pPr>
            <a:lvl2pPr algn="l">
              <a:defRPr sz="1425" b="1">
                <a:solidFill>
                  <a:srgbClr val="F5B96C"/>
                </a:solidFill>
                <a:latin typeface="Avenir Next"/>
                <a:ea typeface="Avenir Next"/>
                <a:cs typeface="Avenir Next"/>
              </a:defRPr>
            </a:lvl2pPr>
            <a:lvl3pPr algn="l">
              <a:defRPr sz="1425" b="1">
                <a:solidFill>
                  <a:srgbClr val="F5B96C"/>
                </a:solidFill>
                <a:latin typeface="Avenir Next"/>
                <a:ea typeface="Avenir Next"/>
                <a:cs typeface="Avenir Next"/>
              </a:defRPr>
            </a:lvl3pPr>
            <a:lvl4pPr algn="l">
              <a:defRPr sz="1425" b="1">
                <a:solidFill>
                  <a:srgbClr val="F5B96C"/>
                </a:solidFill>
                <a:latin typeface="Avenir Next"/>
                <a:ea typeface="Avenir Next"/>
                <a:cs typeface="Avenir Next"/>
              </a:defRPr>
            </a:lvl4pPr>
            <a:lvl5pPr algn="l">
              <a:defRPr sz="1425" b="1">
                <a:solidFill>
                  <a:srgbClr val="F5B96C"/>
                </a:solidFill>
                <a:latin typeface="Avenir Next"/>
                <a:ea typeface="Avenir Next"/>
                <a:cs typeface="Avenir Next"/>
              </a:defRPr>
            </a:lvl5pPr>
            <a:lvl6pPr algn="l">
              <a:defRPr sz="1425" b="1">
                <a:solidFill>
                  <a:srgbClr val="F5B96C"/>
                </a:solidFill>
                <a:latin typeface="Avenir Next"/>
                <a:ea typeface="Avenir Next"/>
                <a:cs typeface="Avenir Next"/>
              </a:defRPr>
            </a:lvl6pPr>
            <a:lvl7pPr algn="l">
              <a:defRPr sz="1425" b="1">
                <a:solidFill>
                  <a:srgbClr val="F5B96C"/>
                </a:solidFill>
                <a:latin typeface="Avenir Next"/>
                <a:ea typeface="Avenir Next"/>
                <a:cs typeface="Avenir Next"/>
              </a:defRPr>
            </a:lvl7pPr>
            <a:lvl8pPr algn="l">
              <a:defRPr sz="1425" b="1">
                <a:solidFill>
                  <a:srgbClr val="F5B96C"/>
                </a:solidFill>
                <a:latin typeface="Avenir Next"/>
                <a:ea typeface="Avenir Next"/>
                <a:cs typeface="Avenir Next"/>
              </a:defRPr>
            </a:lvl8pPr>
            <a:lvl9pPr algn="l">
              <a:defRPr sz="1425" b="1">
                <a:solidFill>
                  <a:srgbClr val="F5B96C"/>
                </a:solidFill>
                <a:latin typeface="Avenir Next"/>
                <a:ea typeface="Avenir Next"/>
                <a:cs typeface="Avenir Next"/>
              </a:defRPr>
            </a:lvl9pPr>
          </a:lstStyle>
          <a:p xmlns:a="http://schemas.openxmlformats.org/drawingml/2006/main">
            <a:pPr algn="l">
              <a:defRPr sz="1425" b="1">
                <a:solidFill>
                  <a:srgbClr val="F5B96C"/>
                </a:solidFill>
                <a:latin typeface="Avenir Next"/>
                <a:ea typeface="Avenir Next"/>
                <a:cs typeface="Avenir Next"/>
              </a:defRPr>
            </a:pPr>
            <a:r>
              <a:rPr sz="1425" b="1">
                <a:solidFill>
                  <a:srgbClr val="F5B96C"/>
                </a:solidFill>
                <a:latin typeface="Avenir Next"/>
                <a:ea typeface="Avenir Next"/>
                <a:cs typeface="Avenir Next"/>
              </a:rPr>
              <a:t>Dos usuarios · varias pantallas</a:t>
            </a:r>
          </a:p>
        </p:txBody>
      </p:sp>
      <p:sp>
        <p:nvSpPr>
          <p:cNvPr id="13" name="">
            <a:extLst xmlns:a="http://schemas.openxmlformats.org/drawingml/2006/main">
              <a:ext uri="{FF2B5EF4-FFF2-40B4-BE49-F238E27FC236}">
                <a16:creationId xmlns:a16="http://schemas.microsoft.com/office/drawing/2014/main" id="{6BB0896C-5C0C-4A62-9A05-1B599BC02CEA}"/>
              </a:ext>
            </a:extLst>
          </p:cNvPr>
          <p:cNvSpPr>
            <a:spLocks xmlns:a="http://schemas.openxmlformats.org/drawingml/2006/main" noGrp="1"/>
          </p:cNvSpPr>
          <p:nvPr/>
        </p:nvSpPr>
        <p:spPr>
          <a:xfrm xmlns:a="http://schemas.openxmlformats.org/drawingml/2006/main">
            <a:off x="6343650" y="1704975"/>
            <a:ext cx="5276850" cy="3562350"/>
          </a:xfrm>
          <a:prstGeom xmlns:a="http://schemas.openxmlformats.org/drawingml/2006/main" prst="roundRect">
            <a:avLst>
              <a:gd name="adj" fmla="val 2139"/>
            </a:avLst>
          </a:prstGeom>
          <a:solidFill xmlns:a="http://schemas.openxmlformats.org/drawingml/2006/main">
            <a:srgbClr val="DFF3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E81D7C0-2C4D-49B9-A591-9E0CA48FCA69}"/>
              </a:ext>
            </a:extLst>
          </p:cNvPr>
          <p:cNvSpPr>
            <a:spLocks xmlns:a="http://schemas.openxmlformats.org/drawingml/2006/main" noGrp="1"/>
          </p:cNvSpPr>
          <p:nvPr/>
        </p:nvSpPr>
        <p:spPr>
          <a:xfrm xmlns:a="http://schemas.openxmlformats.org/drawingml/2006/main">
            <a:off x="6515100" y="1866900"/>
            <a:ext cx="2190750" cy="333375"/>
          </a:xfrm>
          <a:prstGeom xmlns:a="http://schemas.openxmlformats.org/drawingml/2006/main" prst="roundRect">
            <a:avLst>
              <a:gd name="adj" fmla="val 22857"/>
            </a:avLst>
          </a:prstGeom>
          <a:solidFill xmlns:a="http://schemas.openxmlformats.org/drawingml/2006/main">
            <a:srgbClr val="11766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CA7315E-641E-46DA-B958-40F753816C50}"/>
              </a:ext>
            </a:extLst>
          </p:cNvPr>
          <p:cNvSpPr>
            <a:spLocks xmlns:a="http://schemas.openxmlformats.org/drawingml/2006/main" noGrp="1"/>
          </p:cNvSpPr>
          <p:nvPr/>
        </p:nvSpPr>
        <p:spPr>
          <a:xfrm xmlns:a="http://schemas.openxmlformats.org/drawingml/2006/main">
            <a:off x="6629400" y="1905000"/>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FFFFFF"/>
                </a:solidFill>
                <a:latin typeface="Avenir Next"/>
                <a:ea typeface="Avenir Next"/>
                <a:cs typeface="Avenir Next"/>
              </a:defRPr>
            </a:defPPr>
            <a:lvl1pPr algn="l">
              <a:defRPr sz="1275" b="1">
                <a:solidFill>
                  <a:srgbClr val="FFFFFF"/>
                </a:solidFill>
                <a:latin typeface="Avenir Next"/>
                <a:ea typeface="Avenir Next"/>
                <a:cs typeface="Avenir Next"/>
              </a:defRPr>
            </a:lvl1pPr>
            <a:lvl2pPr algn="l">
              <a:defRPr sz="1275" b="1">
                <a:solidFill>
                  <a:srgbClr val="FFFFFF"/>
                </a:solidFill>
                <a:latin typeface="Avenir Next"/>
                <a:ea typeface="Avenir Next"/>
                <a:cs typeface="Avenir Next"/>
              </a:defRPr>
            </a:lvl2pPr>
            <a:lvl3pPr algn="l">
              <a:defRPr sz="1275" b="1">
                <a:solidFill>
                  <a:srgbClr val="FFFFFF"/>
                </a:solidFill>
                <a:latin typeface="Avenir Next"/>
                <a:ea typeface="Avenir Next"/>
                <a:cs typeface="Avenir Next"/>
              </a:defRPr>
            </a:lvl3pPr>
            <a:lvl4pPr algn="l">
              <a:defRPr sz="1275" b="1">
                <a:solidFill>
                  <a:srgbClr val="FFFFFF"/>
                </a:solidFill>
                <a:latin typeface="Avenir Next"/>
                <a:ea typeface="Avenir Next"/>
                <a:cs typeface="Avenir Next"/>
              </a:defRPr>
            </a:lvl4pPr>
            <a:lvl5pPr algn="l">
              <a:defRPr sz="1275" b="1">
                <a:solidFill>
                  <a:srgbClr val="FFFFFF"/>
                </a:solidFill>
                <a:latin typeface="Avenir Next"/>
                <a:ea typeface="Avenir Next"/>
                <a:cs typeface="Avenir Next"/>
              </a:defRPr>
            </a:lvl5pPr>
            <a:lvl6pPr algn="l">
              <a:defRPr sz="1275" b="1">
                <a:solidFill>
                  <a:srgbClr val="FFFFFF"/>
                </a:solidFill>
                <a:latin typeface="Avenir Next"/>
                <a:ea typeface="Avenir Next"/>
                <a:cs typeface="Avenir Next"/>
              </a:defRPr>
            </a:lvl6pPr>
            <a:lvl7pPr algn="l">
              <a:defRPr sz="1275" b="1">
                <a:solidFill>
                  <a:srgbClr val="FFFFFF"/>
                </a:solidFill>
                <a:latin typeface="Avenir Next"/>
                <a:ea typeface="Avenir Next"/>
                <a:cs typeface="Avenir Next"/>
              </a:defRPr>
            </a:lvl7pPr>
            <a:lvl8pPr algn="l">
              <a:defRPr sz="1275" b="1">
                <a:solidFill>
                  <a:srgbClr val="FFFFFF"/>
                </a:solidFill>
                <a:latin typeface="Avenir Next"/>
                <a:ea typeface="Avenir Next"/>
                <a:cs typeface="Avenir Next"/>
              </a:defRPr>
            </a:lvl8pPr>
            <a:lvl9pPr algn="l">
              <a:defRPr sz="1275" b="1">
                <a:solidFill>
                  <a:srgbClr val="FFFFFF"/>
                </a:solidFill>
                <a:latin typeface="Avenir Next"/>
                <a:ea typeface="Avenir Next"/>
                <a:cs typeface="Avenir Next"/>
              </a:defRPr>
            </a:lvl9pPr>
          </a:lstStyle>
          <a:p xmlns:a="http://schemas.openxmlformats.org/drawingml/2006/main">
            <a:pPr algn="l">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RECURSO · CÓMO</a:t>
            </a:r>
          </a:p>
        </p:txBody>
      </p:sp>
      <p:sp>
        <p:nvSpPr>
          <p:cNvPr id="16" name="">
            <a:extLst xmlns:a="http://schemas.openxmlformats.org/drawingml/2006/main">
              <a:ext uri="{FF2B5EF4-FFF2-40B4-BE49-F238E27FC236}">
                <a16:creationId xmlns:a16="http://schemas.microsoft.com/office/drawing/2014/main" id="{3C0E0646-C498-478B-85F7-7115F794C77D}"/>
              </a:ext>
            </a:extLst>
          </p:cNvPr>
          <p:cNvSpPr>
            <a:spLocks xmlns:a="http://schemas.openxmlformats.org/drawingml/2006/main" noGrp="1"/>
          </p:cNvSpPr>
          <p:nvPr/>
        </p:nvSpPr>
        <p:spPr>
          <a:xfrm xmlns:a="http://schemas.openxmlformats.org/drawingml/2006/main">
            <a:off x="6581775" y="2409825"/>
            <a:ext cx="4772025"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122D32"/>
                </a:solidFill>
                <a:latin typeface="Avenir Next"/>
                <a:ea typeface="Avenir Next"/>
                <a:cs typeface="Avenir Next"/>
              </a:defRPr>
            </a:defPPr>
            <a:lvl1pPr algn="l">
              <a:defRPr sz="1575" b="0">
                <a:solidFill>
                  <a:srgbClr val="122D32"/>
                </a:solidFill>
                <a:latin typeface="Avenir Next"/>
                <a:ea typeface="Avenir Next"/>
                <a:cs typeface="Avenir Next"/>
              </a:defRPr>
            </a:lvl1pPr>
            <a:lvl2pPr algn="l">
              <a:defRPr sz="1575" b="0">
                <a:solidFill>
                  <a:srgbClr val="122D32"/>
                </a:solidFill>
                <a:latin typeface="Avenir Next"/>
                <a:ea typeface="Avenir Next"/>
                <a:cs typeface="Avenir Next"/>
              </a:defRPr>
            </a:lvl2pPr>
            <a:lvl3pPr algn="l">
              <a:defRPr sz="1575" b="0">
                <a:solidFill>
                  <a:srgbClr val="122D32"/>
                </a:solidFill>
                <a:latin typeface="Avenir Next"/>
                <a:ea typeface="Avenir Next"/>
                <a:cs typeface="Avenir Next"/>
              </a:defRPr>
            </a:lvl3pPr>
            <a:lvl4pPr algn="l">
              <a:defRPr sz="1575" b="0">
                <a:solidFill>
                  <a:srgbClr val="122D32"/>
                </a:solidFill>
                <a:latin typeface="Avenir Next"/>
                <a:ea typeface="Avenir Next"/>
                <a:cs typeface="Avenir Next"/>
              </a:defRPr>
            </a:lvl4pPr>
            <a:lvl5pPr algn="l">
              <a:defRPr sz="1575" b="0">
                <a:solidFill>
                  <a:srgbClr val="122D32"/>
                </a:solidFill>
                <a:latin typeface="Avenir Next"/>
                <a:ea typeface="Avenir Next"/>
                <a:cs typeface="Avenir Next"/>
              </a:defRPr>
            </a:lvl5pPr>
            <a:lvl6pPr algn="l">
              <a:defRPr sz="1575" b="0">
                <a:solidFill>
                  <a:srgbClr val="122D32"/>
                </a:solidFill>
                <a:latin typeface="Avenir Next"/>
                <a:ea typeface="Avenir Next"/>
                <a:cs typeface="Avenir Next"/>
              </a:defRPr>
            </a:lvl6pPr>
            <a:lvl7pPr algn="l">
              <a:defRPr sz="1575" b="0">
                <a:solidFill>
                  <a:srgbClr val="122D32"/>
                </a:solidFill>
                <a:latin typeface="Avenir Next"/>
                <a:ea typeface="Avenir Next"/>
                <a:cs typeface="Avenir Next"/>
              </a:defRPr>
            </a:lvl7pPr>
            <a:lvl8pPr algn="l">
              <a:defRPr sz="1575" b="0">
                <a:solidFill>
                  <a:srgbClr val="122D32"/>
                </a:solidFill>
                <a:latin typeface="Avenir Next"/>
                <a:ea typeface="Avenir Next"/>
                <a:cs typeface="Avenir Next"/>
              </a:defRPr>
            </a:lvl8pPr>
            <a:lvl9pPr algn="l">
              <a:defRPr sz="1575" b="0">
                <a:solidFill>
                  <a:srgbClr val="122D32"/>
                </a:solidFill>
                <a:latin typeface="Avenir Next"/>
                <a:ea typeface="Avenir Next"/>
                <a:cs typeface="Avenir Next"/>
              </a:defRPr>
            </a:lvl9pPr>
          </a:lstStyle>
          <a:p xmlns:a="http://schemas.openxmlformats.org/drawingml/2006/main">
            <a:pPr algn="l">
              <a:defRPr sz="1575" b="0">
                <a:solidFill>
                  <a:srgbClr val="122D32"/>
                </a:solidFill>
                <a:latin typeface="Avenir Next"/>
                <a:ea typeface="Avenir Next"/>
                <a:cs typeface="Avenir Next"/>
              </a:defRPr>
            </a:pPr>
            <a:r>
              <a:rPr sz="1575" b="0">
                <a:solidFill>
                  <a:srgbClr val="122D32"/>
                </a:solidFill>
                <a:latin typeface="Avenir Next"/>
                <a:ea typeface="Avenir Next"/>
                <a:cs typeface="Avenir Next"/>
              </a:rPr>
              <a:t>Fill Text</a:t>
            </a:r>
          </a:p>
          <a:p xmlns:a="http://schemas.openxmlformats.org/drawingml/2006/main">
            <a:pPr algn="l">
              <a:defRPr sz="1575" b="0">
                <a:solidFill>
                  <a:srgbClr val="122D32"/>
                </a:solidFill>
                <a:latin typeface="Avenir Next"/>
                <a:ea typeface="Avenir Next"/>
                <a:cs typeface="Avenir Next"/>
              </a:defRPr>
            </a:pPr>
            <a:r>
              <a:rPr sz="1575" b="0">
                <a:solidFill>
                  <a:srgbClr val="122D32"/>
                </a:solidFill>
                <a:latin typeface="Avenir Next"/>
                <a:ea typeface="Avenir Next"/>
                <a:cs typeface="Avenir Next"/>
              </a:rPr>
              <a:t>css=[data-testid="input-solicitud-monto"]</a:t>
            </a:r>
          </a:p>
          <a:p xmlns:a="http://schemas.openxmlformats.org/drawingml/2006/main">
            <a:r>
              <a:t/>
            </a:r>
          </a:p>
          <a:p xmlns:a="http://schemas.openxmlformats.org/drawingml/2006/main">
            <a:pPr algn="l">
              <a:defRPr sz="1575" b="0">
                <a:solidFill>
                  <a:srgbClr val="122D32"/>
                </a:solidFill>
                <a:latin typeface="Avenir Next"/>
                <a:ea typeface="Avenir Next"/>
                <a:cs typeface="Avenir Next"/>
              </a:defRPr>
            </a:pPr>
            <a:r>
              <a:rPr sz="1575" b="0">
                <a:solidFill>
                  <a:srgbClr val="122D32"/>
                </a:solidFill>
                <a:latin typeface="Avenir Next"/>
                <a:ea typeface="Avenir Next"/>
                <a:cs typeface="Avenir Next"/>
              </a:rPr>
              <a:t>Click</a:t>
            </a:r>
          </a:p>
          <a:p xmlns:a="http://schemas.openxmlformats.org/drawingml/2006/main">
            <a:pPr algn="l">
              <a:defRPr sz="1575" b="0">
                <a:solidFill>
                  <a:srgbClr val="122D32"/>
                </a:solidFill>
                <a:latin typeface="Avenir Next"/>
                <a:ea typeface="Avenir Next"/>
                <a:cs typeface="Avenir Next"/>
              </a:defRPr>
            </a:pPr>
            <a:r>
              <a:rPr sz="1575" b="0">
                <a:solidFill>
                  <a:srgbClr val="122D32"/>
                </a:solidFill>
                <a:latin typeface="Avenir Next"/>
                <a:ea typeface="Avenir Next"/>
                <a:cs typeface="Avenir Next"/>
              </a:rPr>
              <a:t>css=[data-testid="boton-solicitar"]</a:t>
            </a:r>
          </a:p>
        </p:txBody>
      </p:sp>
      <p:sp>
        <p:nvSpPr>
          <p:cNvPr id="17" name="">
            <a:extLst xmlns:a="http://schemas.openxmlformats.org/drawingml/2006/main">
              <a:ext uri="{FF2B5EF4-FFF2-40B4-BE49-F238E27FC236}">
                <a16:creationId xmlns:a16="http://schemas.microsoft.com/office/drawing/2014/main" id="{351711D7-DB2C-4E7F-A455-547EE5A4FC3F}"/>
              </a:ext>
            </a:extLst>
          </p:cNvPr>
          <p:cNvSpPr>
            <a:spLocks xmlns:a="http://schemas.openxmlformats.org/drawingml/2006/main" noGrp="1"/>
          </p:cNvSpPr>
          <p:nvPr/>
        </p:nvSpPr>
        <p:spPr>
          <a:xfrm xmlns:a="http://schemas.openxmlformats.org/drawingml/2006/main">
            <a:off x="6581775" y="4495800"/>
            <a:ext cx="47720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0A4C4E"/>
                </a:solidFill>
                <a:latin typeface="Avenir Next"/>
                <a:ea typeface="Avenir Next"/>
                <a:cs typeface="Avenir Next"/>
              </a:defRPr>
            </a:defPPr>
            <a:lvl1pPr algn="l">
              <a:defRPr sz="1350" b="1">
                <a:solidFill>
                  <a:srgbClr val="0A4C4E"/>
                </a:solidFill>
                <a:latin typeface="Avenir Next"/>
                <a:ea typeface="Avenir Next"/>
                <a:cs typeface="Avenir Next"/>
              </a:defRPr>
            </a:lvl1pPr>
            <a:lvl2pPr algn="l">
              <a:defRPr sz="1350" b="1">
                <a:solidFill>
                  <a:srgbClr val="0A4C4E"/>
                </a:solidFill>
                <a:latin typeface="Avenir Next"/>
                <a:ea typeface="Avenir Next"/>
                <a:cs typeface="Avenir Next"/>
              </a:defRPr>
            </a:lvl2pPr>
            <a:lvl3pPr algn="l">
              <a:defRPr sz="1350" b="1">
                <a:solidFill>
                  <a:srgbClr val="0A4C4E"/>
                </a:solidFill>
                <a:latin typeface="Avenir Next"/>
                <a:ea typeface="Avenir Next"/>
                <a:cs typeface="Avenir Next"/>
              </a:defRPr>
            </a:lvl3pPr>
            <a:lvl4pPr algn="l">
              <a:defRPr sz="1350" b="1">
                <a:solidFill>
                  <a:srgbClr val="0A4C4E"/>
                </a:solidFill>
                <a:latin typeface="Avenir Next"/>
                <a:ea typeface="Avenir Next"/>
                <a:cs typeface="Avenir Next"/>
              </a:defRPr>
            </a:lvl4pPr>
            <a:lvl5pPr algn="l">
              <a:defRPr sz="1350" b="1">
                <a:solidFill>
                  <a:srgbClr val="0A4C4E"/>
                </a:solidFill>
                <a:latin typeface="Avenir Next"/>
                <a:ea typeface="Avenir Next"/>
                <a:cs typeface="Avenir Next"/>
              </a:defRPr>
            </a:lvl5pPr>
            <a:lvl6pPr algn="l">
              <a:defRPr sz="1350" b="1">
                <a:solidFill>
                  <a:srgbClr val="0A4C4E"/>
                </a:solidFill>
                <a:latin typeface="Avenir Next"/>
                <a:ea typeface="Avenir Next"/>
                <a:cs typeface="Avenir Next"/>
              </a:defRPr>
            </a:lvl6pPr>
            <a:lvl7pPr algn="l">
              <a:defRPr sz="1350" b="1">
                <a:solidFill>
                  <a:srgbClr val="0A4C4E"/>
                </a:solidFill>
                <a:latin typeface="Avenir Next"/>
                <a:ea typeface="Avenir Next"/>
                <a:cs typeface="Avenir Next"/>
              </a:defRPr>
            </a:lvl7pPr>
            <a:lvl8pPr algn="l">
              <a:defRPr sz="1350" b="1">
                <a:solidFill>
                  <a:srgbClr val="0A4C4E"/>
                </a:solidFill>
                <a:latin typeface="Avenir Next"/>
                <a:ea typeface="Avenir Next"/>
                <a:cs typeface="Avenir Next"/>
              </a:defRPr>
            </a:lvl8pPr>
            <a:lvl9pPr algn="l">
              <a:defRPr sz="1350" b="1">
                <a:solidFill>
                  <a:srgbClr val="0A4C4E"/>
                </a:solidFill>
                <a:latin typeface="Avenir Next"/>
                <a:ea typeface="Avenir Next"/>
                <a:cs typeface="Avenir Next"/>
              </a:defRPr>
            </a:lvl9pPr>
          </a:lstStyle>
          <a:p xmlns:a="http://schemas.openxmlformats.org/drawingml/2006/main">
            <a:pPr algn="l">
              <a:defRPr sz="1350" b="1">
                <a:solidFill>
                  <a:srgbClr val="0A4C4E"/>
                </a:solidFill>
                <a:latin typeface="Avenir Next"/>
                <a:ea typeface="Avenir Next"/>
                <a:cs typeface="Avenir Next"/>
              </a:defRPr>
            </a:pPr>
            <a:r>
              <a:rPr sz="1350" b="1">
                <a:solidFill>
                  <a:srgbClr val="0A4C4E"/>
                </a:solidFill>
                <a:latin typeface="Avenir Next"/>
                <a:ea typeface="Avenir Next"/>
                <a:cs typeface="Avenir Next"/>
              </a:rPr>
              <a:t>Aceptar = clic + confirmación + espera</a:t>
            </a:r>
          </a:p>
        </p:txBody>
      </p:sp>
      <p:sp>
        <p:nvSpPr>
          <p:cNvPr id="18" name="">
            <a:extLst xmlns:a="http://schemas.openxmlformats.org/drawingml/2006/main">
              <a:ext uri="{FF2B5EF4-FFF2-40B4-BE49-F238E27FC236}">
                <a16:creationId xmlns:a16="http://schemas.microsoft.com/office/drawing/2014/main" id="{BD930BE0-E19B-4F20-9C00-FDC8F07D7CC0}"/>
              </a:ext>
            </a:extLst>
          </p:cNvPr>
          <p:cNvSpPr>
            <a:spLocks xmlns:a="http://schemas.openxmlformats.org/drawingml/2006/main" noGrp="1"/>
          </p:cNvSpPr>
          <p:nvPr/>
        </p:nvSpPr>
        <p:spPr>
          <a:xfrm xmlns:a="http://schemas.openxmlformats.org/drawingml/2006/main">
            <a:off x="6581775" y="4895850"/>
            <a:ext cx="47720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1766E"/>
                </a:solidFill>
                <a:latin typeface="Avenir Next"/>
                <a:ea typeface="Avenir Next"/>
                <a:cs typeface="Avenir Next"/>
              </a:defRPr>
            </a:defPPr>
            <a:lvl1pPr algn="l">
              <a:defRPr sz="1275" b="1">
                <a:solidFill>
                  <a:srgbClr val="11766E"/>
                </a:solidFill>
                <a:latin typeface="Avenir Next"/>
                <a:ea typeface="Avenir Next"/>
                <a:cs typeface="Avenir Next"/>
              </a:defRPr>
            </a:lvl1pPr>
            <a:lvl2pPr algn="l">
              <a:defRPr sz="1275" b="1">
                <a:solidFill>
                  <a:srgbClr val="11766E"/>
                </a:solidFill>
                <a:latin typeface="Avenir Next"/>
                <a:ea typeface="Avenir Next"/>
                <a:cs typeface="Avenir Next"/>
              </a:defRPr>
            </a:lvl2pPr>
            <a:lvl3pPr algn="l">
              <a:defRPr sz="1275" b="1">
                <a:solidFill>
                  <a:srgbClr val="11766E"/>
                </a:solidFill>
                <a:latin typeface="Avenir Next"/>
                <a:ea typeface="Avenir Next"/>
                <a:cs typeface="Avenir Next"/>
              </a:defRPr>
            </a:lvl3pPr>
            <a:lvl4pPr algn="l">
              <a:defRPr sz="1275" b="1">
                <a:solidFill>
                  <a:srgbClr val="11766E"/>
                </a:solidFill>
                <a:latin typeface="Avenir Next"/>
                <a:ea typeface="Avenir Next"/>
                <a:cs typeface="Avenir Next"/>
              </a:defRPr>
            </a:lvl4pPr>
            <a:lvl5pPr algn="l">
              <a:defRPr sz="1275" b="1">
                <a:solidFill>
                  <a:srgbClr val="11766E"/>
                </a:solidFill>
                <a:latin typeface="Avenir Next"/>
                <a:ea typeface="Avenir Next"/>
                <a:cs typeface="Avenir Next"/>
              </a:defRPr>
            </a:lvl5pPr>
            <a:lvl6pPr algn="l">
              <a:defRPr sz="1275" b="1">
                <a:solidFill>
                  <a:srgbClr val="11766E"/>
                </a:solidFill>
                <a:latin typeface="Avenir Next"/>
                <a:ea typeface="Avenir Next"/>
                <a:cs typeface="Avenir Next"/>
              </a:defRPr>
            </a:lvl6pPr>
            <a:lvl7pPr algn="l">
              <a:defRPr sz="1275" b="1">
                <a:solidFill>
                  <a:srgbClr val="11766E"/>
                </a:solidFill>
                <a:latin typeface="Avenir Next"/>
                <a:ea typeface="Avenir Next"/>
                <a:cs typeface="Avenir Next"/>
              </a:defRPr>
            </a:lvl7pPr>
            <a:lvl8pPr algn="l">
              <a:defRPr sz="1275" b="1">
                <a:solidFill>
                  <a:srgbClr val="11766E"/>
                </a:solidFill>
                <a:latin typeface="Avenir Next"/>
                <a:ea typeface="Avenir Next"/>
                <a:cs typeface="Avenir Next"/>
              </a:defRPr>
            </a:lvl8pPr>
            <a:lvl9pPr algn="l">
              <a:defRPr sz="1275" b="1">
                <a:solidFill>
                  <a:srgbClr val="11766E"/>
                </a:solidFill>
                <a:latin typeface="Avenir Next"/>
                <a:ea typeface="Avenir Next"/>
                <a:cs typeface="Avenir Next"/>
              </a:defRPr>
            </a:lvl9pPr>
          </a:lstStyle>
          <a:p xmlns:a="http://schemas.openxmlformats.org/drawingml/2006/main">
            <a:pPr algn="l">
              <a:defRPr sz="1275" b="1">
                <a:solidFill>
                  <a:srgbClr val="11766E"/>
                </a:solidFill>
                <a:latin typeface="Avenir Next"/>
                <a:ea typeface="Avenir Next"/>
                <a:cs typeface="Avenir Next"/>
              </a:defRPr>
            </a:pPr>
            <a:r>
              <a:rPr sz="1275" b="1">
                <a:solidFill>
                  <a:srgbClr val="11766E"/>
                </a:solidFill>
                <a:latin typeface="Avenir Next"/>
                <a:ea typeface="Avenir Next"/>
                <a:cs typeface="Avenir Next"/>
              </a:rPr>
              <a:t>SolicitudesPage.resource</a:t>
            </a:r>
          </a:p>
        </p:txBody>
      </p:sp>
      <p:sp>
        <p:nvSpPr>
          <p:cNvPr id="19" name="">
            <a:extLst xmlns:a="http://schemas.openxmlformats.org/drawingml/2006/main">
              <a:ext uri="{FF2B5EF4-FFF2-40B4-BE49-F238E27FC236}">
                <a16:creationId xmlns:a16="http://schemas.microsoft.com/office/drawing/2014/main" id="{9873EE2B-D33B-414F-A136-D5DDDE462DE0}"/>
              </a:ext>
            </a:extLst>
          </p:cNvPr>
          <p:cNvSpPr>
            <a:spLocks xmlns:a="http://schemas.openxmlformats.org/drawingml/2006/main" noGrp="1"/>
          </p:cNvSpPr>
          <p:nvPr/>
        </p:nvSpPr>
        <p:spPr>
          <a:xfrm xmlns:a="http://schemas.openxmlformats.org/drawingml/2006/main">
            <a:off x="561975" y="5476875"/>
            <a:ext cx="11049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950" b="1">
                <a:solidFill>
                  <a:srgbClr val="11766E"/>
                </a:solidFill>
                <a:latin typeface="Avenir Next"/>
                <a:ea typeface="Avenir Next"/>
                <a:cs typeface="Avenir Next"/>
              </a:defRPr>
            </a:defPPr>
            <a:lvl1pPr algn="ctr">
              <a:defRPr sz="1950" b="1">
                <a:solidFill>
                  <a:srgbClr val="11766E"/>
                </a:solidFill>
                <a:latin typeface="Avenir Next"/>
                <a:ea typeface="Avenir Next"/>
                <a:cs typeface="Avenir Next"/>
              </a:defRPr>
            </a:lvl1pPr>
            <a:lvl2pPr algn="ctr">
              <a:defRPr sz="1950" b="1">
                <a:solidFill>
                  <a:srgbClr val="11766E"/>
                </a:solidFill>
                <a:latin typeface="Avenir Next"/>
                <a:ea typeface="Avenir Next"/>
                <a:cs typeface="Avenir Next"/>
              </a:defRPr>
            </a:lvl2pPr>
            <a:lvl3pPr algn="ctr">
              <a:defRPr sz="1950" b="1">
                <a:solidFill>
                  <a:srgbClr val="11766E"/>
                </a:solidFill>
                <a:latin typeface="Avenir Next"/>
                <a:ea typeface="Avenir Next"/>
                <a:cs typeface="Avenir Next"/>
              </a:defRPr>
            </a:lvl3pPr>
            <a:lvl4pPr algn="ctr">
              <a:defRPr sz="1950" b="1">
                <a:solidFill>
                  <a:srgbClr val="11766E"/>
                </a:solidFill>
                <a:latin typeface="Avenir Next"/>
                <a:ea typeface="Avenir Next"/>
                <a:cs typeface="Avenir Next"/>
              </a:defRPr>
            </a:lvl4pPr>
            <a:lvl5pPr algn="ctr">
              <a:defRPr sz="1950" b="1">
                <a:solidFill>
                  <a:srgbClr val="11766E"/>
                </a:solidFill>
                <a:latin typeface="Avenir Next"/>
                <a:ea typeface="Avenir Next"/>
                <a:cs typeface="Avenir Next"/>
              </a:defRPr>
            </a:lvl5pPr>
            <a:lvl6pPr algn="ctr">
              <a:defRPr sz="1950" b="1">
                <a:solidFill>
                  <a:srgbClr val="11766E"/>
                </a:solidFill>
                <a:latin typeface="Avenir Next"/>
                <a:ea typeface="Avenir Next"/>
                <a:cs typeface="Avenir Next"/>
              </a:defRPr>
            </a:lvl6pPr>
            <a:lvl7pPr algn="ctr">
              <a:defRPr sz="1950" b="1">
                <a:solidFill>
                  <a:srgbClr val="11766E"/>
                </a:solidFill>
                <a:latin typeface="Avenir Next"/>
                <a:ea typeface="Avenir Next"/>
                <a:cs typeface="Avenir Next"/>
              </a:defRPr>
            </a:lvl7pPr>
            <a:lvl8pPr algn="ctr">
              <a:defRPr sz="1950" b="1">
                <a:solidFill>
                  <a:srgbClr val="11766E"/>
                </a:solidFill>
                <a:latin typeface="Avenir Next"/>
                <a:ea typeface="Avenir Next"/>
                <a:cs typeface="Avenir Next"/>
              </a:defRPr>
            </a:lvl8pPr>
            <a:lvl9pPr algn="ctr">
              <a:defRPr sz="1950" b="1">
                <a:solidFill>
                  <a:srgbClr val="11766E"/>
                </a:solidFill>
                <a:latin typeface="Avenir Next"/>
                <a:ea typeface="Avenir Next"/>
                <a:cs typeface="Avenir Next"/>
              </a:defRPr>
            </a:lvl9pPr>
          </a:lstStyle>
          <a:p xmlns:a="http://schemas.openxmlformats.org/drawingml/2006/main">
            <a:pPr algn="ctr">
              <a:defRPr sz="1950" b="1">
                <a:solidFill>
                  <a:srgbClr val="11766E"/>
                </a:solidFill>
                <a:latin typeface="Avenir Next"/>
                <a:ea typeface="Avenir Next"/>
                <a:cs typeface="Avenir Next"/>
              </a:defRPr>
            </a:pPr>
            <a:r>
              <a:rPr sz="1950" b="1">
                <a:solidFill>
                  <a:srgbClr val="11766E"/>
                </a:solidFill>
                <a:latin typeface="Avenir Next"/>
                <a:ea typeface="Avenir Next"/>
                <a:cs typeface="Avenir Next"/>
              </a:rPr>
              <a:t>Un selector cambia en un recurso; el caso sigue legible.</a:t>
            </a:r>
          </a:p>
        </p:txBody>
      </p:sp>
    </p:spTree>
    <p:extLst>
      <p:ext uri="{BB962C8B-B14F-4D97-AF65-F5344CB8AC3E}">
        <p14:creationId xmlns:p14="http://schemas.microsoft.com/office/powerpoint/2010/main" val="517459854"/>
      </p:ext>
    </p:extLst>
  </p:cSld>
</p:sld>
</file>

<file path=ppt/slides/slide6.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B0826AF-0E86-4F41-8436-4954ADED5C4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1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EF7500D-08A8-4DAC-A8D6-2E5452391942}"/>
              </a:ext>
            </a:extLst>
          </p:cNvPr>
          <p:cNvSpPr>
            <a:spLocks xmlns:a="http://schemas.openxmlformats.org/drawingml/2006/main" noGrp="1"/>
          </p:cNvSpPr>
          <p:nvPr/>
        </p:nvSpPr>
        <p:spPr>
          <a:xfrm xmlns:a="http://schemas.openxmlformats.org/drawingml/2006/main">
            <a:off x="523875" y="3238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766E"/>
                </a:solidFill>
                <a:latin typeface="Avenir Next"/>
                <a:ea typeface="Avenir Next"/>
                <a:cs typeface="Avenir Next"/>
              </a:defRPr>
            </a:defPPr>
            <a:lvl1pPr algn="l">
              <a:defRPr sz="1500" b="1">
                <a:solidFill>
                  <a:srgbClr val="11766E"/>
                </a:solidFill>
                <a:latin typeface="Avenir Next"/>
                <a:ea typeface="Avenir Next"/>
                <a:cs typeface="Avenir Next"/>
              </a:defRPr>
            </a:lvl1pPr>
            <a:lvl2pPr algn="l">
              <a:defRPr sz="1500" b="1">
                <a:solidFill>
                  <a:srgbClr val="11766E"/>
                </a:solidFill>
                <a:latin typeface="Avenir Next"/>
                <a:ea typeface="Avenir Next"/>
                <a:cs typeface="Avenir Next"/>
              </a:defRPr>
            </a:lvl2pPr>
            <a:lvl3pPr algn="l">
              <a:defRPr sz="1500" b="1">
                <a:solidFill>
                  <a:srgbClr val="11766E"/>
                </a:solidFill>
                <a:latin typeface="Avenir Next"/>
                <a:ea typeface="Avenir Next"/>
                <a:cs typeface="Avenir Next"/>
              </a:defRPr>
            </a:lvl3pPr>
            <a:lvl4pPr algn="l">
              <a:defRPr sz="1500" b="1">
                <a:solidFill>
                  <a:srgbClr val="11766E"/>
                </a:solidFill>
                <a:latin typeface="Avenir Next"/>
                <a:ea typeface="Avenir Next"/>
                <a:cs typeface="Avenir Next"/>
              </a:defRPr>
            </a:lvl4pPr>
            <a:lvl5pPr algn="l">
              <a:defRPr sz="1500" b="1">
                <a:solidFill>
                  <a:srgbClr val="11766E"/>
                </a:solidFill>
                <a:latin typeface="Avenir Next"/>
                <a:ea typeface="Avenir Next"/>
                <a:cs typeface="Avenir Next"/>
              </a:defRPr>
            </a:lvl5pPr>
            <a:lvl6pPr algn="l">
              <a:defRPr sz="1500" b="1">
                <a:solidFill>
                  <a:srgbClr val="11766E"/>
                </a:solidFill>
                <a:latin typeface="Avenir Next"/>
                <a:ea typeface="Avenir Next"/>
                <a:cs typeface="Avenir Next"/>
              </a:defRPr>
            </a:lvl6pPr>
            <a:lvl7pPr algn="l">
              <a:defRPr sz="1500" b="1">
                <a:solidFill>
                  <a:srgbClr val="11766E"/>
                </a:solidFill>
                <a:latin typeface="Avenir Next"/>
                <a:ea typeface="Avenir Next"/>
                <a:cs typeface="Avenir Next"/>
              </a:defRPr>
            </a:lvl7pPr>
            <a:lvl8pPr algn="l">
              <a:defRPr sz="1500" b="1">
                <a:solidFill>
                  <a:srgbClr val="11766E"/>
                </a:solidFill>
                <a:latin typeface="Avenir Next"/>
                <a:ea typeface="Avenir Next"/>
                <a:cs typeface="Avenir Next"/>
              </a:defRPr>
            </a:lvl8pPr>
            <a:lvl9pPr algn="l">
              <a:defRPr sz="1500" b="1">
                <a:solidFill>
                  <a:srgbClr val="11766E"/>
                </a:solidFill>
                <a:latin typeface="Avenir Next"/>
                <a:ea typeface="Avenir Next"/>
                <a:cs typeface="Avenir Next"/>
              </a:defRPr>
            </a:lvl9pPr>
          </a:lstStyle>
          <a:p xmlns:a="http://schemas.openxmlformats.org/drawingml/2006/main">
            <a:pPr algn="l">
              <a:defRPr sz="1500" b="1">
                <a:solidFill>
                  <a:srgbClr val="11766E"/>
                </a:solidFill>
                <a:latin typeface="Avenir Next"/>
                <a:ea typeface="Avenir Next"/>
                <a:cs typeface="Avenir Next"/>
              </a:defRPr>
            </a:pPr>
            <a:r>
              <a:rPr sz="1500" b="1">
                <a:solidFill>
                  <a:srgbClr val="11766E"/>
                </a:solidFill>
                <a:latin typeface="Avenir Next"/>
                <a:ea typeface="Avenir Next"/>
                <a:cs typeface="Avenir Next"/>
              </a:rPr>
              <a:t>06</a:t>
            </a:r>
          </a:p>
        </p:txBody>
      </p:sp>
      <p:sp>
        <p:nvSpPr>
          <p:cNvPr id="3" name="">
            <a:extLst xmlns:a="http://schemas.openxmlformats.org/drawingml/2006/main">
              <a:ext uri="{FF2B5EF4-FFF2-40B4-BE49-F238E27FC236}">
                <a16:creationId xmlns:a16="http://schemas.microsoft.com/office/drawing/2014/main" id="{93E02090-8514-4339-AC6A-58DA083699BE}"/>
              </a:ext>
            </a:extLst>
          </p:cNvPr>
          <p:cNvSpPr>
            <a:spLocks xmlns:a="http://schemas.openxmlformats.org/drawingml/2006/main" noGrp="1"/>
          </p:cNvSpPr>
          <p:nvPr/>
        </p:nvSpPr>
        <p:spPr>
          <a:xfrm xmlns:a="http://schemas.openxmlformats.org/drawingml/2006/main">
            <a:off x="1047750" y="3048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22D32"/>
                </a:solidFill>
                <a:latin typeface="Avenir Next"/>
                <a:ea typeface="Avenir Next"/>
                <a:cs typeface="Avenir Next"/>
              </a:defRPr>
            </a:defPPr>
            <a:lvl1pPr algn="l">
              <a:defRPr sz="3000" b="1">
                <a:solidFill>
                  <a:srgbClr val="122D32"/>
                </a:solidFill>
                <a:latin typeface="Avenir Next"/>
                <a:ea typeface="Avenir Next"/>
                <a:cs typeface="Avenir Next"/>
              </a:defRPr>
            </a:lvl1pPr>
            <a:lvl2pPr algn="l">
              <a:defRPr sz="3000" b="1">
                <a:solidFill>
                  <a:srgbClr val="122D32"/>
                </a:solidFill>
                <a:latin typeface="Avenir Next"/>
                <a:ea typeface="Avenir Next"/>
                <a:cs typeface="Avenir Next"/>
              </a:defRPr>
            </a:lvl2pPr>
            <a:lvl3pPr algn="l">
              <a:defRPr sz="3000" b="1">
                <a:solidFill>
                  <a:srgbClr val="122D32"/>
                </a:solidFill>
                <a:latin typeface="Avenir Next"/>
                <a:ea typeface="Avenir Next"/>
                <a:cs typeface="Avenir Next"/>
              </a:defRPr>
            </a:lvl3pPr>
            <a:lvl4pPr algn="l">
              <a:defRPr sz="3000" b="1">
                <a:solidFill>
                  <a:srgbClr val="122D32"/>
                </a:solidFill>
                <a:latin typeface="Avenir Next"/>
                <a:ea typeface="Avenir Next"/>
                <a:cs typeface="Avenir Next"/>
              </a:defRPr>
            </a:lvl4pPr>
            <a:lvl5pPr algn="l">
              <a:defRPr sz="3000" b="1">
                <a:solidFill>
                  <a:srgbClr val="122D32"/>
                </a:solidFill>
                <a:latin typeface="Avenir Next"/>
                <a:ea typeface="Avenir Next"/>
                <a:cs typeface="Avenir Next"/>
              </a:defRPr>
            </a:lvl5pPr>
            <a:lvl6pPr algn="l">
              <a:defRPr sz="3000" b="1">
                <a:solidFill>
                  <a:srgbClr val="122D32"/>
                </a:solidFill>
                <a:latin typeface="Avenir Next"/>
                <a:ea typeface="Avenir Next"/>
                <a:cs typeface="Avenir Next"/>
              </a:defRPr>
            </a:lvl6pPr>
            <a:lvl7pPr algn="l">
              <a:defRPr sz="3000" b="1">
                <a:solidFill>
                  <a:srgbClr val="122D32"/>
                </a:solidFill>
                <a:latin typeface="Avenir Next"/>
                <a:ea typeface="Avenir Next"/>
                <a:cs typeface="Avenir Next"/>
              </a:defRPr>
            </a:lvl7pPr>
            <a:lvl8pPr algn="l">
              <a:defRPr sz="3000" b="1">
                <a:solidFill>
                  <a:srgbClr val="122D32"/>
                </a:solidFill>
                <a:latin typeface="Avenir Next"/>
                <a:ea typeface="Avenir Next"/>
                <a:cs typeface="Avenir Next"/>
              </a:defRPr>
            </a:lvl8pPr>
            <a:lvl9pPr algn="l">
              <a:defRPr sz="3000" b="1">
                <a:solidFill>
                  <a:srgbClr val="122D32"/>
                </a:solidFill>
                <a:latin typeface="Avenir Next"/>
                <a:ea typeface="Avenir Next"/>
                <a:cs typeface="Avenir Next"/>
              </a:defRPr>
            </a:lvl9pPr>
          </a:lstStyle>
          <a:p xmlns:a="http://schemas.openxmlformats.org/drawingml/2006/main">
            <a:pPr algn="l">
              <a:defRPr sz="3000" b="1">
                <a:solidFill>
                  <a:srgbClr val="122D32"/>
                </a:solidFill>
                <a:latin typeface="Avenir Next"/>
                <a:ea typeface="Avenir Next"/>
                <a:cs typeface="Avenir Next"/>
              </a:defRPr>
            </a:pPr>
            <a:r>
              <a:rPr sz="3000" b="1">
                <a:solidFill>
                  <a:srgbClr val="122D32"/>
                </a:solidFill>
                <a:latin typeface="Avenir Next"/>
                <a:ea typeface="Avenir Next"/>
                <a:cs typeface="Avenir Next"/>
              </a:rPr>
              <a:t>Diego inicia el recorrido</a:t>
            </a:r>
          </a:p>
        </p:txBody>
      </p:sp>
      <p:sp>
        <p:nvSpPr>
          <p:cNvPr id="4" name="">
            <a:extLst xmlns:a="http://schemas.openxmlformats.org/drawingml/2006/main">
              <a:ext uri="{FF2B5EF4-FFF2-40B4-BE49-F238E27FC236}">
                <a16:creationId xmlns:a16="http://schemas.microsoft.com/office/drawing/2014/main" id="{6C689CCB-4681-4D64-818D-590E97A055CD}"/>
              </a:ext>
            </a:extLst>
          </p:cNvPr>
          <p:cNvSpPr>
            <a:spLocks xmlns:a="http://schemas.openxmlformats.org/drawingml/2006/main" noGrp="1"/>
          </p:cNvSpPr>
          <p:nvPr/>
        </p:nvSpPr>
        <p:spPr>
          <a:xfrm xmlns:a="http://schemas.openxmlformats.org/drawingml/2006/main">
            <a:off x="561975" y="1019175"/>
            <a:ext cx="11001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A6D70"/>
                </a:solidFill>
                <a:latin typeface="Avenir Next"/>
                <a:ea typeface="Avenir Next"/>
                <a:cs typeface="Avenir Next"/>
              </a:defRPr>
            </a:defPPr>
            <a:lvl1pPr algn="l">
              <a:defRPr sz="1500" b="0">
                <a:solidFill>
                  <a:srgbClr val="5A6D70"/>
                </a:solidFill>
                <a:latin typeface="Avenir Next"/>
                <a:ea typeface="Avenir Next"/>
                <a:cs typeface="Avenir Next"/>
              </a:defRPr>
            </a:lvl1pPr>
            <a:lvl2pPr algn="l">
              <a:defRPr sz="1500" b="0">
                <a:solidFill>
                  <a:srgbClr val="5A6D70"/>
                </a:solidFill>
                <a:latin typeface="Avenir Next"/>
                <a:ea typeface="Avenir Next"/>
                <a:cs typeface="Avenir Next"/>
              </a:defRPr>
            </a:lvl2pPr>
            <a:lvl3pPr algn="l">
              <a:defRPr sz="1500" b="0">
                <a:solidFill>
                  <a:srgbClr val="5A6D70"/>
                </a:solidFill>
                <a:latin typeface="Avenir Next"/>
                <a:ea typeface="Avenir Next"/>
                <a:cs typeface="Avenir Next"/>
              </a:defRPr>
            </a:lvl3pPr>
            <a:lvl4pPr algn="l">
              <a:defRPr sz="1500" b="0">
                <a:solidFill>
                  <a:srgbClr val="5A6D70"/>
                </a:solidFill>
                <a:latin typeface="Avenir Next"/>
                <a:ea typeface="Avenir Next"/>
                <a:cs typeface="Avenir Next"/>
              </a:defRPr>
            </a:lvl4pPr>
            <a:lvl5pPr algn="l">
              <a:defRPr sz="1500" b="0">
                <a:solidFill>
                  <a:srgbClr val="5A6D70"/>
                </a:solidFill>
                <a:latin typeface="Avenir Next"/>
                <a:ea typeface="Avenir Next"/>
                <a:cs typeface="Avenir Next"/>
              </a:defRPr>
            </a:lvl5pPr>
            <a:lvl6pPr algn="l">
              <a:defRPr sz="1500" b="0">
                <a:solidFill>
                  <a:srgbClr val="5A6D70"/>
                </a:solidFill>
                <a:latin typeface="Avenir Next"/>
                <a:ea typeface="Avenir Next"/>
                <a:cs typeface="Avenir Next"/>
              </a:defRPr>
            </a:lvl6pPr>
            <a:lvl7pPr algn="l">
              <a:defRPr sz="1500" b="0">
                <a:solidFill>
                  <a:srgbClr val="5A6D70"/>
                </a:solidFill>
                <a:latin typeface="Avenir Next"/>
                <a:ea typeface="Avenir Next"/>
                <a:cs typeface="Avenir Next"/>
              </a:defRPr>
            </a:lvl7pPr>
            <a:lvl8pPr algn="l">
              <a:defRPr sz="1500" b="0">
                <a:solidFill>
                  <a:srgbClr val="5A6D70"/>
                </a:solidFill>
                <a:latin typeface="Avenir Next"/>
                <a:ea typeface="Avenir Next"/>
                <a:cs typeface="Avenir Next"/>
              </a:defRPr>
            </a:lvl8pPr>
            <a:lvl9pPr algn="l">
              <a:defRPr sz="1500" b="0">
                <a:solidFill>
                  <a:srgbClr val="5A6D70"/>
                </a:solidFill>
                <a:latin typeface="Avenir Next"/>
                <a:ea typeface="Avenir Next"/>
                <a:cs typeface="Avenir Next"/>
              </a:defRPr>
            </a:lvl9pPr>
          </a:lstStyle>
          <a:p xmlns:a="http://schemas.openxmlformats.org/drawingml/2006/main">
            <a:pPr algn="l">
              <a:defRPr sz="1500" b="0">
                <a:solidFill>
                  <a:srgbClr val="5A6D70"/>
                </a:solidFill>
                <a:latin typeface="Avenir Next"/>
                <a:ea typeface="Avenir Next"/>
                <a:cs typeface="Avenir Next"/>
              </a:defRPr>
            </a:pPr>
            <a:r>
              <a:rPr sz="1500" b="0">
                <a:solidFill>
                  <a:srgbClr val="5A6D70"/>
                </a:solidFill>
                <a:latin typeface="Avenir Next"/>
                <a:ea typeface="Avenir Next"/>
                <a:cs typeface="Avenir Next"/>
              </a:rPr>
              <a:t>Contacto creado → solicitud de S/ 25 enviada → estado Pendiente.</a:t>
            </a:r>
          </a:p>
        </p:txBody>
      </p:sp>
      <p:sp>
        <p:nvSpPr>
          <p:cNvPr id="5" name="">
            <a:extLst xmlns:a="http://schemas.openxmlformats.org/drawingml/2006/main">
              <a:ext uri="{FF2B5EF4-FFF2-40B4-BE49-F238E27FC236}">
                <a16:creationId xmlns:a16="http://schemas.microsoft.com/office/drawing/2014/main" id="{649A92B1-DA98-4B1F-98F4-A9C4561E7408}"/>
              </a:ext>
            </a:extLst>
          </p:cNvPr>
          <p:cNvSpPr>
            <a:spLocks xmlns:a="http://schemas.openxmlformats.org/drawingml/2006/main" noGrp="1"/>
          </p:cNvSpPr>
          <p:nvPr/>
        </p:nvSpPr>
        <p:spPr>
          <a:xfrm xmlns:a="http://schemas.openxmlformats.org/drawingml/2006/main">
            <a:off x="561975" y="6257925"/>
            <a:ext cx="11068050" cy="19050"/>
          </a:xfrm>
          <a:prstGeom xmlns:a="http://schemas.openxmlformats.org/drawingml/2006/main" prst="rect">
            <a:avLst/>
          </a:prstGeom>
          <a:solidFill xmlns:a="http://schemas.openxmlformats.org/drawingml/2006/main">
            <a:srgbClr val="C9DCD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2DBC8AC-C436-4E23-AD29-3573DDF9CC50}"/>
              </a:ext>
            </a:extLst>
          </p:cNvPr>
          <p:cNvSpPr>
            <a:spLocks xmlns:a="http://schemas.openxmlformats.org/drawingml/2006/main" noGrp="1"/>
          </p:cNvSpPr>
          <p:nvPr/>
        </p:nvSpPr>
        <p:spPr>
          <a:xfrm xmlns:a="http://schemas.openxmlformats.org/drawingml/2006/main">
            <a:off x="561975" y="639127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A6D70"/>
                </a:solidFill>
                <a:latin typeface="Avenir Next"/>
                <a:ea typeface="Avenir Next"/>
                <a:cs typeface="Avenir Next"/>
              </a:defRPr>
            </a:defPPr>
            <a:lvl1pPr algn="l">
              <a:defRPr sz="975" b="1">
                <a:solidFill>
                  <a:srgbClr val="5A6D70"/>
                </a:solidFill>
                <a:latin typeface="Avenir Next"/>
                <a:ea typeface="Avenir Next"/>
                <a:cs typeface="Avenir Next"/>
              </a:defRPr>
            </a:lvl1pPr>
            <a:lvl2pPr algn="l">
              <a:defRPr sz="975" b="1">
                <a:solidFill>
                  <a:srgbClr val="5A6D70"/>
                </a:solidFill>
                <a:latin typeface="Avenir Next"/>
                <a:ea typeface="Avenir Next"/>
                <a:cs typeface="Avenir Next"/>
              </a:defRPr>
            </a:lvl2pPr>
            <a:lvl3pPr algn="l">
              <a:defRPr sz="975" b="1">
                <a:solidFill>
                  <a:srgbClr val="5A6D70"/>
                </a:solidFill>
                <a:latin typeface="Avenir Next"/>
                <a:ea typeface="Avenir Next"/>
                <a:cs typeface="Avenir Next"/>
              </a:defRPr>
            </a:lvl3pPr>
            <a:lvl4pPr algn="l">
              <a:defRPr sz="975" b="1">
                <a:solidFill>
                  <a:srgbClr val="5A6D70"/>
                </a:solidFill>
                <a:latin typeface="Avenir Next"/>
                <a:ea typeface="Avenir Next"/>
                <a:cs typeface="Avenir Next"/>
              </a:defRPr>
            </a:lvl4pPr>
            <a:lvl5pPr algn="l">
              <a:defRPr sz="975" b="1">
                <a:solidFill>
                  <a:srgbClr val="5A6D70"/>
                </a:solidFill>
                <a:latin typeface="Avenir Next"/>
                <a:ea typeface="Avenir Next"/>
                <a:cs typeface="Avenir Next"/>
              </a:defRPr>
            </a:lvl5pPr>
            <a:lvl6pPr algn="l">
              <a:defRPr sz="975" b="1">
                <a:solidFill>
                  <a:srgbClr val="5A6D70"/>
                </a:solidFill>
                <a:latin typeface="Avenir Next"/>
                <a:ea typeface="Avenir Next"/>
                <a:cs typeface="Avenir Next"/>
              </a:defRPr>
            </a:lvl6pPr>
            <a:lvl7pPr algn="l">
              <a:defRPr sz="975" b="1">
                <a:solidFill>
                  <a:srgbClr val="5A6D70"/>
                </a:solidFill>
                <a:latin typeface="Avenir Next"/>
                <a:ea typeface="Avenir Next"/>
                <a:cs typeface="Avenir Next"/>
              </a:defRPr>
            </a:lvl7pPr>
            <a:lvl8pPr algn="l">
              <a:defRPr sz="975" b="1">
                <a:solidFill>
                  <a:srgbClr val="5A6D70"/>
                </a:solidFill>
                <a:latin typeface="Avenir Next"/>
                <a:ea typeface="Avenir Next"/>
                <a:cs typeface="Avenir Next"/>
              </a:defRPr>
            </a:lvl8pPr>
            <a:lvl9pPr algn="l">
              <a:defRPr sz="975" b="1">
                <a:solidFill>
                  <a:srgbClr val="5A6D70"/>
                </a:solidFill>
                <a:latin typeface="Avenir Next"/>
                <a:ea typeface="Avenir Next"/>
                <a:cs typeface="Avenir Next"/>
              </a:defRPr>
            </a:lvl9pPr>
          </a:lstStyle>
          <a:p xmlns:a="http://schemas.openxmlformats.org/drawingml/2006/main">
            <a:pPr algn="l">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QOLQE  ×  ROBOT FRAMEWORK</a:t>
            </a:r>
          </a:p>
        </p:txBody>
      </p:sp>
      <p:sp>
        <p:nvSpPr>
          <p:cNvPr id="7" name="">
            <a:extLst xmlns:a="http://schemas.openxmlformats.org/drawingml/2006/main">
              <a:ext uri="{FF2B5EF4-FFF2-40B4-BE49-F238E27FC236}">
                <a16:creationId xmlns:a16="http://schemas.microsoft.com/office/drawing/2014/main" id="{00565820-3C35-4D55-BBE5-D401C1EA547F}"/>
              </a:ext>
            </a:extLst>
          </p:cNvPr>
          <p:cNvSpPr>
            <a:spLocks xmlns:a="http://schemas.openxmlformats.org/drawingml/2006/main" noGrp="1"/>
          </p:cNvSpPr>
          <p:nvPr/>
        </p:nvSpPr>
        <p:spPr>
          <a:xfrm xmlns:a="http://schemas.openxmlformats.org/drawingml/2006/main">
            <a:off x="9810750" y="6391275"/>
            <a:ext cx="1819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A6D70"/>
                </a:solidFill>
                <a:latin typeface="Avenir Next"/>
                <a:ea typeface="Avenir Next"/>
                <a:cs typeface="Avenir Next"/>
              </a:defRPr>
            </a:defPPr>
            <a:lvl1pPr algn="r">
              <a:defRPr sz="975" b="1">
                <a:solidFill>
                  <a:srgbClr val="5A6D70"/>
                </a:solidFill>
                <a:latin typeface="Avenir Next"/>
                <a:ea typeface="Avenir Next"/>
                <a:cs typeface="Avenir Next"/>
              </a:defRPr>
            </a:lvl1pPr>
            <a:lvl2pPr algn="r">
              <a:defRPr sz="975" b="1">
                <a:solidFill>
                  <a:srgbClr val="5A6D70"/>
                </a:solidFill>
                <a:latin typeface="Avenir Next"/>
                <a:ea typeface="Avenir Next"/>
                <a:cs typeface="Avenir Next"/>
              </a:defRPr>
            </a:lvl2pPr>
            <a:lvl3pPr algn="r">
              <a:defRPr sz="975" b="1">
                <a:solidFill>
                  <a:srgbClr val="5A6D70"/>
                </a:solidFill>
                <a:latin typeface="Avenir Next"/>
                <a:ea typeface="Avenir Next"/>
                <a:cs typeface="Avenir Next"/>
              </a:defRPr>
            </a:lvl3pPr>
            <a:lvl4pPr algn="r">
              <a:defRPr sz="975" b="1">
                <a:solidFill>
                  <a:srgbClr val="5A6D70"/>
                </a:solidFill>
                <a:latin typeface="Avenir Next"/>
                <a:ea typeface="Avenir Next"/>
                <a:cs typeface="Avenir Next"/>
              </a:defRPr>
            </a:lvl4pPr>
            <a:lvl5pPr algn="r">
              <a:defRPr sz="975" b="1">
                <a:solidFill>
                  <a:srgbClr val="5A6D70"/>
                </a:solidFill>
                <a:latin typeface="Avenir Next"/>
                <a:ea typeface="Avenir Next"/>
                <a:cs typeface="Avenir Next"/>
              </a:defRPr>
            </a:lvl5pPr>
            <a:lvl6pPr algn="r">
              <a:defRPr sz="975" b="1">
                <a:solidFill>
                  <a:srgbClr val="5A6D70"/>
                </a:solidFill>
                <a:latin typeface="Avenir Next"/>
                <a:ea typeface="Avenir Next"/>
                <a:cs typeface="Avenir Next"/>
              </a:defRPr>
            </a:lvl6pPr>
            <a:lvl7pPr algn="r">
              <a:defRPr sz="975" b="1">
                <a:solidFill>
                  <a:srgbClr val="5A6D70"/>
                </a:solidFill>
                <a:latin typeface="Avenir Next"/>
                <a:ea typeface="Avenir Next"/>
                <a:cs typeface="Avenir Next"/>
              </a:defRPr>
            </a:lvl7pPr>
            <a:lvl8pPr algn="r">
              <a:defRPr sz="975" b="1">
                <a:solidFill>
                  <a:srgbClr val="5A6D70"/>
                </a:solidFill>
                <a:latin typeface="Avenir Next"/>
                <a:ea typeface="Avenir Next"/>
                <a:cs typeface="Avenir Next"/>
              </a:defRPr>
            </a:lvl8pPr>
            <a:lvl9pPr algn="r">
              <a:defRPr sz="975" b="1">
                <a:solidFill>
                  <a:srgbClr val="5A6D70"/>
                </a:solidFill>
                <a:latin typeface="Avenir Next"/>
                <a:ea typeface="Avenir Next"/>
                <a:cs typeface="Avenir Next"/>
              </a:defRPr>
            </a:lvl9pPr>
          </a:lstStyle>
          <a:p xmlns:a="http://schemas.openxmlformats.org/drawingml/2006/main">
            <a:pPr algn="r">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GRUPO 4  ·  2026</a:t>
            </a:r>
          </a:p>
        </p:txBody>
      </p:sp>
      <p:sp>
        <p:nvSpPr>
          <p:cNvPr id="8" name="">
            <a:extLst xmlns:a="http://schemas.openxmlformats.org/drawingml/2006/main">
              <a:ext uri="{FF2B5EF4-FFF2-40B4-BE49-F238E27FC236}">
                <a16:creationId xmlns:a16="http://schemas.microsoft.com/office/drawing/2014/main" id="{7EFEE34F-D7E9-476A-BDCA-B8995F27D837}"/>
              </a:ext>
            </a:extLst>
          </p:cNvPr>
          <p:cNvSpPr>
            <a:spLocks xmlns:a="http://schemas.openxmlformats.org/drawingml/2006/main" noGrp="1"/>
          </p:cNvSpPr>
          <p:nvPr/>
        </p:nvSpPr>
        <p:spPr>
          <a:xfrm xmlns:a="http://schemas.openxmlformats.org/drawingml/2006/main">
            <a:off x="561975" y="1600200"/>
            <a:ext cx="2781300" cy="333375"/>
          </a:xfrm>
          <a:prstGeom xmlns:a="http://schemas.openxmlformats.org/drawingml/2006/main" prst="roundRect">
            <a:avLst>
              <a:gd name="adj" fmla="val 22857"/>
            </a:avLst>
          </a:prstGeom>
          <a:solidFill xmlns:a="http://schemas.openxmlformats.org/drawingml/2006/main">
            <a:srgbClr val="DFF3E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431A237-2990-4970-A124-F02C466A9D8F}"/>
              </a:ext>
            </a:extLst>
          </p:cNvPr>
          <p:cNvSpPr>
            <a:spLocks xmlns:a="http://schemas.openxmlformats.org/drawingml/2006/main" noGrp="1"/>
          </p:cNvSpPr>
          <p:nvPr/>
        </p:nvSpPr>
        <p:spPr>
          <a:xfrm xmlns:a="http://schemas.openxmlformats.org/drawingml/2006/main">
            <a:off x="676275" y="1638300"/>
            <a:ext cx="2552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A4C4E"/>
                </a:solidFill>
                <a:latin typeface="Avenir Next"/>
                <a:ea typeface="Avenir Next"/>
                <a:cs typeface="Avenir Next"/>
              </a:defRPr>
            </a:defPPr>
            <a:lvl1pPr algn="l">
              <a:defRPr sz="1275" b="1">
                <a:solidFill>
                  <a:srgbClr val="0A4C4E"/>
                </a:solidFill>
                <a:latin typeface="Avenir Next"/>
                <a:ea typeface="Avenir Next"/>
                <a:cs typeface="Avenir Next"/>
              </a:defRPr>
            </a:lvl1pPr>
            <a:lvl2pPr algn="l">
              <a:defRPr sz="1275" b="1">
                <a:solidFill>
                  <a:srgbClr val="0A4C4E"/>
                </a:solidFill>
                <a:latin typeface="Avenir Next"/>
                <a:ea typeface="Avenir Next"/>
                <a:cs typeface="Avenir Next"/>
              </a:defRPr>
            </a:lvl2pPr>
            <a:lvl3pPr algn="l">
              <a:defRPr sz="1275" b="1">
                <a:solidFill>
                  <a:srgbClr val="0A4C4E"/>
                </a:solidFill>
                <a:latin typeface="Avenir Next"/>
                <a:ea typeface="Avenir Next"/>
                <a:cs typeface="Avenir Next"/>
              </a:defRPr>
            </a:lvl3pPr>
            <a:lvl4pPr algn="l">
              <a:defRPr sz="1275" b="1">
                <a:solidFill>
                  <a:srgbClr val="0A4C4E"/>
                </a:solidFill>
                <a:latin typeface="Avenir Next"/>
                <a:ea typeface="Avenir Next"/>
                <a:cs typeface="Avenir Next"/>
              </a:defRPr>
            </a:lvl4pPr>
            <a:lvl5pPr algn="l">
              <a:defRPr sz="1275" b="1">
                <a:solidFill>
                  <a:srgbClr val="0A4C4E"/>
                </a:solidFill>
                <a:latin typeface="Avenir Next"/>
                <a:ea typeface="Avenir Next"/>
                <a:cs typeface="Avenir Next"/>
              </a:defRPr>
            </a:lvl5pPr>
            <a:lvl6pPr algn="l">
              <a:defRPr sz="1275" b="1">
                <a:solidFill>
                  <a:srgbClr val="0A4C4E"/>
                </a:solidFill>
                <a:latin typeface="Avenir Next"/>
                <a:ea typeface="Avenir Next"/>
                <a:cs typeface="Avenir Next"/>
              </a:defRPr>
            </a:lvl6pPr>
            <a:lvl7pPr algn="l">
              <a:defRPr sz="1275" b="1">
                <a:solidFill>
                  <a:srgbClr val="0A4C4E"/>
                </a:solidFill>
                <a:latin typeface="Avenir Next"/>
                <a:ea typeface="Avenir Next"/>
                <a:cs typeface="Avenir Next"/>
              </a:defRPr>
            </a:lvl7pPr>
            <a:lvl8pPr algn="l">
              <a:defRPr sz="1275" b="1">
                <a:solidFill>
                  <a:srgbClr val="0A4C4E"/>
                </a:solidFill>
                <a:latin typeface="Avenir Next"/>
                <a:ea typeface="Avenir Next"/>
                <a:cs typeface="Avenir Next"/>
              </a:defRPr>
            </a:lvl8pPr>
            <a:lvl9pPr algn="l">
              <a:defRPr sz="1275" b="1">
                <a:solidFill>
                  <a:srgbClr val="0A4C4E"/>
                </a:solidFill>
                <a:latin typeface="Avenir Next"/>
                <a:ea typeface="Avenir Next"/>
                <a:cs typeface="Avenir Next"/>
              </a:defRPr>
            </a:lvl9pPr>
          </a:lstStyle>
          <a:p xmlns:a="http://schemas.openxmlformats.org/drawingml/2006/main">
            <a:pPr algn="l">
              <a:defRPr sz="1275" b="1">
                <a:solidFill>
                  <a:srgbClr val="0A4C4E"/>
                </a:solidFill>
                <a:latin typeface="Avenir Next"/>
                <a:ea typeface="Avenir Next"/>
                <a:cs typeface="Avenir Next"/>
              </a:defRPr>
            </a:pPr>
            <a:r>
              <a:rPr sz="1275" b="1">
                <a:solidFill>
                  <a:srgbClr val="0A4C4E"/>
                </a:solidFill>
                <a:latin typeface="Avenir Next"/>
                <a:ea typeface="Avenir Next"/>
                <a:cs typeface="Avenir Next"/>
              </a:rPr>
              <a:t>1  BRUNO EN CONTACTOS</a:t>
            </a:r>
          </a:p>
        </p:txBody>
      </p:sp>
      <p:sp>
        <p:nvSpPr>
          <p:cNvPr id="10" name="">
            <a:extLst xmlns:a="http://schemas.openxmlformats.org/drawingml/2006/main">
              <a:ext uri="{FF2B5EF4-FFF2-40B4-BE49-F238E27FC236}">
                <a16:creationId xmlns:a16="http://schemas.microsoft.com/office/drawing/2014/main" id="{93044E8F-F75C-48EB-B2AF-D9F75769DFB2}"/>
              </a:ext>
            </a:extLst>
          </p:cNvPr>
          <p:cNvSpPr>
            <a:spLocks xmlns:a="http://schemas.openxmlformats.org/drawingml/2006/main" noGrp="1"/>
          </p:cNvSpPr>
          <p:nvPr/>
        </p:nvSpPr>
        <p:spPr>
          <a:xfrm xmlns:a="http://schemas.openxmlformats.org/drawingml/2006/main">
            <a:off x="523875" y="2000250"/>
            <a:ext cx="11134725" cy="1628775"/>
          </a:xfrm>
          <a:prstGeom xmlns:a="http://schemas.openxmlformats.org/drawingml/2006/main" prst="roundRect">
            <a:avLst>
              <a:gd name="adj" fmla="val 4678"/>
            </a:avLst>
          </a:prstGeom>
          <a:solidFill xmlns:a="http://schemas.openxmlformats.org/drawingml/2006/main">
            <a:srgbClr val="FFFFFF"/>
          </a:solidFill>
          <a:ln xmlns:a="http://schemas.openxmlformats.org/drawingml/2006/main" w="0">
            <a:noFill/>
            <a:prstDash val="solid"/>
          </a:ln>
        </p:spPr>
      </p:sp>
      <p:pic>
        <p:nvPicPr>
          <p:cNvPr id="11" name="">
            <a:extLst xmlns:a="http://schemas.openxmlformats.org/drawingml/2006/main">
              <a:ext uri="{FF2B5EF4-FFF2-40B4-BE49-F238E27FC236}">
                <a16:creationId xmlns:a16="http://schemas.microsoft.com/office/drawing/2014/main" id="{1FA61759-49E5-4BD1-A2CA-A7518CA8167B}"/>
              </a:ext>
            </a:extLst>
          </p:cNvPr>
          <p:cNvPicPr>
            <a:picLocks xmlns:a="http://schemas.openxmlformats.org/drawingml/2006/main" noChangeAspect="1"/>
          </p:cNvPicPr>
          <p:nvPr/>
        </p:nvPicPr>
        <p:blipFill>
          <a:blip xmlns:r="http://schemas.openxmlformats.org/officeDocument/2006/relationships" xmlns:a="http://schemas.openxmlformats.org/drawingml/2006/main" r:embed="R96b35a9d085e4b07"/>
          <a:srcRect xmlns:a="http://schemas.openxmlformats.org/drawingml/2006/main" l="0" t="581" r="0" b="581"/>
          <a:stretch xmlns:a="http://schemas.openxmlformats.org/drawingml/2006/main">
            <a:fillRect l="0" t="0" r="0" b="0"/>
          </a:stretch>
        </p:blipFill>
        <p:spPr>
          <a:xfrm xmlns:a="http://schemas.openxmlformats.org/drawingml/2006/main">
            <a:off x="561975" y="2038350"/>
            <a:ext cx="11058525" cy="1552575"/>
          </a:xfrm>
          <a:prstGeom xmlns:a="http://schemas.openxmlformats.org/drawingml/2006/main" prst="roundRect">
            <a:avLst>
              <a:gd name="adj" fmla="val 4908"/>
            </a:avLst>
          </a:prstGeom>
        </p:spPr>
      </p:pic>
      <p:sp>
        <p:nvSpPr>
          <p:cNvPr id="12" name="">
            <a:extLst xmlns:a="http://schemas.openxmlformats.org/drawingml/2006/main">
              <a:ext uri="{FF2B5EF4-FFF2-40B4-BE49-F238E27FC236}">
                <a16:creationId xmlns:a16="http://schemas.microsoft.com/office/drawing/2014/main" id="{1B33AF20-1E07-459E-A846-F4F753F7FE9D}"/>
              </a:ext>
            </a:extLst>
          </p:cNvPr>
          <p:cNvSpPr>
            <a:spLocks xmlns:a="http://schemas.openxmlformats.org/drawingml/2006/main" noGrp="1"/>
          </p:cNvSpPr>
          <p:nvPr/>
        </p:nvSpPr>
        <p:spPr>
          <a:xfrm xmlns:a="http://schemas.openxmlformats.org/drawingml/2006/main">
            <a:off x="561975" y="3829050"/>
            <a:ext cx="2981325" cy="333375"/>
          </a:xfrm>
          <a:prstGeom xmlns:a="http://schemas.openxmlformats.org/drawingml/2006/main" prst="roundRect">
            <a:avLst>
              <a:gd name="adj" fmla="val 22857"/>
            </a:avLst>
          </a:prstGeom>
          <a:solidFill xmlns:a="http://schemas.openxmlformats.org/drawingml/2006/main">
            <a:srgbClr val="DFF3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F3B60C0-1256-4DC3-9366-F60F2C51BE69}"/>
              </a:ext>
            </a:extLst>
          </p:cNvPr>
          <p:cNvSpPr>
            <a:spLocks xmlns:a="http://schemas.openxmlformats.org/drawingml/2006/main" noGrp="1"/>
          </p:cNvSpPr>
          <p:nvPr/>
        </p:nvSpPr>
        <p:spPr>
          <a:xfrm xmlns:a="http://schemas.openxmlformats.org/drawingml/2006/main">
            <a:off x="676275" y="3867150"/>
            <a:ext cx="2752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0A4C4E"/>
                </a:solidFill>
                <a:latin typeface="Avenir Next"/>
                <a:ea typeface="Avenir Next"/>
                <a:cs typeface="Avenir Next"/>
              </a:defRPr>
            </a:defPPr>
            <a:lvl1pPr algn="l">
              <a:defRPr sz="1275" b="1">
                <a:solidFill>
                  <a:srgbClr val="0A4C4E"/>
                </a:solidFill>
                <a:latin typeface="Avenir Next"/>
                <a:ea typeface="Avenir Next"/>
                <a:cs typeface="Avenir Next"/>
              </a:defRPr>
            </a:lvl1pPr>
            <a:lvl2pPr algn="l">
              <a:defRPr sz="1275" b="1">
                <a:solidFill>
                  <a:srgbClr val="0A4C4E"/>
                </a:solidFill>
                <a:latin typeface="Avenir Next"/>
                <a:ea typeface="Avenir Next"/>
                <a:cs typeface="Avenir Next"/>
              </a:defRPr>
            </a:lvl2pPr>
            <a:lvl3pPr algn="l">
              <a:defRPr sz="1275" b="1">
                <a:solidFill>
                  <a:srgbClr val="0A4C4E"/>
                </a:solidFill>
                <a:latin typeface="Avenir Next"/>
                <a:ea typeface="Avenir Next"/>
                <a:cs typeface="Avenir Next"/>
              </a:defRPr>
            </a:lvl3pPr>
            <a:lvl4pPr algn="l">
              <a:defRPr sz="1275" b="1">
                <a:solidFill>
                  <a:srgbClr val="0A4C4E"/>
                </a:solidFill>
                <a:latin typeface="Avenir Next"/>
                <a:ea typeface="Avenir Next"/>
                <a:cs typeface="Avenir Next"/>
              </a:defRPr>
            </a:lvl4pPr>
            <a:lvl5pPr algn="l">
              <a:defRPr sz="1275" b="1">
                <a:solidFill>
                  <a:srgbClr val="0A4C4E"/>
                </a:solidFill>
                <a:latin typeface="Avenir Next"/>
                <a:ea typeface="Avenir Next"/>
                <a:cs typeface="Avenir Next"/>
              </a:defRPr>
            </a:lvl5pPr>
            <a:lvl6pPr algn="l">
              <a:defRPr sz="1275" b="1">
                <a:solidFill>
                  <a:srgbClr val="0A4C4E"/>
                </a:solidFill>
                <a:latin typeface="Avenir Next"/>
                <a:ea typeface="Avenir Next"/>
                <a:cs typeface="Avenir Next"/>
              </a:defRPr>
            </a:lvl6pPr>
            <a:lvl7pPr algn="l">
              <a:defRPr sz="1275" b="1">
                <a:solidFill>
                  <a:srgbClr val="0A4C4E"/>
                </a:solidFill>
                <a:latin typeface="Avenir Next"/>
                <a:ea typeface="Avenir Next"/>
                <a:cs typeface="Avenir Next"/>
              </a:defRPr>
            </a:lvl7pPr>
            <a:lvl8pPr algn="l">
              <a:defRPr sz="1275" b="1">
                <a:solidFill>
                  <a:srgbClr val="0A4C4E"/>
                </a:solidFill>
                <a:latin typeface="Avenir Next"/>
                <a:ea typeface="Avenir Next"/>
                <a:cs typeface="Avenir Next"/>
              </a:defRPr>
            </a:lvl8pPr>
            <a:lvl9pPr algn="l">
              <a:defRPr sz="1275" b="1">
                <a:solidFill>
                  <a:srgbClr val="0A4C4E"/>
                </a:solidFill>
                <a:latin typeface="Avenir Next"/>
                <a:ea typeface="Avenir Next"/>
                <a:cs typeface="Avenir Next"/>
              </a:defRPr>
            </a:lvl9pPr>
          </a:lstStyle>
          <a:p xmlns:a="http://schemas.openxmlformats.org/drawingml/2006/main">
            <a:pPr algn="l">
              <a:defRPr sz="1275" b="1">
                <a:solidFill>
                  <a:srgbClr val="0A4C4E"/>
                </a:solidFill>
                <a:latin typeface="Avenir Next"/>
                <a:ea typeface="Avenir Next"/>
                <a:cs typeface="Avenir Next"/>
              </a:defRPr>
            </a:pPr>
            <a:r>
              <a:rPr sz="1275" b="1">
                <a:solidFill>
                  <a:srgbClr val="0A4C4E"/>
                </a:solidFill>
                <a:latin typeface="Avenir Next"/>
                <a:ea typeface="Avenir Next"/>
                <a:cs typeface="Avenir Next"/>
              </a:rPr>
              <a:t>2  SOLICITUD PENDIENTE</a:t>
            </a:r>
          </a:p>
        </p:txBody>
      </p:sp>
      <p:sp>
        <p:nvSpPr>
          <p:cNvPr id="14" name="">
            <a:extLst xmlns:a="http://schemas.openxmlformats.org/drawingml/2006/main">
              <a:ext uri="{FF2B5EF4-FFF2-40B4-BE49-F238E27FC236}">
                <a16:creationId xmlns:a16="http://schemas.microsoft.com/office/drawing/2014/main" id="{9099A655-D619-42B7-81EE-C67A39D3718E}"/>
              </a:ext>
            </a:extLst>
          </p:cNvPr>
          <p:cNvSpPr>
            <a:spLocks xmlns:a="http://schemas.openxmlformats.org/drawingml/2006/main" noGrp="1"/>
          </p:cNvSpPr>
          <p:nvPr/>
        </p:nvSpPr>
        <p:spPr>
          <a:xfrm xmlns:a="http://schemas.openxmlformats.org/drawingml/2006/main">
            <a:off x="523875" y="4229100"/>
            <a:ext cx="11134725" cy="16192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0">
            <a:noFill/>
            <a:prstDash val="solid"/>
          </a:ln>
        </p:spPr>
      </p:sp>
      <p:pic>
        <p:nvPicPr>
          <p:cNvPr id="15" name="">
            <a:extLst xmlns:a="http://schemas.openxmlformats.org/drawingml/2006/main">
              <a:ext uri="{FF2B5EF4-FFF2-40B4-BE49-F238E27FC236}">
                <a16:creationId xmlns:a16="http://schemas.microsoft.com/office/drawing/2014/main" id="{EEA31F75-7ECD-4817-91AE-16FC2A7884DD}"/>
              </a:ext>
            </a:extLst>
          </p:cNvPr>
          <p:cNvPicPr>
            <a:picLocks xmlns:a="http://schemas.openxmlformats.org/drawingml/2006/main" noChangeAspect="1"/>
          </p:cNvPicPr>
          <p:nvPr/>
        </p:nvPicPr>
        <p:blipFill>
          <a:blip xmlns:r="http://schemas.openxmlformats.org/officeDocument/2006/relationships" xmlns:a="http://schemas.openxmlformats.org/drawingml/2006/main" r:embed="Rfd08bb88e26f4fc6"/>
          <a:srcRect xmlns:a="http://schemas.openxmlformats.org/drawingml/2006/main" l="0" t="884" r="0" b="884"/>
          <a:stretch xmlns:a="http://schemas.openxmlformats.org/drawingml/2006/main">
            <a:fillRect l="0" t="0" r="0" b="0"/>
          </a:stretch>
        </p:blipFill>
        <p:spPr>
          <a:xfrm xmlns:a="http://schemas.openxmlformats.org/drawingml/2006/main">
            <a:off x="561975" y="4267200"/>
            <a:ext cx="11058525" cy="1543050"/>
          </a:xfrm>
          <a:prstGeom xmlns:a="http://schemas.openxmlformats.org/drawingml/2006/main" prst="roundRect">
            <a:avLst>
              <a:gd name="adj" fmla="val 4938"/>
            </a:avLst>
          </a:prstGeom>
        </p:spPr>
      </p:pic>
      <p:sp>
        <p:nvSpPr>
          <p:cNvPr id="16" name="">
            <a:extLst xmlns:a="http://schemas.openxmlformats.org/drawingml/2006/main">
              <a:ext uri="{FF2B5EF4-FFF2-40B4-BE49-F238E27FC236}">
                <a16:creationId xmlns:a16="http://schemas.microsoft.com/office/drawing/2014/main" id="{6766C0DA-4A5F-4919-924F-9640106FEECD}"/>
              </a:ext>
            </a:extLst>
          </p:cNvPr>
          <p:cNvSpPr>
            <a:spLocks xmlns:a="http://schemas.openxmlformats.org/drawingml/2006/main" noGrp="1"/>
          </p:cNvSpPr>
          <p:nvPr/>
        </p:nvSpPr>
        <p:spPr>
          <a:xfrm xmlns:a="http://schemas.openxmlformats.org/drawingml/2006/main">
            <a:off x="561975" y="5848350"/>
            <a:ext cx="110585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766E"/>
                </a:solidFill>
                <a:latin typeface="Avenir Next"/>
                <a:ea typeface="Avenir Next"/>
                <a:cs typeface="Avenir Next"/>
              </a:defRPr>
            </a:defPPr>
            <a:lvl1pPr algn="l">
              <a:defRPr sz="1500" b="1">
                <a:solidFill>
                  <a:srgbClr val="11766E"/>
                </a:solidFill>
                <a:latin typeface="Avenir Next"/>
                <a:ea typeface="Avenir Next"/>
                <a:cs typeface="Avenir Next"/>
              </a:defRPr>
            </a:lvl1pPr>
            <a:lvl2pPr algn="l">
              <a:defRPr sz="1500" b="1">
                <a:solidFill>
                  <a:srgbClr val="11766E"/>
                </a:solidFill>
                <a:latin typeface="Avenir Next"/>
                <a:ea typeface="Avenir Next"/>
                <a:cs typeface="Avenir Next"/>
              </a:defRPr>
            </a:lvl2pPr>
            <a:lvl3pPr algn="l">
              <a:defRPr sz="1500" b="1">
                <a:solidFill>
                  <a:srgbClr val="11766E"/>
                </a:solidFill>
                <a:latin typeface="Avenir Next"/>
                <a:ea typeface="Avenir Next"/>
                <a:cs typeface="Avenir Next"/>
              </a:defRPr>
            </a:lvl3pPr>
            <a:lvl4pPr algn="l">
              <a:defRPr sz="1500" b="1">
                <a:solidFill>
                  <a:srgbClr val="11766E"/>
                </a:solidFill>
                <a:latin typeface="Avenir Next"/>
                <a:ea typeface="Avenir Next"/>
                <a:cs typeface="Avenir Next"/>
              </a:defRPr>
            </a:lvl4pPr>
            <a:lvl5pPr algn="l">
              <a:defRPr sz="1500" b="1">
                <a:solidFill>
                  <a:srgbClr val="11766E"/>
                </a:solidFill>
                <a:latin typeface="Avenir Next"/>
                <a:ea typeface="Avenir Next"/>
                <a:cs typeface="Avenir Next"/>
              </a:defRPr>
            </a:lvl5pPr>
            <a:lvl6pPr algn="l">
              <a:defRPr sz="1500" b="1">
                <a:solidFill>
                  <a:srgbClr val="11766E"/>
                </a:solidFill>
                <a:latin typeface="Avenir Next"/>
                <a:ea typeface="Avenir Next"/>
                <a:cs typeface="Avenir Next"/>
              </a:defRPr>
            </a:lvl6pPr>
            <a:lvl7pPr algn="l">
              <a:defRPr sz="1500" b="1">
                <a:solidFill>
                  <a:srgbClr val="11766E"/>
                </a:solidFill>
                <a:latin typeface="Avenir Next"/>
                <a:ea typeface="Avenir Next"/>
                <a:cs typeface="Avenir Next"/>
              </a:defRPr>
            </a:lvl7pPr>
            <a:lvl8pPr algn="l">
              <a:defRPr sz="1500" b="1">
                <a:solidFill>
                  <a:srgbClr val="11766E"/>
                </a:solidFill>
                <a:latin typeface="Avenir Next"/>
                <a:ea typeface="Avenir Next"/>
                <a:cs typeface="Avenir Next"/>
              </a:defRPr>
            </a:lvl8pPr>
            <a:lvl9pPr algn="l">
              <a:defRPr sz="1500" b="1">
                <a:solidFill>
                  <a:srgbClr val="11766E"/>
                </a:solidFill>
                <a:latin typeface="Avenir Next"/>
                <a:ea typeface="Avenir Next"/>
                <a:cs typeface="Avenir Next"/>
              </a:defRPr>
            </a:lvl9pPr>
          </a:lstStyle>
          <a:p xmlns:a="http://schemas.openxmlformats.org/drawingml/2006/main">
            <a:pPr algn="l">
              <a:defRPr sz="1500" b="1">
                <a:solidFill>
                  <a:srgbClr val="11766E"/>
                </a:solidFill>
                <a:latin typeface="Avenir Next"/>
                <a:ea typeface="Avenir Next"/>
                <a:cs typeface="Avenir Next"/>
              </a:defRPr>
            </a:pPr>
            <a:r>
              <a:rPr sz="1500" b="1">
                <a:solidFill>
                  <a:srgbClr val="11766E"/>
                </a:solidFill>
                <a:latin typeface="Avenir Next"/>
                <a:ea typeface="Avenir Next"/>
                <a:cs typeface="Avenir Next"/>
              </a:rPr>
              <a:t>Solicitamos S/ 25 y verificamos el alias, el mensaje de envío y el estado Pendiente.</a:t>
            </a:r>
          </a:p>
        </p:txBody>
      </p:sp>
    </p:spTree>
    <p:extLst>
      <p:ext uri="{BB962C8B-B14F-4D97-AF65-F5344CB8AC3E}">
        <p14:creationId xmlns:p14="http://schemas.microsoft.com/office/powerpoint/2010/main" val="1159514239"/>
      </p:ext>
    </p:extLst>
  </p:cSld>
</p:sld>
</file>

<file path=ppt/slides/slide7.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20D2E40-C2BF-4F22-AB42-EDAD3CB85F0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1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34ED9C1-7EDF-42AD-815E-C49D8E51B35C}"/>
              </a:ext>
            </a:extLst>
          </p:cNvPr>
          <p:cNvSpPr>
            <a:spLocks xmlns:a="http://schemas.openxmlformats.org/drawingml/2006/main" noGrp="1"/>
          </p:cNvSpPr>
          <p:nvPr/>
        </p:nvSpPr>
        <p:spPr>
          <a:xfrm xmlns:a="http://schemas.openxmlformats.org/drawingml/2006/main">
            <a:off x="523875" y="3238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766E"/>
                </a:solidFill>
                <a:latin typeface="Avenir Next"/>
                <a:ea typeface="Avenir Next"/>
                <a:cs typeface="Avenir Next"/>
              </a:defRPr>
            </a:defPPr>
            <a:lvl1pPr algn="l">
              <a:defRPr sz="1500" b="1">
                <a:solidFill>
                  <a:srgbClr val="11766E"/>
                </a:solidFill>
                <a:latin typeface="Avenir Next"/>
                <a:ea typeface="Avenir Next"/>
                <a:cs typeface="Avenir Next"/>
              </a:defRPr>
            </a:lvl1pPr>
            <a:lvl2pPr algn="l">
              <a:defRPr sz="1500" b="1">
                <a:solidFill>
                  <a:srgbClr val="11766E"/>
                </a:solidFill>
                <a:latin typeface="Avenir Next"/>
                <a:ea typeface="Avenir Next"/>
                <a:cs typeface="Avenir Next"/>
              </a:defRPr>
            </a:lvl2pPr>
            <a:lvl3pPr algn="l">
              <a:defRPr sz="1500" b="1">
                <a:solidFill>
                  <a:srgbClr val="11766E"/>
                </a:solidFill>
                <a:latin typeface="Avenir Next"/>
                <a:ea typeface="Avenir Next"/>
                <a:cs typeface="Avenir Next"/>
              </a:defRPr>
            </a:lvl3pPr>
            <a:lvl4pPr algn="l">
              <a:defRPr sz="1500" b="1">
                <a:solidFill>
                  <a:srgbClr val="11766E"/>
                </a:solidFill>
                <a:latin typeface="Avenir Next"/>
                <a:ea typeface="Avenir Next"/>
                <a:cs typeface="Avenir Next"/>
              </a:defRPr>
            </a:lvl4pPr>
            <a:lvl5pPr algn="l">
              <a:defRPr sz="1500" b="1">
                <a:solidFill>
                  <a:srgbClr val="11766E"/>
                </a:solidFill>
                <a:latin typeface="Avenir Next"/>
                <a:ea typeface="Avenir Next"/>
                <a:cs typeface="Avenir Next"/>
              </a:defRPr>
            </a:lvl5pPr>
            <a:lvl6pPr algn="l">
              <a:defRPr sz="1500" b="1">
                <a:solidFill>
                  <a:srgbClr val="11766E"/>
                </a:solidFill>
                <a:latin typeface="Avenir Next"/>
                <a:ea typeface="Avenir Next"/>
                <a:cs typeface="Avenir Next"/>
              </a:defRPr>
            </a:lvl6pPr>
            <a:lvl7pPr algn="l">
              <a:defRPr sz="1500" b="1">
                <a:solidFill>
                  <a:srgbClr val="11766E"/>
                </a:solidFill>
                <a:latin typeface="Avenir Next"/>
                <a:ea typeface="Avenir Next"/>
                <a:cs typeface="Avenir Next"/>
              </a:defRPr>
            </a:lvl7pPr>
            <a:lvl8pPr algn="l">
              <a:defRPr sz="1500" b="1">
                <a:solidFill>
                  <a:srgbClr val="11766E"/>
                </a:solidFill>
                <a:latin typeface="Avenir Next"/>
                <a:ea typeface="Avenir Next"/>
                <a:cs typeface="Avenir Next"/>
              </a:defRPr>
            </a:lvl8pPr>
            <a:lvl9pPr algn="l">
              <a:defRPr sz="1500" b="1">
                <a:solidFill>
                  <a:srgbClr val="11766E"/>
                </a:solidFill>
                <a:latin typeface="Avenir Next"/>
                <a:ea typeface="Avenir Next"/>
                <a:cs typeface="Avenir Next"/>
              </a:defRPr>
            </a:lvl9pPr>
          </a:lstStyle>
          <a:p xmlns:a="http://schemas.openxmlformats.org/drawingml/2006/main">
            <a:pPr algn="l">
              <a:defRPr sz="1500" b="1">
                <a:solidFill>
                  <a:srgbClr val="11766E"/>
                </a:solidFill>
                <a:latin typeface="Avenir Next"/>
                <a:ea typeface="Avenir Next"/>
                <a:cs typeface="Avenir Next"/>
              </a:defRPr>
            </a:pPr>
            <a:r>
              <a:rPr sz="1500" b="1">
                <a:solidFill>
                  <a:srgbClr val="11766E"/>
                </a:solidFill>
                <a:latin typeface="Avenir Next"/>
                <a:ea typeface="Avenir Next"/>
                <a:cs typeface="Avenir Next"/>
              </a:rPr>
              <a:t>07</a:t>
            </a:r>
          </a:p>
        </p:txBody>
      </p:sp>
      <p:sp>
        <p:nvSpPr>
          <p:cNvPr id="3" name="">
            <a:extLst xmlns:a="http://schemas.openxmlformats.org/drawingml/2006/main">
              <a:ext uri="{FF2B5EF4-FFF2-40B4-BE49-F238E27FC236}">
                <a16:creationId xmlns:a16="http://schemas.microsoft.com/office/drawing/2014/main" id="{0E9218CE-77F8-4681-AF41-F85B2F251C90}"/>
              </a:ext>
            </a:extLst>
          </p:cNvPr>
          <p:cNvSpPr>
            <a:spLocks xmlns:a="http://schemas.openxmlformats.org/drawingml/2006/main" noGrp="1"/>
          </p:cNvSpPr>
          <p:nvPr/>
        </p:nvSpPr>
        <p:spPr>
          <a:xfrm xmlns:a="http://schemas.openxmlformats.org/drawingml/2006/main">
            <a:off x="1047750" y="3048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22D32"/>
                </a:solidFill>
                <a:latin typeface="Avenir Next"/>
                <a:ea typeface="Avenir Next"/>
                <a:cs typeface="Avenir Next"/>
              </a:defRPr>
            </a:defPPr>
            <a:lvl1pPr algn="l">
              <a:defRPr sz="3000" b="1">
                <a:solidFill>
                  <a:srgbClr val="122D32"/>
                </a:solidFill>
                <a:latin typeface="Avenir Next"/>
                <a:ea typeface="Avenir Next"/>
                <a:cs typeface="Avenir Next"/>
              </a:defRPr>
            </a:lvl1pPr>
            <a:lvl2pPr algn="l">
              <a:defRPr sz="3000" b="1">
                <a:solidFill>
                  <a:srgbClr val="122D32"/>
                </a:solidFill>
                <a:latin typeface="Avenir Next"/>
                <a:ea typeface="Avenir Next"/>
                <a:cs typeface="Avenir Next"/>
              </a:defRPr>
            </a:lvl2pPr>
            <a:lvl3pPr algn="l">
              <a:defRPr sz="3000" b="1">
                <a:solidFill>
                  <a:srgbClr val="122D32"/>
                </a:solidFill>
                <a:latin typeface="Avenir Next"/>
                <a:ea typeface="Avenir Next"/>
                <a:cs typeface="Avenir Next"/>
              </a:defRPr>
            </a:lvl3pPr>
            <a:lvl4pPr algn="l">
              <a:defRPr sz="3000" b="1">
                <a:solidFill>
                  <a:srgbClr val="122D32"/>
                </a:solidFill>
                <a:latin typeface="Avenir Next"/>
                <a:ea typeface="Avenir Next"/>
                <a:cs typeface="Avenir Next"/>
              </a:defRPr>
            </a:lvl4pPr>
            <a:lvl5pPr algn="l">
              <a:defRPr sz="3000" b="1">
                <a:solidFill>
                  <a:srgbClr val="122D32"/>
                </a:solidFill>
                <a:latin typeface="Avenir Next"/>
                <a:ea typeface="Avenir Next"/>
                <a:cs typeface="Avenir Next"/>
              </a:defRPr>
            </a:lvl5pPr>
            <a:lvl6pPr algn="l">
              <a:defRPr sz="3000" b="1">
                <a:solidFill>
                  <a:srgbClr val="122D32"/>
                </a:solidFill>
                <a:latin typeface="Avenir Next"/>
                <a:ea typeface="Avenir Next"/>
                <a:cs typeface="Avenir Next"/>
              </a:defRPr>
            </a:lvl6pPr>
            <a:lvl7pPr algn="l">
              <a:defRPr sz="3000" b="1">
                <a:solidFill>
                  <a:srgbClr val="122D32"/>
                </a:solidFill>
                <a:latin typeface="Avenir Next"/>
                <a:ea typeface="Avenir Next"/>
                <a:cs typeface="Avenir Next"/>
              </a:defRPr>
            </a:lvl7pPr>
            <a:lvl8pPr algn="l">
              <a:defRPr sz="3000" b="1">
                <a:solidFill>
                  <a:srgbClr val="122D32"/>
                </a:solidFill>
                <a:latin typeface="Avenir Next"/>
                <a:ea typeface="Avenir Next"/>
                <a:cs typeface="Avenir Next"/>
              </a:defRPr>
            </a:lvl8pPr>
            <a:lvl9pPr algn="l">
              <a:defRPr sz="3000" b="1">
                <a:solidFill>
                  <a:srgbClr val="122D32"/>
                </a:solidFill>
                <a:latin typeface="Avenir Next"/>
                <a:ea typeface="Avenir Next"/>
                <a:cs typeface="Avenir Next"/>
              </a:defRPr>
            </a:lvl9pPr>
          </a:lstStyle>
          <a:p xmlns:a="http://schemas.openxmlformats.org/drawingml/2006/main">
            <a:pPr algn="l">
              <a:defRPr sz="3000" b="1">
                <a:solidFill>
                  <a:srgbClr val="122D32"/>
                </a:solidFill>
                <a:latin typeface="Avenir Next"/>
                <a:ea typeface="Avenir Next"/>
                <a:cs typeface="Avenir Next"/>
              </a:defRPr>
            </a:pPr>
            <a:r>
              <a:rPr sz="3000" b="1">
                <a:solidFill>
                  <a:srgbClr val="122D32"/>
                </a:solidFill>
                <a:latin typeface="Avenir Next"/>
                <a:ea typeface="Avenir Next"/>
                <a:cs typeface="Avenir Next"/>
              </a:rPr>
              <a:t>Bruno acepta y Qolqe transfiere</a:t>
            </a:r>
          </a:p>
        </p:txBody>
      </p:sp>
      <p:sp>
        <p:nvSpPr>
          <p:cNvPr id="4" name="">
            <a:extLst xmlns:a="http://schemas.openxmlformats.org/drawingml/2006/main">
              <a:ext uri="{FF2B5EF4-FFF2-40B4-BE49-F238E27FC236}">
                <a16:creationId xmlns:a16="http://schemas.microsoft.com/office/drawing/2014/main" id="{06270A76-D2D4-4BA9-9518-1D8BEA1B351E}"/>
              </a:ext>
            </a:extLst>
          </p:cNvPr>
          <p:cNvSpPr>
            <a:spLocks xmlns:a="http://schemas.openxmlformats.org/drawingml/2006/main" noGrp="1"/>
          </p:cNvSpPr>
          <p:nvPr/>
        </p:nvSpPr>
        <p:spPr>
          <a:xfrm xmlns:a="http://schemas.openxmlformats.org/drawingml/2006/main">
            <a:off x="561975" y="1019175"/>
            <a:ext cx="11001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A6D70"/>
                </a:solidFill>
                <a:latin typeface="Avenir Next"/>
                <a:ea typeface="Avenir Next"/>
                <a:cs typeface="Avenir Next"/>
              </a:defRPr>
            </a:defPPr>
            <a:lvl1pPr algn="l">
              <a:defRPr sz="1500" b="0">
                <a:solidFill>
                  <a:srgbClr val="5A6D70"/>
                </a:solidFill>
                <a:latin typeface="Avenir Next"/>
                <a:ea typeface="Avenir Next"/>
                <a:cs typeface="Avenir Next"/>
              </a:defRPr>
            </a:lvl1pPr>
            <a:lvl2pPr algn="l">
              <a:defRPr sz="1500" b="0">
                <a:solidFill>
                  <a:srgbClr val="5A6D70"/>
                </a:solidFill>
                <a:latin typeface="Avenir Next"/>
                <a:ea typeface="Avenir Next"/>
                <a:cs typeface="Avenir Next"/>
              </a:defRPr>
            </a:lvl2pPr>
            <a:lvl3pPr algn="l">
              <a:defRPr sz="1500" b="0">
                <a:solidFill>
                  <a:srgbClr val="5A6D70"/>
                </a:solidFill>
                <a:latin typeface="Avenir Next"/>
                <a:ea typeface="Avenir Next"/>
                <a:cs typeface="Avenir Next"/>
              </a:defRPr>
            </a:lvl3pPr>
            <a:lvl4pPr algn="l">
              <a:defRPr sz="1500" b="0">
                <a:solidFill>
                  <a:srgbClr val="5A6D70"/>
                </a:solidFill>
                <a:latin typeface="Avenir Next"/>
                <a:ea typeface="Avenir Next"/>
                <a:cs typeface="Avenir Next"/>
              </a:defRPr>
            </a:lvl4pPr>
            <a:lvl5pPr algn="l">
              <a:defRPr sz="1500" b="0">
                <a:solidFill>
                  <a:srgbClr val="5A6D70"/>
                </a:solidFill>
                <a:latin typeface="Avenir Next"/>
                <a:ea typeface="Avenir Next"/>
                <a:cs typeface="Avenir Next"/>
              </a:defRPr>
            </a:lvl5pPr>
            <a:lvl6pPr algn="l">
              <a:defRPr sz="1500" b="0">
                <a:solidFill>
                  <a:srgbClr val="5A6D70"/>
                </a:solidFill>
                <a:latin typeface="Avenir Next"/>
                <a:ea typeface="Avenir Next"/>
                <a:cs typeface="Avenir Next"/>
              </a:defRPr>
            </a:lvl6pPr>
            <a:lvl7pPr algn="l">
              <a:defRPr sz="1500" b="0">
                <a:solidFill>
                  <a:srgbClr val="5A6D70"/>
                </a:solidFill>
                <a:latin typeface="Avenir Next"/>
                <a:ea typeface="Avenir Next"/>
                <a:cs typeface="Avenir Next"/>
              </a:defRPr>
            </a:lvl7pPr>
            <a:lvl8pPr algn="l">
              <a:defRPr sz="1500" b="0">
                <a:solidFill>
                  <a:srgbClr val="5A6D70"/>
                </a:solidFill>
                <a:latin typeface="Avenir Next"/>
                <a:ea typeface="Avenir Next"/>
                <a:cs typeface="Avenir Next"/>
              </a:defRPr>
            </a:lvl8pPr>
            <a:lvl9pPr algn="l">
              <a:defRPr sz="1500" b="0">
                <a:solidFill>
                  <a:srgbClr val="5A6D70"/>
                </a:solidFill>
                <a:latin typeface="Avenir Next"/>
                <a:ea typeface="Avenir Next"/>
                <a:cs typeface="Avenir Next"/>
              </a:defRPr>
            </a:lvl9pPr>
          </a:lstStyle>
          <a:p xmlns:a="http://schemas.openxmlformats.org/drawingml/2006/main">
            <a:pPr algn="l">
              <a:defRPr sz="1500" b="0">
                <a:solidFill>
                  <a:srgbClr val="5A6D70"/>
                </a:solidFill>
                <a:latin typeface="Avenir Next"/>
                <a:ea typeface="Avenir Next"/>
                <a:cs typeface="Avenir Next"/>
              </a:defRPr>
            </a:pPr>
            <a:r>
              <a:rPr sz="1500" b="0">
                <a:solidFill>
                  <a:srgbClr val="5A6D70"/>
                </a:solidFill>
                <a:latin typeface="Avenir Next"/>
                <a:ea typeface="Avenir Next"/>
                <a:cs typeface="Avenir Next"/>
              </a:rPr>
              <a:t>Aceptada + código de operación + saldos de ambas cuentas.</a:t>
            </a:r>
          </a:p>
        </p:txBody>
      </p:sp>
      <p:sp>
        <p:nvSpPr>
          <p:cNvPr id="5" name="">
            <a:extLst xmlns:a="http://schemas.openxmlformats.org/drawingml/2006/main">
              <a:ext uri="{FF2B5EF4-FFF2-40B4-BE49-F238E27FC236}">
                <a16:creationId xmlns:a16="http://schemas.microsoft.com/office/drawing/2014/main" id="{0A0689C4-917A-4E25-BD49-4DAD65EEC49E}"/>
              </a:ext>
            </a:extLst>
          </p:cNvPr>
          <p:cNvSpPr>
            <a:spLocks xmlns:a="http://schemas.openxmlformats.org/drawingml/2006/main" noGrp="1"/>
          </p:cNvSpPr>
          <p:nvPr/>
        </p:nvSpPr>
        <p:spPr>
          <a:xfrm xmlns:a="http://schemas.openxmlformats.org/drawingml/2006/main">
            <a:off x="561975" y="6257925"/>
            <a:ext cx="11068050" cy="19050"/>
          </a:xfrm>
          <a:prstGeom xmlns:a="http://schemas.openxmlformats.org/drawingml/2006/main" prst="rect">
            <a:avLst/>
          </a:prstGeom>
          <a:solidFill xmlns:a="http://schemas.openxmlformats.org/drawingml/2006/main">
            <a:srgbClr val="C9DCD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1AE0F46-4A87-4B1B-BDE4-11FB92D57D30}"/>
              </a:ext>
            </a:extLst>
          </p:cNvPr>
          <p:cNvSpPr>
            <a:spLocks xmlns:a="http://schemas.openxmlformats.org/drawingml/2006/main" noGrp="1"/>
          </p:cNvSpPr>
          <p:nvPr/>
        </p:nvSpPr>
        <p:spPr>
          <a:xfrm xmlns:a="http://schemas.openxmlformats.org/drawingml/2006/main">
            <a:off x="561975" y="639127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A6D70"/>
                </a:solidFill>
                <a:latin typeface="Avenir Next"/>
                <a:ea typeface="Avenir Next"/>
                <a:cs typeface="Avenir Next"/>
              </a:defRPr>
            </a:defPPr>
            <a:lvl1pPr algn="l">
              <a:defRPr sz="975" b="1">
                <a:solidFill>
                  <a:srgbClr val="5A6D70"/>
                </a:solidFill>
                <a:latin typeface="Avenir Next"/>
                <a:ea typeface="Avenir Next"/>
                <a:cs typeface="Avenir Next"/>
              </a:defRPr>
            </a:lvl1pPr>
            <a:lvl2pPr algn="l">
              <a:defRPr sz="975" b="1">
                <a:solidFill>
                  <a:srgbClr val="5A6D70"/>
                </a:solidFill>
                <a:latin typeface="Avenir Next"/>
                <a:ea typeface="Avenir Next"/>
                <a:cs typeface="Avenir Next"/>
              </a:defRPr>
            </a:lvl2pPr>
            <a:lvl3pPr algn="l">
              <a:defRPr sz="975" b="1">
                <a:solidFill>
                  <a:srgbClr val="5A6D70"/>
                </a:solidFill>
                <a:latin typeface="Avenir Next"/>
                <a:ea typeface="Avenir Next"/>
                <a:cs typeface="Avenir Next"/>
              </a:defRPr>
            </a:lvl3pPr>
            <a:lvl4pPr algn="l">
              <a:defRPr sz="975" b="1">
                <a:solidFill>
                  <a:srgbClr val="5A6D70"/>
                </a:solidFill>
                <a:latin typeface="Avenir Next"/>
                <a:ea typeface="Avenir Next"/>
                <a:cs typeface="Avenir Next"/>
              </a:defRPr>
            </a:lvl4pPr>
            <a:lvl5pPr algn="l">
              <a:defRPr sz="975" b="1">
                <a:solidFill>
                  <a:srgbClr val="5A6D70"/>
                </a:solidFill>
                <a:latin typeface="Avenir Next"/>
                <a:ea typeface="Avenir Next"/>
                <a:cs typeface="Avenir Next"/>
              </a:defRPr>
            </a:lvl5pPr>
            <a:lvl6pPr algn="l">
              <a:defRPr sz="975" b="1">
                <a:solidFill>
                  <a:srgbClr val="5A6D70"/>
                </a:solidFill>
                <a:latin typeface="Avenir Next"/>
                <a:ea typeface="Avenir Next"/>
                <a:cs typeface="Avenir Next"/>
              </a:defRPr>
            </a:lvl6pPr>
            <a:lvl7pPr algn="l">
              <a:defRPr sz="975" b="1">
                <a:solidFill>
                  <a:srgbClr val="5A6D70"/>
                </a:solidFill>
                <a:latin typeface="Avenir Next"/>
                <a:ea typeface="Avenir Next"/>
                <a:cs typeface="Avenir Next"/>
              </a:defRPr>
            </a:lvl7pPr>
            <a:lvl8pPr algn="l">
              <a:defRPr sz="975" b="1">
                <a:solidFill>
                  <a:srgbClr val="5A6D70"/>
                </a:solidFill>
                <a:latin typeface="Avenir Next"/>
                <a:ea typeface="Avenir Next"/>
                <a:cs typeface="Avenir Next"/>
              </a:defRPr>
            </a:lvl8pPr>
            <a:lvl9pPr algn="l">
              <a:defRPr sz="975" b="1">
                <a:solidFill>
                  <a:srgbClr val="5A6D70"/>
                </a:solidFill>
                <a:latin typeface="Avenir Next"/>
                <a:ea typeface="Avenir Next"/>
                <a:cs typeface="Avenir Next"/>
              </a:defRPr>
            </a:lvl9pPr>
          </a:lstStyle>
          <a:p xmlns:a="http://schemas.openxmlformats.org/drawingml/2006/main">
            <a:pPr algn="l">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QOLQE  ×  ROBOT FRAMEWORK</a:t>
            </a:r>
          </a:p>
        </p:txBody>
      </p:sp>
      <p:sp>
        <p:nvSpPr>
          <p:cNvPr id="7" name="">
            <a:extLst xmlns:a="http://schemas.openxmlformats.org/drawingml/2006/main">
              <a:ext uri="{FF2B5EF4-FFF2-40B4-BE49-F238E27FC236}">
                <a16:creationId xmlns:a16="http://schemas.microsoft.com/office/drawing/2014/main" id="{4D2F6413-A6A8-4253-9660-4163B5555E1C}"/>
              </a:ext>
            </a:extLst>
          </p:cNvPr>
          <p:cNvSpPr>
            <a:spLocks xmlns:a="http://schemas.openxmlformats.org/drawingml/2006/main" noGrp="1"/>
          </p:cNvSpPr>
          <p:nvPr/>
        </p:nvSpPr>
        <p:spPr>
          <a:xfrm xmlns:a="http://schemas.openxmlformats.org/drawingml/2006/main">
            <a:off x="9810750" y="6391275"/>
            <a:ext cx="1819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A6D70"/>
                </a:solidFill>
                <a:latin typeface="Avenir Next"/>
                <a:ea typeface="Avenir Next"/>
                <a:cs typeface="Avenir Next"/>
              </a:defRPr>
            </a:defPPr>
            <a:lvl1pPr algn="r">
              <a:defRPr sz="975" b="1">
                <a:solidFill>
                  <a:srgbClr val="5A6D70"/>
                </a:solidFill>
                <a:latin typeface="Avenir Next"/>
                <a:ea typeface="Avenir Next"/>
                <a:cs typeface="Avenir Next"/>
              </a:defRPr>
            </a:lvl1pPr>
            <a:lvl2pPr algn="r">
              <a:defRPr sz="975" b="1">
                <a:solidFill>
                  <a:srgbClr val="5A6D70"/>
                </a:solidFill>
                <a:latin typeface="Avenir Next"/>
                <a:ea typeface="Avenir Next"/>
                <a:cs typeface="Avenir Next"/>
              </a:defRPr>
            </a:lvl2pPr>
            <a:lvl3pPr algn="r">
              <a:defRPr sz="975" b="1">
                <a:solidFill>
                  <a:srgbClr val="5A6D70"/>
                </a:solidFill>
                <a:latin typeface="Avenir Next"/>
                <a:ea typeface="Avenir Next"/>
                <a:cs typeface="Avenir Next"/>
              </a:defRPr>
            </a:lvl3pPr>
            <a:lvl4pPr algn="r">
              <a:defRPr sz="975" b="1">
                <a:solidFill>
                  <a:srgbClr val="5A6D70"/>
                </a:solidFill>
                <a:latin typeface="Avenir Next"/>
                <a:ea typeface="Avenir Next"/>
                <a:cs typeface="Avenir Next"/>
              </a:defRPr>
            </a:lvl4pPr>
            <a:lvl5pPr algn="r">
              <a:defRPr sz="975" b="1">
                <a:solidFill>
                  <a:srgbClr val="5A6D70"/>
                </a:solidFill>
                <a:latin typeface="Avenir Next"/>
                <a:ea typeface="Avenir Next"/>
                <a:cs typeface="Avenir Next"/>
              </a:defRPr>
            </a:lvl5pPr>
            <a:lvl6pPr algn="r">
              <a:defRPr sz="975" b="1">
                <a:solidFill>
                  <a:srgbClr val="5A6D70"/>
                </a:solidFill>
                <a:latin typeface="Avenir Next"/>
                <a:ea typeface="Avenir Next"/>
                <a:cs typeface="Avenir Next"/>
              </a:defRPr>
            </a:lvl6pPr>
            <a:lvl7pPr algn="r">
              <a:defRPr sz="975" b="1">
                <a:solidFill>
                  <a:srgbClr val="5A6D70"/>
                </a:solidFill>
                <a:latin typeface="Avenir Next"/>
                <a:ea typeface="Avenir Next"/>
                <a:cs typeface="Avenir Next"/>
              </a:defRPr>
            </a:lvl7pPr>
            <a:lvl8pPr algn="r">
              <a:defRPr sz="975" b="1">
                <a:solidFill>
                  <a:srgbClr val="5A6D70"/>
                </a:solidFill>
                <a:latin typeface="Avenir Next"/>
                <a:ea typeface="Avenir Next"/>
                <a:cs typeface="Avenir Next"/>
              </a:defRPr>
            </a:lvl8pPr>
            <a:lvl9pPr algn="r">
              <a:defRPr sz="975" b="1">
                <a:solidFill>
                  <a:srgbClr val="5A6D70"/>
                </a:solidFill>
                <a:latin typeface="Avenir Next"/>
                <a:ea typeface="Avenir Next"/>
                <a:cs typeface="Avenir Next"/>
              </a:defRPr>
            </a:lvl9pPr>
          </a:lstStyle>
          <a:p xmlns:a="http://schemas.openxmlformats.org/drawingml/2006/main">
            <a:pPr algn="r">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GRUPO 4  ·  2026</a:t>
            </a:r>
          </a:p>
        </p:txBody>
      </p:sp>
      <p:sp>
        <p:nvSpPr>
          <p:cNvPr id="8" name="">
            <a:extLst xmlns:a="http://schemas.openxmlformats.org/drawingml/2006/main">
              <a:ext uri="{FF2B5EF4-FFF2-40B4-BE49-F238E27FC236}">
                <a16:creationId xmlns:a16="http://schemas.microsoft.com/office/drawing/2014/main" id="{F8C632FB-9C84-462D-A36C-B8A8668BCF39}"/>
              </a:ext>
            </a:extLst>
          </p:cNvPr>
          <p:cNvSpPr>
            <a:spLocks xmlns:a="http://schemas.openxmlformats.org/drawingml/2006/main" noGrp="1"/>
          </p:cNvSpPr>
          <p:nvPr/>
        </p:nvSpPr>
        <p:spPr>
          <a:xfrm xmlns:a="http://schemas.openxmlformats.org/drawingml/2006/main">
            <a:off x="523875" y="1724025"/>
            <a:ext cx="7762875" cy="3286125"/>
          </a:xfrm>
          <a:prstGeom xmlns:a="http://schemas.openxmlformats.org/drawingml/2006/main" prst="roundRect">
            <a:avLst>
              <a:gd name="adj" fmla="val 2319"/>
            </a:avLst>
          </a:prstGeom>
          <a:solidFill xmlns:a="http://schemas.openxmlformats.org/drawingml/2006/main">
            <a:srgbClr val="FFFFFF"/>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0E7C8B94-DF43-4ED6-8A77-C032CB67BE24}"/>
              </a:ext>
            </a:extLst>
          </p:cNvPr>
          <p:cNvPicPr>
            <a:picLocks xmlns:a="http://schemas.openxmlformats.org/drawingml/2006/main" noChangeAspect="1"/>
          </p:cNvPicPr>
          <p:nvPr/>
        </p:nvPicPr>
        <p:blipFill>
          <a:blip xmlns:r="http://schemas.openxmlformats.org/officeDocument/2006/relationships" xmlns:a="http://schemas.openxmlformats.org/drawingml/2006/main" r:embed="Rf05db8e722d64739"/>
          <a:srcRect xmlns:a="http://schemas.openxmlformats.org/drawingml/2006/main" l="0" t="1104" r="0" b="1104"/>
          <a:stretch xmlns:a="http://schemas.openxmlformats.org/drawingml/2006/main">
            <a:fillRect l="0" t="0" r="0" b="0"/>
          </a:stretch>
        </p:blipFill>
        <p:spPr>
          <a:xfrm xmlns:a="http://schemas.openxmlformats.org/drawingml/2006/main">
            <a:off x="561975" y="1762125"/>
            <a:ext cx="7686675" cy="3209925"/>
          </a:xfrm>
          <a:prstGeom xmlns:a="http://schemas.openxmlformats.org/drawingml/2006/main" prst="roundRect">
            <a:avLst>
              <a:gd name="adj" fmla="val 2374"/>
            </a:avLst>
          </a:prstGeom>
        </p:spPr>
      </p:pic>
      <p:sp>
        <p:nvSpPr>
          <p:cNvPr id="10" name="">
            <a:extLst xmlns:a="http://schemas.openxmlformats.org/drawingml/2006/main">
              <a:ext uri="{FF2B5EF4-FFF2-40B4-BE49-F238E27FC236}">
                <a16:creationId xmlns:a16="http://schemas.microsoft.com/office/drawing/2014/main" id="{CD448750-D098-42E7-9953-EF692FD610BC}"/>
              </a:ext>
            </a:extLst>
          </p:cNvPr>
          <p:cNvSpPr>
            <a:spLocks xmlns:a="http://schemas.openxmlformats.org/drawingml/2006/main" noGrp="1"/>
          </p:cNvSpPr>
          <p:nvPr/>
        </p:nvSpPr>
        <p:spPr>
          <a:xfrm xmlns:a="http://schemas.openxmlformats.org/drawingml/2006/main">
            <a:off x="8391525" y="1724025"/>
            <a:ext cx="3267075" cy="1638300"/>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0">
            <a:noFill/>
            <a:prstDash val="solid"/>
          </a:ln>
        </p:spPr>
      </p:sp>
      <p:pic>
        <p:nvPicPr>
          <p:cNvPr id="11" name="">
            <a:extLst xmlns:a="http://schemas.openxmlformats.org/drawingml/2006/main">
              <a:ext uri="{FF2B5EF4-FFF2-40B4-BE49-F238E27FC236}">
                <a16:creationId xmlns:a16="http://schemas.microsoft.com/office/drawing/2014/main" id="{B1A8F7E2-0AD8-4D0A-93F2-640C7DCDCA16}"/>
              </a:ext>
            </a:extLst>
          </p:cNvPr>
          <p:cNvPicPr>
            <a:picLocks xmlns:a="http://schemas.openxmlformats.org/drawingml/2006/main" noChangeAspect="1"/>
          </p:cNvPicPr>
          <p:nvPr/>
        </p:nvPicPr>
        <p:blipFill>
          <a:blip xmlns:r="http://schemas.openxmlformats.org/officeDocument/2006/relationships" xmlns:a="http://schemas.openxmlformats.org/drawingml/2006/main" r:embed="R89be65cb585c4b17"/>
          <a:srcRect xmlns:a="http://schemas.openxmlformats.org/drawingml/2006/main" l="94" t="0" r="94" b="0"/>
          <a:stretch xmlns:a="http://schemas.openxmlformats.org/drawingml/2006/main">
            <a:fillRect l="0" t="0" r="0" b="0"/>
          </a:stretch>
        </p:blipFill>
        <p:spPr>
          <a:xfrm xmlns:a="http://schemas.openxmlformats.org/drawingml/2006/main">
            <a:off x="8429625" y="1762125"/>
            <a:ext cx="3190875" cy="1562100"/>
          </a:xfrm>
          <a:prstGeom xmlns:a="http://schemas.openxmlformats.org/drawingml/2006/main" prst="roundRect">
            <a:avLst>
              <a:gd name="adj" fmla="val 4878"/>
            </a:avLst>
          </a:prstGeom>
        </p:spPr>
      </p:pic>
      <p:sp>
        <p:nvSpPr>
          <p:cNvPr id="12" name="">
            <a:extLst xmlns:a="http://schemas.openxmlformats.org/drawingml/2006/main">
              <a:ext uri="{FF2B5EF4-FFF2-40B4-BE49-F238E27FC236}">
                <a16:creationId xmlns:a16="http://schemas.microsoft.com/office/drawing/2014/main" id="{60BA662F-2C94-4815-B027-20419F7AFE5B}"/>
              </a:ext>
            </a:extLst>
          </p:cNvPr>
          <p:cNvSpPr>
            <a:spLocks xmlns:a="http://schemas.openxmlformats.org/drawingml/2006/main" noGrp="1"/>
          </p:cNvSpPr>
          <p:nvPr/>
        </p:nvSpPr>
        <p:spPr>
          <a:xfrm xmlns:a="http://schemas.openxmlformats.org/drawingml/2006/main">
            <a:off x="8429625" y="3590925"/>
            <a:ext cx="3190875" cy="1381125"/>
          </a:xfrm>
          <a:prstGeom xmlns:a="http://schemas.openxmlformats.org/drawingml/2006/main" prst="roundRect">
            <a:avLst>
              <a:gd name="adj" fmla="val 5517"/>
            </a:avLst>
          </a:prstGeom>
          <a:solidFill xmlns:a="http://schemas.openxmlformats.org/drawingml/2006/main">
            <a:srgbClr val="11766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0C128BF-1242-441F-9FF9-02B2542C7DDE}"/>
              </a:ext>
            </a:extLst>
          </p:cNvPr>
          <p:cNvSpPr>
            <a:spLocks xmlns:a="http://schemas.openxmlformats.org/drawingml/2006/main" noGrp="1"/>
          </p:cNvSpPr>
          <p:nvPr/>
        </p:nvSpPr>
        <p:spPr>
          <a:xfrm xmlns:a="http://schemas.openxmlformats.org/drawingml/2006/main">
            <a:off x="8629650" y="3724275"/>
            <a:ext cx="28003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700" b="1">
                <a:solidFill>
                  <a:srgbClr val="FFFFFF"/>
                </a:solidFill>
                <a:latin typeface="Avenir Next"/>
                <a:ea typeface="Avenir Next"/>
                <a:cs typeface="Avenir Next"/>
              </a:defRPr>
            </a:defPPr>
            <a:lvl1pPr algn="l">
              <a:defRPr sz="2700" b="1">
                <a:solidFill>
                  <a:srgbClr val="FFFFFF"/>
                </a:solidFill>
                <a:latin typeface="Avenir Next"/>
                <a:ea typeface="Avenir Next"/>
                <a:cs typeface="Avenir Next"/>
              </a:defRPr>
            </a:lvl1pPr>
            <a:lvl2pPr algn="l">
              <a:defRPr sz="2700" b="1">
                <a:solidFill>
                  <a:srgbClr val="FFFFFF"/>
                </a:solidFill>
                <a:latin typeface="Avenir Next"/>
                <a:ea typeface="Avenir Next"/>
                <a:cs typeface="Avenir Next"/>
              </a:defRPr>
            </a:lvl2pPr>
            <a:lvl3pPr algn="l">
              <a:defRPr sz="2700" b="1">
                <a:solidFill>
                  <a:srgbClr val="FFFFFF"/>
                </a:solidFill>
                <a:latin typeface="Avenir Next"/>
                <a:ea typeface="Avenir Next"/>
                <a:cs typeface="Avenir Next"/>
              </a:defRPr>
            </a:lvl3pPr>
            <a:lvl4pPr algn="l">
              <a:defRPr sz="2700" b="1">
                <a:solidFill>
                  <a:srgbClr val="FFFFFF"/>
                </a:solidFill>
                <a:latin typeface="Avenir Next"/>
                <a:ea typeface="Avenir Next"/>
                <a:cs typeface="Avenir Next"/>
              </a:defRPr>
            </a:lvl4pPr>
            <a:lvl5pPr algn="l">
              <a:defRPr sz="2700" b="1">
                <a:solidFill>
                  <a:srgbClr val="FFFFFF"/>
                </a:solidFill>
                <a:latin typeface="Avenir Next"/>
                <a:ea typeface="Avenir Next"/>
                <a:cs typeface="Avenir Next"/>
              </a:defRPr>
            </a:lvl5pPr>
            <a:lvl6pPr algn="l">
              <a:defRPr sz="2700" b="1">
                <a:solidFill>
                  <a:srgbClr val="FFFFFF"/>
                </a:solidFill>
                <a:latin typeface="Avenir Next"/>
                <a:ea typeface="Avenir Next"/>
                <a:cs typeface="Avenir Next"/>
              </a:defRPr>
            </a:lvl6pPr>
            <a:lvl7pPr algn="l">
              <a:defRPr sz="2700" b="1">
                <a:solidFill>
                  <a:srgbClr val="FFFFFF"/>
                </a:solidFill>
                <a:latin typeface="Avenir Next"/>
                <a:ea typeface="Avenir Next"/>
                <a:cs typeface="Avenir Next"/>
              </a:defRPr>
            </a:lvl7pPr>
            <a:lvl8pPr algn="l">
              <a:defRPr sz="2700" b="1">
                <a:solidFill>
                  <a:srgbClr val="FFFFFF"/>
                </a:solidFill>
                <a:latin typeface="Avenir Next"/>
                <a:ea typeface="Avenir Next"/>
                <a:cs typeface="Avenir Next"/>
              </a:defRPr>
            </a:lvl8pPr>
            <a:lvl9pPr algn="l">
              <a:defRPr sz="2700" b="1">
                <a:solidFill>
                  <a:srgbClr val="FFFFFF"/>
                </a:solidFill>
                <a:latin typeface="Avenir Next"/>
                <a:ea typeface="Avenir Next"/>
                <a:cs typeface="Avenir Next"/>
              </a:defRPr>
            </a:lvl9pPr>
          </a:lstStyle>
          <a:p xmlns:a="http://schemas.openxmlformats.org/drawingml/2006/main">
            <a:pPr algn="l">
              <a:defRPr sz="2700" b="1">
                <a:solidFill>
                  <a:srgbClr val="FFFFFF"/>
                </a:solidFill>
                <a:latin typeface="Avenir Next"/>
                <a:ea typeface="Avenir Next"/>
                <a:cs typeface="Avenir Next"/>
              </a:defRPr>
            </a:pPr>
            <a:r>
              <a:rPr sz="2700" b="1">
                <a:solidFill>
                  <a:srgbClr val="FFFFFF"/>
                </a:solidFill>
                <a:latin typeface="Avenir Next"/>
                <a:ea typeface="Avenir Next"/>
                <a:cs typeface="Avenir Next"/>
              </a:rPr>
              <a:t>S/ 25.00</a:t>
            </a:r>
          </a:p>
        </p:txBody>
      </p:sp>
      <p:sp>
        <p:nvSpPr>
          <p:cNvPr id="14" name="">
            <a:extLst xmlns:a="http://schemas.openxmlformats.org/drawingml/2006/main">
              <a:ext uri="{FF2B5EF4-FFF2-40B4-BE49-F238E27FC236}">
                <a16:creationId xmlns:a16="http://schemas.microsoft.com/office/drawing/2014/main" id="{93B3983E-6125-42E4-BD91-09ED6E234E3B}"/>
              </a:ext>
            </a:extLst>
          </p:cNvPr>
          <p:cNvSpPr>
            <a:spLocks xmlns:a="http://schemas.openxmlformats.org/drawingml/2006/main" noGrp="1"/>
          </p:cNvSpPr>
          <p:nvPr/>
        </p:nvSpPr>
        <p:spPr>
          <a:xfrm xmlns:a="http://schemas.openxmlformats.org/drawingml/2006/main">
            <a:off x="8629650" y="4276725"/>
            <a:ext cx="2800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FFFFFF"/>
                </a:solidFill>
                <a:latin typeface="Avenir Next"/>
                <a:ea typeface="Avenir Next"/>
                <a:cs typeface="Avenir Next"/>
              </a:defRPr>
            </a:defPPr>
            <a:lvl1pPr algn="l">
              <a:defRPr sz="1500" b="0">
                <a:solidFill>
                  <a:srgbClr val="FFFFFF"/>
                </a:solidFill>
                <a:latin typeface="Avenir Next"/>
                <a:ea typeface="Avenir Next"/>
                <a:cs typeface="Avenir Next"/>
              </a:defRPr>
            </a:lvl1pPr>
            <a:lvl2pPr algn="l">
              <a:defRPr sz="1500" b="0">
                <a:solidFill>
                  <a:srgbClr val="FFFFFF"/>
                </a:solidFill>
                <a:latin typeface="Avenir Next"/>
                <a:ea typeface="Avenir Next"/>
                <a:cs typeface="Avenir Next"/>
              </a:defRPr>
            </a:lvl2pPr>
            <a:lvl3pPr algn="l">
              <a:defRPr sz="1500" b="0">
                <a:solidFill>
                  <a:srgbClr val="FFFFFF"/>
                </a:solidFill>
                <a:latin typeface="Avenir Next"/>
                <a:ea typeface="Avenir Next"/>
                <a:cs typeface="Avenir Next"/>
              </a:defRPr>
            </a:lvl3pPr>
            <a:lvl4pPr algn="l">
              <a:defRPr sz="1500" b="0">
                <a:solidFill>
                  <a:srgbClr val="FFFFFF"/>
                </a:solidFill>
                <a:latin typeface="Avenir Next"/>
                <a:ea typeface="Avenir Next"/>
                <a:cs typeface="Avenir Next"/>
              </a:defRPr>
            </a:lvl4pPr>
            <a:lvl5pPr algn="l">
              <a:defRPr sz="1500" b="0">
                <a:solidFill>
                  <a:srgbClr val="FFFFFF"/>
                </a:solidFill>
                <a:latin typeface="Avenir Next"/>
                <a:ea typeface="Avenir Next"/>
                <a:cs typeface="Avenir Next"/>
              </a:defRPr>
            </a:lvl5pPr>
            <a:lvl6pPr algn="l">
              <a:defRPr sz="1500" b="0">
                <a:solidFill>
                  <a:srgbClr val="FFFFFF"/>
                </a:solidFill>
                <a:latin typeface="Avenir Next"/>
                <a:ea typeface="Avenir Next"/>
                <a:cs typeface="Avenir Next"/>
              </a:defRPr>
            </a:lvl6pPr>
            <a:lvl7pPr algn="l">
              <a:defRPr sz="1500" b="0">
                <a:solidFill>
                  <a:srgbClr val="FFFFFF"/>
                </a:solidFill>
                <a:latin typeface="Avenir Next"/>
                <a:ea typeface="Avenir Next"/>
                <a:cs typeface="Avenir Next"/>
              </a:defRPr>
            </a:lvl7pPr>
            <a:lvl8pPr algn="l">
              <a:defRPr sz="1500" b="0">
                <a:solidFill>
                  <a:srgbClr val="FFFFFF"/>
                </a:solidFill>
                <a:latin typeface="Avenir Next"/>
                <a:ea typeface="Avenir Next"/>
                <a:cs typeface="Avenir Next"/>
              </a:defRPr>
            </a:lvl8pPr>
            <a:lvl9pPr algn="l">
              <a:defRPr sz="1500" b="0">
                <a:solidFill>
                  <a:srgbClr val="FFFFFF"/>
                </a:solidFill>
                <a:latin typeface="Avenir Next"/>
                <a:ea typeface="Avenir Next"/>
                <a:cs typeface="Avenir Next"/>
              </a:defRPr>
            </a:lvl9pPr>
          </a:lstStyle>
          <a:p xmlns:a="http://schemas.openxmlformats.org/drawingml/2006/main">
            <a:pPr algn="l">
              <a:defRPr sz="1500" b="0">
                <a:solidFill>
                  <a:srgbClr val="FFFFFF"/>
                </a:solidFill>
                <a:latin typeface="Avenir Next"/>
                <a:ea typeface="Avenir Next"/>
                <a:cs typeface="Avenir Next"/>
              </a:defRPr>
            </a:pPr>
            <a:r>
              <a:rPr sz="1500" b="0">
                <a:solidFill>
                  <a:srgbClr val="FFFFFF"/>
                </a:solidFill>
                <a:latin typeface="Avenir Next"/>
                <a:ea typeface="Avenir Next"/>
                <a:cs typeface="Avenir Next"/>
              </a:rPr>
              <a:t>transferidos a Diego</a:t>
            </a:r>
          </a:p>
        </p:txBody>
      </p:sp>
      <p:sp>
        <p:nvSpPr>
          <p:cNvPr id="15" name="">
            <a:extLst xmlns:a="http://schemas.openxmlformats.org/drawingml/2006/main">
              <a:ext uri="{FF2B5EF4-FFF2-40B4-BE49-F238E27FC236}">
                <a16:creationId xmlns:a16="http://schemas.microsoft.com/office/drawing/2014/main" id="{FEED4E07-5C8E-4101-A4B0-EB29F4B1867D}"/>
              </a:ext>
            </a:extLst>
          </p:cNvPr>
          <p:cNvSpPr>
            <a:spLocks xmlns:a="http://schemas.openxmlformats.org/drawingml/2006/main" noGrp="1"/>
          </p:cNvSpPr>
          <p:nvPr/>
        </p:nvSpPr>
        <p:spPr>
          <a:xfrm xmlns:a="http://schemas.openxmlformats.org/drawingml/2006/main">
            <a:off x="8629650" y="4638675"/>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FFFFFF"/>
                </a:solidFill>
                <a:latin typeface="Avenir Next"/>
                <a:ea typeface="Avenir Next"/>
                <a:cs typeface="Avenir Next"/>
              </a:defRPr>
            </a:defPPr>
            <a:lvl1pPr algn="l">
              <a:defRPr sz="1275" b="0">
                <a:solidFill>
                  <a:srgbClr val="FFFFFF"/>
                </a:solidFill>
                <a:latin typeface="Avenir Next"/>
                <a:ea typeface="Avenir Next"/>
                <a:cs typeface="Avenir Next"/>
              </a:defRPr>
            </a:lvl1pPr>
            <a:lvl2pPr algn="l">
              <a:defRPr sz="1275" b="0">
                <a:solidFill>
                  <a:srgbClr val="FFFFFF"/>
                </a:solidFill>
                <a:latin typeface="Avenir Next"/>
                <a:ea typeface="Avenir Next"/>
                <a:cs typeface="Avenir Next"/>
              </a:defRPr>
            </a:lvl2pPr>
            <a:lvl3pPr algn="l">
              <a:defRPr sz="1275" b="0">
                <a:solidFill>
                  <a:srgbClr val="FFFFFF"/>
                </a:solidFill>
                <a:latin typeface="Avenir Next"/>
                <a:ea typeface="Avenir Next"/>
                <a:cs typeface="Avenir Next"/>
              </a:defRPr>
            </a:lvl3pPr>
            <a:lvl4pPr algn="l">
              <a:defRPr sz="1275" b="0">
                <a:solidFill>
                  <a:srgbClr val="FFFFFF"/>
                </a:solidFill>
                <a:latin typeface="Avenir Next"/>
                <a:ea typeface="Avenir Next"/>
                <a:cs typeface="Avenir Next"/>
              </a:defRPr>
            </a:lvl4pPr>
            <a:lvl5pPr algn="l">
              <a:defRPr sz="1275" b="0">
                <a:solidFill>
                  <a:srgbClr val="FFFFFF"/>
                </a:solidFill>
                <a:latin typeface="Avenir Next"/>
                <a:ea typeface="Avenir Next"/>
                <a:cs typeface="Avenir Next"/>
              </a:defRPr>
            </a:lvl5pPr>
            <a:lvl6pPr algn="l">
              <a:defRPr sz="1275" b="0">
                <a:solidFill>
                  <a:srgbClr val="FFFFFF"/>
                </a:solidFill>
                <a:latin typeface="Avenir Next"/>
                <a:ea typeface="Avenir Next"/>
                <a:cs typeface="Avenir Next"/>
              </a:defRPr>
            </a:lvl6pPr>
            <a:lvl7pPr algn="l">
              <a:defRPr sz="1275" b="0">
                <a:solidFill>
                  <a:srgbClr val="FFFFFF"/>
                </a:solidFill>
                <a:latin typeface="Avenir Next"/>
                <a:ea typeface="Avenir Next"/>
                <a:cs typeface="Avenir Next"/>
              </a:defRPr>
            </a:lvl7pPr>
            <a:lvl8pPr algn="l">
              <a:defRPr sz="1275" b="0">
                <a:solidFill>
                  <a:srgbClr val="FFFFFF"/>
                </a:solidFill>
                <a:latin typeface="Avenir Next"/>
                <a:ea typeface="Avenir Next"/>
                <a:cs typeface="Avenir Next"/>
              </a:defRPr>
            </a:lvl8pPr>
            <a:lvl9pPr algn="l">
              <a:defRPr sz="1275" b="0">
                <a:solidFill>
                  <a:srgbClr val="FFFFFF"/>
                </a:solidFill>
                <a:latin typeface="Avenir Next"/>
                <a:ea typeface="Avenir Next"/>
                <a:cs typeface="Avenir Next"/>
              </a:defRPr>
            </a:lvl9pPr>
          </a:lstStyle>
          <a:p xmlns:a="http://schemas.openxmlformats.org/drawingml/2006/main">
            <a:pPr algn="l">
              <a:defRPr sz="1275" b="0">
                <a:solidFill>
                  <a:srgbClr val="FFFFFF"/>
                </a:solidFill>
                <a:latin typeface="Avenir Next"/>
                <a:ea typeface="Avenir Next"/>
                <a:cs typeface="Avenir Next"/>
              </a:defRPr>
            </a:pPr>
            <a:r>
              <a:rPr sz="1275" b="0">
                <a:solidFill>
                  <a:srgbClr val="FFFFFF"/>
                </a:solidFill>
                <a:latin typeface="Avenir Next"/>
                <a:ea typeface="Avenir Next"/>
                <a:cs typeface="Avenir Next"/>
              </a:rPr>
              <a:t>Comisión: S/ 0.00</a:t>
            </a:r>
          </a:p>
        </p:txBody>
      </p:sp>
      <p:sp>
        <p:nvSpPr>
          <p:cNvPr id="16" name="">
            <a:extLst xmlns:a="http://schemas.openxmlformats.org/drawingml/2006/main">
              <a:ext uri="{FF2B5EF4-FFF2-40B4-BE49-F238E27FC236}">
                <a16:creationId xmlns:a16="http://schemas.microsoft.com/office/drawing/2014/main" id="{696C1277-C3D3-442F-9334-F6C0C582AA5A}"/>
              </a:ext>
            </a:extLst>
          </p:cNvPr>
          <p:cNvSpPr>
            <a:spLocks xmlns:a="http://schemas.openxmlformats.org/drawingml/2006/main" noGrp="1"/>
          </p:cNvSpPr>
          <p:nvPr/>
        </p:nvSpPr>
        <p:spPr>
          <a:xfrm xmlns:a="http://schemas.openxmlformats.org/drawingml/2006/main">
            <a:off x="561975" y="5238750"/>
            <a:ext cx="11058525" cy="695325"/>
          </a:xfrm>
          <a:prstGeom xmlns:a="http://schemas.openxmlformats.org/drawingml/2006/main" prst="roundRect">
            <a:avLst>
              <a:gd name="adj" fmla="val 10959"/>
            </a:avLst>
          </a:prstGeom>
          <a:solidFill xmlns:a="http://schemas.openxmlformats.org/drawingml/2006/main">
            <a:srgbClr val="DFF3E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7002EF2-7422-463E-8B03-E1E38158D825}"/>
              </a:ext>
            </a:extLst>
          </p:cNvPr>
          <p:cNvSpPr>
            <a:spLocks xmlns:a="http://schemas.openxmlformats.org/drawingml/2006/main" noGrp="1"/>
          </p:cNvSpPr>
          <p:nvPr/>
        </p:nvSpPr>
        <p:spPr>
          <a:xfrm xmlns:a="http://schemas.openxmlformats.org/drawingml/2006/main">
            <a:off x="800100" y="5353050"/>
            <a:ext cx="49720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122D32"/>
                </a:solidFill>
                <a:latin typeface="Avenir Next"/>
                <a:ea typeface="Avenir Next"/>
                <a:cs typeface="Avenir Next"/>
              </a:defRPr>
            </a:defPPr>
            <a:lvl1pPr algn="l">
              <a:defRPr sz="1950" b="1">
                <a:solidFill>
                  <a:srgbClr val="122D32"/>
                </a:solidFill>
                <a:latin typeface="Avenir Next"/>
                <a:ea typeface="Avenir Next"/>
                <a:cs typeface="Avenir Next"/>
              </a:defRPr>
            </a:lvl1pPr>
            <a:lvl2pPr algn="l">
              <a:defRPr sz="1950" b="1">
                <a:solidFill>
                  <a:srgbClr val="122D32"/>
                </a:solidFill>
                <a:latin typeface="Avenir Next"/>
                <a:ea typeface="Avenir Next"/>
                <a:cs typeface="Avenir Next"/>
              </a:defRPr>
            </a:lvl2pPr>
            <a:lvl3pPr algn="l">
              <a:defRPr sz="1950" b="1">
                <a:solidFill>
                  <a:srgbClr val="122D32"/>
                </a:solidFill>
                <a:latin typeface="Avenir Next"/>
                <a:ea typeface="Avenir Next"/>
                <a:cs typeface="Avenir Next"/>
              </a:defRPr>
            </a:lvl3pPr>
            <a:lvl4pPr algn="l">
              <a:defRPr sz="1950" b="1">
                <a:solidFill>
                  <a:srgbClr val="122D32"/>
                </a:solidFill>
                <a:latin typeface="Avenir Next"/>
                <a:ea typeface="Avenir Next"/>
                <a:cs typeface="Avenir Next"/>
              </a:defRPr>
            </a:lvl4pPr>
            <a:lvl5pPr algn="l">
              <a:defRPr sz="1950" b="1">
                <a:solidFill>
                  <a:srgbClr val="122D32"/>
                </a:solidFill>
                <a:latin typeface="Avenir Next"/>
                <a:ea typeface="Avenir Next"/>
                <a:cs typeface="Avenir Next"/>
              </a:defRPr>
            </a:lvl5pPr>
            <a:lvl6pPr algn="l">
              <a:defRPr sz="1950" b="1">
                <a:solidFill>
                  <a:srgbClr val="122D32"/>
                </a:solidFill>
                <a:latin typeface="Avenir Next"/>
                <a:ea typeface="Avenir Next"/>
                <a:cs typeface="Avenir Next"/>
              </a:defRPr>
            </a:lvl6pPr>
            <a:lvl7pPr algn="l">
              <a:defRPr sz="1950" b="1">
                <a:solidFill>
                  <a:srgbClr val="122D32"/>
                </a:solidFill>
                <a:latin typeface="Avenir Next"/>
                <a:ea typeface="Avenir Next"/>
                <a:cs typeface="Avenir Next"/>
              </a:defRPr>
            </a:lvl7pPr>
            <a:lvl8pPr algn="l">
              <a:defRPr sz="1950" b="1">
                <a:solidFill>
                  <a:srgbClr val="122D32"/>
                </a:solidFill>
                <a:latin typeface="Avenir Next"/>
                <a:ea typeface="Avenir Next"/>
                <a:cs typeface="Avenir Next"/>
              </a:defRPr>
            </a:lvl8pPr>
            <a:lvl9pPr algn="l">
              <a:defRPr sz="1950" b="1">
                <a:solidFill>
                  <a:srgbClr val="122D32"/>
                </a:solidFill>
                <a:latin typeface="Avenir Next"/>
                <a:ea typeface="Avenir Next"/>
                <a:cs typeface="Avenir Next"/>
              </a:defRPr>
            </a:lvl9pPr>
          </a:lstStyle>
          <a:p xmlns:a="http://schemas.openxmlformats.org/drawingml/2006/main">
            <a:pPr algn="l">
              <a:defRPr sz="1950" b="1">
                <a:solidFill>
                  <a:srgbClr val="122D32"/>
                </a:solidFill>
                <a:latin typeface="Avenir Next"/>
                <a:ea typeface="Avenir Next"/>
                <a:cs typeface="Avenir Next"/>
              </a:defRPr>
            </a:pPr>
            <a:r>
              <a:rPr sz="1950" b="1">
                <a:solidFill>
                  <a:srgbClr val="122D32"/>
                </a:solidFill>
                <a:latin typeface="Avenir Next"/>
                <a:ea typeface="Avenir Next"/>
                <a:cs typeface="Avenir Next"/>
              </a:rPr>
              <a:t>Bruno  S/ 775.00</a:t>
            </a:r>
          </a:p>
        </p:txBody>
      </p:sp>
      <p:sp>
        <p:nvSpPr>
          <p:cNvPr id="18" name="">
            <a:extLst xmlns:a="http://schemas.openxmlformats.org/drawingml/2006/main">
              <a:ext uri="{FF2B5EF4-FFF2-40B4-BE49-F238E27FC236}">
                <a16:creationId xmlns:a16="http://schemas.microsoft.com/office/drawing/2014/main" id="{815981D6-FFFC-47B6-AE0F-B4923927CB2D}"/>
              </a:ext>
            </a:extLst>
          </p:cNvPr>
          <p:cNvSpPr>
            <a:spLocks xmlns:a="http://schemas.openxmlformats.org/drawingml/2006/main" noGrp="1"/>
          </p:cNvSpPr>
          <p:nvPr/>
        </p:nvSpPr>
        <p:spPr>
          <a:xfrm xmlns:a="http://schemas.openxmlformats.org/drawingml/2006/main">
            <a:off x="6019800" y="5353050"/>
            <a:ext cx="528637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122D32"/>
                </a:solidFill>
                <a:latin typeface="Avenir Next"/>
                <a:ea typeface="Avenir Next"/>
                <a:cs typeface="Avenir Next"/>
              </a:defRPr>
            </a:defPPr>
            <a:lvl1pPr algn="l">
              <a:defRPr sz="1950" b="1">
                <a:solidFill>
                  <a:srgbClr val="122D32"/>
                </a:solidFill>
                <a:latin typeface="Avenir Next"/>
                <a:ea typeface="Avenir Next"/>
                <a:cs typeface="Avenir Next"/>
              </a:defRPr>
            </a:lvl1pPr>
            <a:lvl2pPr algn="l">
              <a:defRPr sz="1950" b="1">
                <a:solidFill>
                  <a:srgbClr val="122D32"/>
                </a:solidFill>
                <a:latin typeface="Avenir Next"/>
                <a:ea typeface="Avenir Next"/>
                <a:cs typeface="Avenir Next"/>
              </a:defRPr>
            </a:lvl2pPr>
            <a:lvl3pPr algn="l">
              <a:defRPr sz="1950" b="1">
                <a:solidFill>
                  <a:srgbClr val="122D32"/>
                </a:solidFill>
                <a:latin typeface="Avenir Next"/>
                <a:ea typeface="Avenir Next"/>
                <a:cs typeface="Avenir Next"/>
              </a:defRPr>
            </a:lvl3pPr>
            <a:lvl4pPr algn="l">
              <a:defRPr sz="1950" b="1">
                <a:solidFill>
                  <a:srgbClr val="122D32"/>
                </a:solidFill>
                <a:latin typeface="Avenir Next"/>
                <a:ea typeface="Avenir Next"/>
                <a:cs typeface="Avenir Next"/>
              </a:defRPr>
            </a:lvl4pPr>
            <a:lvl5pPr algn="l">
              <a:defRPr sz="1950" b="1">
                <a:solidFill>
                  <a:srgbClr val="122D32"/>
                </a:solidFill>
                <a:latin typeface="Avenir Next"/>
                <a:ea typeface="Avenir Next"/>
                <a:cs typeface="Avenir Next"/>
              </a:defRPr>
            </a:lvl5pPr>
            <a:lvl6pPr algn="l">
              <a:defRPr sz="1950" b="1">
                <a:solidFill>
                  <a:srgbClr val="122D32"/>
                </a:solidFill>
                <a:latin typeface="Avenir Next"/>
                <a:ea typeface="Avenir Next"/>
                <a:cs typeface="Avenir Next"/>
              </a:defRPr>
            </a:lvl6pPr>
            <a:lvl7pPr algn="l">
              <a:defRPr sz="1950" b="1">
                <a:solidFill>
                  <a:srgbClr val="122D32"/>
                </a:solidFill>
                <a:latin typeface="Avenir Next"/>
                <a:ea typeface="Avenir Next"/>
                <a:cs typeface="Avenir Next"/>
              </a:defRPr>
            </a:lvl7pPr>
            <a:lvl8pPr algn="l">
              <a:defRPr sz="1950" b="1">
                <a:solidFill>
                  <a:srgbClr val="122D32"/>
                </a:solidFill>
                <a:latin typeface="Avenir Next"/>
                <a:ea typeface="Avenir Next"/>
                <a:cs typeface="Avenir Next"/>
              </a:defRPr>
            </a:lvl8pPr>
            <a:lvl9pPr algn="l">
              <a:defRPr sz="1950" b="1">
                <a:solidFill>
                  <a:srgbClr val="122D32"/>
                </a:solidFill>
                <a:latin typeface="Avenir Next"/>
                <a:ea typeface="Avenir Next"/>
                <a:cs typeface="Avenir Next"/>
              </a:defRPr>
            </a:lvl9pPr>
          </a:lstStyle>
          <a:p xmlns:a="http://schemas.openxmlformats.org/drawingml/2006/main">
            <a:pPr algn="l">
              <a:defRPr sz="1950" b="1">
                <a:solidFill>
                  <a:srgbClr val="122D32"/>
                </a:solidFill>
                <a:latin typeface="Avenir Next"/>
                <a:ea typeface="Avenir Next"/>
                <a:cs typeface="Avenir Next"/>
              </a:defRPr>
            </a:pPr>
            <a:r>
              <a:rPr sz="1950" b="1">
                <a:solidFill>
                  <a:srgbClr val="122D32"/>
                </a:solidFill>
                <a:latin typeface="Avenir Next"/>
                <a:ea typeface="Avenir Next"/>
                <a:cs typeface="Avenir Next"/>
              </a:rPr>
              <a:t>Diego  S/ 2,525.00</a:t>
            </a:r>
          </a:p>
        </p:txBody>
      </p:sp>
      <p:sp>
        <p:nvSpPr>
          <p:cNvPr id="19" name="">
            <a:extLst xmlns:a="http://schemas.openxmlformats.org/drawingml/2006/main">
              <a:ext uri="{FF2B5EF4-FFF2-40B4-BE49-F238E27FC236}">
                <a16:creationId xmlns:a16="http://schemas.microsoft.com/office/drawing/2014/main" id="{6700EE30-AFD8-49F6-85B5-44899091C3A7}"/>
              </a:ext>
            </a:extLst>
          </p:cNvPr>
          <p:cNvSpPr>
            <a:spLocks xmlns:a="http://schemas.openxmlformats.org/drawingml/2006/main" noGrp="1"/>
          </p:cNvSpPr>
          <p:nvPr/>
        </p:nvSpPr>
        <p:spPr>
          <a:xfrm xmlns:a="http://schemas.openxmlformats.org/drawingml/2006/main">
            <a:off x="561975" y="5962650"/>
            <a:ext cx="1105852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1766E"/>
                </a:solidFill>
                <a:latin typeface="Avenir Next"/>
                <a:ea typeface="Avenir Next"/>
                <a:cs typeface="Avenir Next"/>
              </a:defRPr>
            </a:defPPr>
            <a:lvl1pPr algn="l">
              <a:defRPr sz="1275" b="1">
                <a:solidFill>
                  <a:srgbClr val="11766E"/>
                </a:solidFill>
                <a:latin typeface="Avenir Next"/>
                <a:ea typeface="Avenir Next"/>
                <a:cs typeface="Avenir Next"/>
              </a:defRPr>
            </a:lvl1pPr>
            <a:lvl2pPr algn="l">
              <a:defRPr sz="1275" b="1">
                <a:solidFill>
                  <a:srgbClr val="11766E"/>
                </a:solidFill>
                <a:latin typeface="Avenir Next"/>
                <a:ea typeface="Avenir Next"/>
                <a:cs typeface="Avenir Next"/>
              </a:defRPr>
            </a:lvl2pPr>
            <a:lvl3pPr algn="l">
              <a:defRPr sz="1275" b="1">
                <a:solidFill>
                  <a:srgbClr val="11766E"/>
                </a:solidFill>
                <a:latin typeface="Avenir Next"/>
                <a:ea typeface="Avenir Next"/>
                <a:cs typeface="Avenir Next"/>
              </a:defRPr>
            </a:lvl3pPr>
            <a:lvl4pPr algn="l">
              <a:defRPr sz="1275" b="1">
                <a:solidFill>
                  <a:srgbClr val="11766E"/>
                </a:solidFill>
                <a:latin typeface="Avenir Next"/>
                <a:ea typeface="Avenir Next"/>
                <a:cs typeface="Avenir Next"/>
              </a:defRPr>
            </a:lvl4pPr>
            <a:lvl5pPr algn="l">
              <a:defRPr sz="1275" b="1">
                <a:solidFill>
                  <a:srgbClr val="11766E"/>
                </a:solidFill>
                <a:latin typeface="Avenir Next"/>
                <a:ea typeface="Avenir Next"/>
                <a:cs typeface="Avenir Next"/>
              </a:defRPr>
            </a:lvl5pPr>
            <a:lvl6pPr algn="l">
              <a:defRPr sz="1275" b="1">
                <a:solidFill>
                  <a:srgbClr val="11766E"/>
                </a:solidFill>
                <a:latin typeface="Avenir Next"/>
                <a:ea typeface="Avenir Next"/>
                <a:cs typeface="Avenir Next"/>
              </a:defRPr>
            </a:lvl6pPr>
            <a:lvl7pPr algn="l">
              <a:defRPr sz="1275" b="1">
                <a:solidFill>
                  <a:srgbClr val="11766E"/>
                </a:solidFill>
                <a:latin typeface="Avenir Next"/>
                <a:ea typeface="Avenir Next"/>
                <a:cs typeface="Avenir Next"/>
              </a:defRPr>
            </a:lvl7pPr>
            <a:lvl8pPr algn="l">
              <a:defRPr sz="1275" b="1">
                <a:solidFill>
                  <a:srgbClr val="11766E"/>
                </a:solidFill>
                <a:latin typeface="Avenir Next"/>
                <a:ea typeface="Avenir Next"/>
                <a:cs typeface="Avenir Next"/>
              </a:defRPr>
            </a:lvl8pPr>
            <a:lvl9pPr algn="l">
              <a:defRPr sz="1275" b="1">
                <a:solidFill>
                  <a:srgbClr val="11766E"/>
                </a:solidFill>
                <a:latin typeface="Avenir Next"/>
                <a:ea typeface="Avenir Next"/>
                <a:cs typeface="Avenir Next"/>
              </a:defRPr>
            </a:lvl9pPr>
          </a:lstStyle>
          <a:p xmlns:a="http://schemas.openxmlformats.org/drawingml/2006/main">
            <a:pPr algn="l">
              <a:defRPr sz="1275" b="1">
                <a:solidFill>
                  <a:srgbClr val="11766E"/>
                </a:solidFill>
                <a:latin typeface="Avenir Next"/>
                <a:ea typeface="Avenir Next"/>
                <a:cs typeface="Avenir Next"/>
              </a:defRPr>
            </a:pPr>
            <a:r>
              <a:rPr sz="1275" b="1">
                <a:solidFill>
                  <a:srgbClr val="11766E"/>
                </a:solidFill>
                <a:latin typeface="Avenir Next"/>
                <a:ea typeface="Avenir Next"/>
                <a:cs typeface="Avenir Next"/>
              </a:rPr>
              <a:t>Bruno ve el código de operación; ambos usuarios ven el estado Aceptada.</a:t>
            </a:r>
          </a:p>
        </p:txBody>
      </p:sp>
    </p:spTree>
    <p:extLst>
      <p:ext uri="{BB962C8B-B14F-4D97-AF65-F5344CB8AC3E}">
        <p14:creationId xmlns:p14="http://schemas.microsoft.com/office/powerpoint/2010/main" val="1229660452"/>
      </p:ext>
    </p:extLst>
  </p:cSld>
</p:sld>
</file>

<file path=ppt/slides/slide8.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2E10B7C-BE0B-4F68-B6F7-7F915FDDD75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1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290BBA0-289C-46FC-8F11-658624E7FE1D}"/>
              </a:ext>
            </a:extLst>
          </p:cNvPr>
          <p:cNvSpPr>
            <a:spLocks xmlns:a="http://schemas.openxmlformats.org/drawingml/2006/main" noGrp="1"/>
          </p:cNvSpPr>
          <p:nvPr/>
        </p:nvSpPr>
        <p:spPr>
          <a:xfrm xmlns:a="http://schemas.openxmlformats.org/drawingml/2006/main">
            <a:off x="523875" y="3238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766E"/>
                </a:solidFill>
                <a:latin typeface="Avenir Next"/>
                <a:ea typeface="Avenir Next"/>
                <a:cs typeface="Avenir Next"/>
              </a:defRPr>
            </a:defPPr>
            <a:lvl1pPr algn="l">
              <a:defRPr sz="1500" b="1">
                <a:solidFill>
                  <a:srgbClr val="11766E"/>
                </a:solidFill>
                <a:latin typeface="Avenir Next"/>
                <a:ea typeface="Avenir Next"/>
                <a:cs typeface="Avenir Next"/>
              </a:defRPr>
            </a:lvl1pPr>
            <a:lvl2pPr algn="l">
              <a:defRPr sz="1500" b="1">
                <a:solidFill>
                  <a:srgbClr val="11766E"/>
                </a:solidFill>
                <a:latin typeface="Avenir Next"/>
                <a:ea typeface="Avenir Next"/>
                <a:cs typeface="Avenir Next"/>
              </a:defRPr>
            </a:lvl2pPr>
            <a:lvl3pPr algn="l">
              <a:defRPr sz="1500" b="1">
                <a:solidFill>
                  <a:srgbClr val="11766E"/>
                </a:solidFill>
                <a:latin typeface="Avenir Next"/>
                <a:ea typeface="Avenir Next"/>
                <a:cs typeface="Avenir Next"/>
              </a:defRPr>
            </a:lvl3pPr>
            <a:lvl4pPr algn="l">
              <a:defRPr sz="1500" b="1">
                <a:solidFill>
                  <a:srgbClr val="11766E"/>
                </a:solidFill>
                <a:latin typeface="Avenir Next"/>
                <a:ea typeface="Avenir Next"/>
                <a:cs typeface="Avenir Next"/>
              </a:defRPr>
            </a:lvl4pPr>
            <a:lvl5pPr algn="l">
              <a:defRPr sz="1500" b="1">
                <a:solidFill>
                  <a:srgbClr val="11766E"/>
                </a:solidFill>
                <a:latin typeface="Avenir Next"/>
                <a:ea typeface="Avenir Next"/>
                <a:cs typeface="Avenir Next"/>
              </a:defRPr>
            </a:lvl5pPr>
            <a:lvl6pPr algn="l">
              <a:defRPr sz="1500" b="1">
                <a:solidFill>
                  <a:srgbClr val="11766E"/>
                </a:solidFill>
                <a:latin typeface="Avenir Next"/>
                <a:ea typeface="Avenir Next"/>
                <a:cs typeface="Avenir Next"/>
              </a:defRPr>
            </a:lvl6pPr>
            <a:lvl7pPr algn="l">
              <a:defRPr sz="1500" b="1">
                <a:solidFill>
                  <a:srgbClr val="11766E"/>
                </a:solidFill>
                <a:latin typeface="Avenir Next"/>
                <a:ea typeface="Avenir Next"/>
                <a:cs typeface="Avenir Next"/>
              </a:defRPr>
            </a:lvl7pPr>
            <a:lvl8pPr algn="l">
              <a:defRPr sz="1500" b="1">
                <a:solidFill>
                  <a:srgbClr val="11766E"/>
                </a:solidFill>
                <a:latin typeface="Avenir Next"/>
                <a:ea typeface="Avenir Next"/>
                <a:cs typeface="Avenir Next"/>
              </a:defRPr>
            </a:lvl8pPr>
            <a:lvl9pPr algn="l">
              <a:defRPr sz="1500" b="1">
                <a:solidFill>
                  <a:srgbClr val="11766E"/>
                </a:solidFill>
                <a:latin typeface="Avenir Next"/>
                <a:ea typeface="Avenir Next"/>
                <a:cs typeface="Avenir Next"/>
              </a:defRPr>
            </a:lvl9pPr>
          </a:lstStyle>
          <a:p xmlns:a="http://schemas.openxmlformats.org/drawingml/2006/main">
            <a:pPr algn="l">
              <a:defRPr sz="1500" b="1">
                <a:solidFill>
                  <a:srgbClr val="11766E"/>
                </a:solidFill>
                <a:latin typeface="Avenir Next"/>
                <a:ea typeface="Avenir Next"/>
                <a:cs typeface="Avenir Next"/>
              </a:defRPr>
            </a:pPr>
            <a:r>
              <a:rPr sz="1500" b="1">
                <a:solidFill>
                  <a:srgbClr val="11766E"/>
                </a:solidFill>
                <a:latin typeface="Avenir Next"/>
                <a:ea typeface="Avenir Next"/>
                <a:cs typeface="Avenir Next"/>
              </a:rPr>
              <a:t>08</a:t>
            </a:r>
          </a:p>
        </p:txBody>
      </p:sp>
      <p:sp>
        <p:nvSpPr>
          <p:cNvPr id="3" name="">
            <a:extLst xmlns:a="http://schemas.openxmlformats.org/drawingml/2006/main">
              <a:ext uri="{FF2B5EF4-FFF2-40B4-BE49-F238E27FC236}">
                <a16:creationId xmlns:a16="http://schemas.microsoft.com/office/drawing/2014/main" id="{D5B37D72-8DE3-4EB6-9292-D69B707EBEAF}"/>
              </a:ext>
            </a:extLst>
          </p:cNvPr>
          <p:cNvSpPr>
            <a:spLocks xmlns:a="http://schemas.openxmlformats.org/drawingml/2006/main" noGrp="1"/>
          </p:cNvSpPr>
          <p:nvPr/>
        </p:nvSpPr>
        <p:spPr>
          <a:xfrm xmlns:a="http://schemas.openxmlformats.org/drawingml/2006/main">
            <a:off x="1047750" y="3048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22D32"/>
                </a:solidFill>
                <a:latin typeface="Avenir Next"/>
                <a:ea typeface="Avenir Next"/>
                <a:cs typeface="Avenir Next"/>
              </a:defRPr>
            </a:defPPr>
            <a:lvl1pPr algn="l">
              <a:defRPr sz="3000" b="1">
                <a:solidFill>
                  <a:srgbClr val="122D32"/>
                </a:solidFill>
                <a:latin typeface="Avenir Next"/>
                <a:ea typeface="Avenir Next"/>
                <a:cs typeface="Avenir Next"/>
              </a:defRPr>
            </a:lvl1pPr>
            <a:lvl2pPr algn="l">
              <a:defRPr sz="3000" b="1">
                <a:solidFill>
                  <a:srgbClr val="122D32"/>
                </a:solidFill>
                <a:latin typeface="Avenir Next"/>
                <a:ea typeface="Avenir Next"/>
                <a:cs typeface="Avenir Next"/>
              </a:defRPr>
            </a:lvl2pPr>
            <a:lvl3pPr algn="l">
              <a:defRPr sz="3000" b="1">
                <a:solidFill>
                  <a:srgbClr val="122D32"/>
                </a:solidFill>
                <a:latin typeface="Avenir Next"/>
                <a:ea typeface="Avenir Next"/>
                <a:cs typeface="Avenir Next"/>
              </a:defRPr>
            </a:lvl3pPr>
            <a:lvl4pPr algn="l">
              <a:defRPr sz="3000" b="1">
                <a:solidFill>
                  <a:srgbClr val="122D32"/>
                </a:solidFill>
                <a:latin typeface="Avenir Next"/>
                <a:ea typeface="Avenir Next"/>
                <a:cs typeface="Avenir Next"/>
              </a:defRPr>
            </a:lvl4pPr>
            <a:lvl5pPr algn="l">
              <a:defRPr sz="3000" b="1">
                <a:solidFill>
                  <a:srgbClr val="122D32"/>
                </a:solidFill>
                <a:latin typeface="Avenir Next"/>
                <a:ea typeface="Avenir Next"/>
                <a:cs typeface="Avenir Next"/>
              </a:defRPr>
            </a:lvl5pPr>
            <a:lvl6pPr algn="l">
              <a:defRPr sz="3000" b="1">
                <a:solidFill>
                  <a:srgbClr val="122D32"/>
                </a:solidFill>
                <a:latin typeface="Avenir Next"/>
                <a:ea typeface="Avenir Next"/>
                <a:cs typeface="Avenir Next"/>
              </a:defRPr>
            </a:lvl6pPr>
            <a:lvl7pPr algn="l">
              <a:defRPr sz="3000" b="1">
                <a:solidFill>
                  <a:srgbClr val="122D32"/>
                </a:solidFill>
                <a:latin typeface="Avenir Next"/>
                <a:ea typeface="Avenir Next"/>
                <a:cs typeface="Avenir Next"/>
              </a:defRPr>
            </a:lvl7pPr>
            <a:lvl8pPr algn="l">
              <a:defRPr sz="3000" b="1">
                <a:solidFill>
                  <a:srgbClr val="122D32"/>
                </a:solidFill>
                <a:latin typeface="Avenir Next"/>
                <a:ea typeface="Avenir Next"/>
                <a:cs typeface="Avenir Next"/>
              </a:defRPr>
            </a:lvl8pPr>
            <a:lvl9pPr algn="l">
              <a:defRPr sz="3000" b="1">
                <a:solidFill>
                  <a:srgbClr val="122D32"/>
                </a:solidFill>
                <a:latin typeface="Avenir Next"/>
                <a:ea typeface="Avenir Next"/>
                <a:cs typeface="Avenir Next"/>
              </a:defRPr>
            </a:lvl9pPr>
          </a:lstStyle>
          <a:p xmlns:a="http://schemas.openxmlformats.org/drawingml/2006/main">
            <a:pPr algn="l">
              <a:defRPr sz="3000" b="1">
                <a:solidFill>
                  <a:srgbClr val="122D32"/>
                </a:solidFill>
                <a:latin typeface="Avenir Next"/>
                <a:ea typeface="Avenir Next"/>
                <a:cs typeface="Avenir Next"/>
              </a:defRPr>
            </a:pPr>
            <a:r>
              <a:rPr sz="3000" b="1">
                <a:solidFill>
                  <a:srgbClr val="122D32"/>
                </a:solidFill>
                <a:latin typeface="Avenir Next"/>
                <a:ea typeface="Avenir Next"/>
                <a:cs typeface="Avenir Next"/>
              </a:rPr>
              <a:t>Demo en vivo + evidencia</a:t>
            </a:r>
          </a:p>
        </p:txBody>
      </p:sp>
      <p:sp>
        <p:nvSpPr>
          <p:cNvPr id="4" name="">
            <a:extLst xmlns:a="http://schemas.openxmlformats.org/drawingml/2006/main">
              <a:ext uri="{FF2B5EF4-FFF2-40B4-BE49-F238E27FC236}">
                <a16:creationId xmlns:a16="http://schemas.microsoft.com/office/drawing/2014/main" id="{B69BC5ED-19F2-4C9A-923A-80F32CB94276}"/>
              </a:ext>
            </a:extLst>
          </p:cNvPr>
          <p:cNvSpPr>
            <a:spLocks xmlns:a="http://schemas.openxmlformats.org/drawingml/2006/main" noGrp="1"/>
          </p:cNvSpPr>
          <p:nvPr/>
        </p:nvSpPr>
        <p:spPr>
          <a:xfrm xmlns:a="http://schemas.openxmlformats.org/drawingml/2006/main">
            <a:off x="561975" y="1019175"/>
            <a:ext cx="11001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A6D70"/>
                </a:solidFill>
                <a:latin typeface="Avenir Next"/>
                <a:ea typeface="Avenir Next"/>
                <a:cs typeface="Avenir Next"/>
              </a:defRPr>
            </a:defPPr>
            <a:lvl1pPr algn="l">
              <a:defRPr sz="1500" b="0">
                <a:solidFill>
                  <a:srgbClr val="5A6D70"/>
                </a:solidFill>
                <a:latin typeface="Avenir Next"/>
                <a:ea typeface="Avenir Next"/>
                <a:cs typeface="Avenir Next"/>
              </a:defRPr>
            </a:lvl1pPr>
            <a:lvl2pPr algn="l">
              <a:defRPr sz="1500" b="0">
                <a:solidFill>
                  <a:srgbClr val="5A6D70"/>
                </a:solidFill>
                <a:latin typeface="Avenir Next"/>
                <a:ea typeface="Avenir Next"/>
                <a:cs typeface="Avenir Next"/>
              </a:defRPr>
            </a:lvl2pPr>
            <a:lvl3pPr algn="l">
              <a:defRPr sz="1500" b="0">
                <a:solidFill>
                  <a:srgbClr val="5A6D70"/>
                </a:solidFill>
                <a:latin typeface="Avenir Next"/>
                <a:ea typeface="Avenir Next"/>
                <a:cs typeface="Avenir Next"/>
              </a:defRPr>
            </a:lvl3pPr>
            <a:lvl4pPr algn="l">
              <a:defRPr sz="1500" b="0">
                <a:solidFill>
                  <a:srgbClr val="5A6D70"/>
                </a:solidFill>
                <a:latin typeface="Avenir Next"/>
                <a:ea typeface="Avenir Next"/>
                <a:cs typeface="Avenir Next"/>
              </a:defRPr>
            </a:lvl4pPr>
            <a:lvl5pPr algn="l">
              <a:defRPr sz="1500" b="0">
                <a:solidFill>
                  <a:srgbClr val="5A6D70"/>
                </a:solidFill>
                <a:latin typeface="Avenir Next"/>
                <a:ea typeface="Avenir Next"/>
                <a:cs typeface="Avenir Next"/>
              </a:defRPr>
            </a:lvl5pPr>
            <a:lvl6pPr algn="l">
              <a:defRPr sz="1500" b="0">
                <a:solidFill>
                  <a:srgbClr val="5A6D70"/>
                </a:solidFill>
                <a:latin typeface="Avenir Next"/>
                <a:ea typeface="Avenir Next"/>
                <a:cs typeface="Avenir Next"/>
              </a:defRPr>
            </a:lvl6pPr>
            <a:lvl7pPr algn="l">
              <a:defRPr sz="1500" b="0">
                <a:solidFill>
                  <a:srgbClr val="5A6D70"/>
                </a:solidFill>
                <a:latin typeface="Avenir Next"/>
                <a:ea typeface="Avenir Next"/>
                <a:cs typeface="Avenir Next"/>
              </a:defRPr>
            </a:lvl7pPr>
            <a:lvl8pPr algn="l">
              <a:defRPr sz="1500" b="0">
                <a:solidFill>
                  <a:srgbClr val="5A6D70"/>
                </a:solidFill>
                <a:latin typeface="Avenir Next"/>
                <a:ea typeface="Avenir Next"/>
                <a:cs typeface="Avenir Next"/>
              </a:defRPr>
            </a:lvl8pPr>
            <a:lvl9pPr algn="l">
              <a:defRPr sz="1500" b="0">
                <a:solidFill>
                  <a:srgbClr val="5A6D70"/>
                </a:solidFill>
                <a:latin typeface="Avenir Next"/>
                <a:ea typeface="Avenir Next"/>
                <a:cs typeface="Avenir Next"/>
              </a:defRPr>
            </a:lvl9pPr>
          </a:lstStyle>
          <a:p xmlns:a="http://schemas.openxmlformats.org/drawingml/2006/main">
            <a:pPr algn="l">
              <a:defRPr sz="1500" b="0">
                <a:solidFill>
                  <a:srgbClr val="5A6D70"/>
                </a:solidFill>
                <a:latin typeface="Avenir Next"/>
                <a:ea typeface="Avenir Next"/>
                <a:cs typeface="Avenir Next"/>
              </a:defRPr>
            </a:pPr>
            <a:r>
              <a:rPr sz="1500" b="0">
                <a:solidFill>
                  <a:srgbClr val="5A6D70"/>
                </a:solidFill>
                <a:latin typeface="Avenir Next"/>
                <a:ea typeface="Avenir Next"/>
                <a:cs typeface="Avenir Next"/>
              </a:rPr>
              <a:t>Ejecutar el caso y abrir el reporte generado por Robot.</a:t>
            </a:r>
          </a:p>
        </p:txBody>
      </p:sp>
      <p:sp>
        <p:nvSpPr>
          <p:cNvPr id="5" name="">
            <a:extLst xmlns:a="http://schemas.openxmlformats.org/drawingml/2006/main">
              <a:ext uri="{FF2B5EF4-FFF2-40B4-BE49-F238E27FC236}">
                <a16:creationId xmlns:a16="http://schemas.microsoft.com/office/drawing/2014/main" id="{1F9CF930-9B17-4D61-AEB0-47CF6B9138ED}"/>
              </a:ext>
            </a:extLst>
          </p:cNvPr>
          <p:cNvSpPr>
            <a:spLocks xmlns:a="http://schemas.openxmlformats.org/drawingml/2006/main" noGrp="1"/>
          </p:cNvSpPr>
          <p:nvPr/>
        </p:nvSpPr>
        <p:spPr>
          <a:xfrm xmlns:a="http://schemas.openxmlformats.org/drawingml/2006/main">
            <a:off x="561975" y="6257925"/>
            <a:ext cx="11068050" cy="19050"/>
          </a:xfrm>
          <a:prstGeom xmlns:a="http://schemas.openxmlformats.org/drawingml/2006/main" prst="rect">
            <a:avLst/>
          </a:prstGeom>
          <a:solidFill xmlns:a="http://schemas.openxmlformats.org/drawingml/2006/main">
            <a:srgbClr val="C9DCD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D1CA73B-367D-4FCB-B5F3-678F26471452}"/>
              </a:ext>
            </a:extLst>
          </p:cNvPr>
          <p:cNvSpPr>
            <a:spLocks xmlns:a="http://schemas.openxmlformats.org/drawingml/2006/main" noGrp="1"/>
          </p:cNvSpPr>
          <p:nvPr/>
        </p:nvSpPr>
        <p:spPr>
          <a:xfrm xmlns:a="http://schemas.openxmlformats.org/drawingml/2006/main">
            <a:off x="561975" y="639127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A6D70"/>
                </a:solidFill>
                <a:latin typeface="Avenir Next"/>
                <a:ea typeface="Avenir Next"/>
                <a:cs typeface="Avenir Next"/>
              </a:defRPr>
            </a:defPPr>
            <a:lvl1pPr algn="l">
              <a:defRPr sz="975" b="1">
                <a:solidFill>
                  <a:srgbClr val="5A6D70"/>
                </a:solidFill>
                <a:latin typeface="Avenir Next"/>
                <a:ea typeface="Avenir Next"/>
                <a:cs typeface="Avenir Next"/>
              </a:defRPr>
            </a:lvl1pPr>
            <a:lvl2pPr algn="l">
              <a:defRPr sz="975" b="1">
                <a:solidFill>
                  <a:srgbClr val="5A6D70"/>
                </a:solidFill>
                <a:latin typeface="Avenir Next"/>
                <a:ea typeface="Avenir Next"/>
                <a:cs typeface="Avenir Next"/>
              </a:defRPr>
            </a:lvl2pPr>
            <a:lvl3pPr algn="l">
              <a:defRPr sz="975" b="1">
                <a:solidFill>
                  <a:srgbClr val="5A6D70"/>
                </a:solidFill>
                <a:latin typeface="Avenir Next"/>
                <a:ea typeface="Avenir Next"/>
                <a:cs typeface="Avenir Next"/>
              </a:defRPr>
            </a:lvl3pPr>
            <a:lvl4pPr algn="l">
              <a:defRPr sz="975" b="1">
                <a:solidFill>
                  <a:srgbClr val="5A6D70"/>
                </a:solidFill>
                <a:latin typeface="Avenir Next"/>
                <a:ea typeface="Avenir Next"/>
                <a:cs typeface="Avenir Next"/>
              </a:defRPr>
            </a:lvl4pPr>
            <a:lvl5pPr algn="l">
              <a:defRPr sz="975" b="1">
                <a:solidFill>
                  <a:srgbClr val="5A6D70"/>
                </a:solidFill>
                <a:latin typeface="Avenir Next"/>
                <a:ea typeface="Avenir Next"/>
                <a:cs typeface="Avenir Next"/>
              </a:defRPr>
            </a:lvl5pPr>
            <a:lvl6pPr algn="l">
              <a:defRPr sz="975" b="1">
                <a:solidFill>
                  <a:srgbClr val="5A6D70"/>
                </a:solidFill>
                <a:latin typeface="Avenir Next"/>
                <a:ea typeface="Avenir Next"/>
                <a:cs typeface="Avenir Next"/>
              </a:defRPr>
            </a:lvl6pPr>
            <a:lvl7pPr algn="l">
              <a:defRPr sz="975" b="1">
                <a:solidFill>
                  <a:srgbClr val="5A6D70"/>
                </a:solidFill>
                <a:latin typeface="Avenir Next"/>
                <a:ea typeface="Avenir Next"/>
                <a:cs typeface="Avenir Next"/>
              </a:defRPr>
            </a:lvl7pPr>
            <a:lvl8pPr algn="l">
              <a:defRPr sz="975" b="1">
                <a:solidFill>
                  <a:srgbClr val="5A6D70"/>
                </a:solidFill>
                <a:latin typeface="Avenir Next"/>
                <a:ea typeface="Avenir Next"/>
                <a:cs typeface="Avenir Next"/>
              </a:defRPr>
            </a:lvl8pPr>
            <a:lvl9pPr algn="l">
              <a:defRPr sz="975" b="1">
                <a:solidFill>
                  <a:srgbClr val="5A6D70"/>
                </a:solidFill>
                <a:latin typeface="Avenir Next"/>
                <a:ea typeface="Avenir Next"/>
                <a:cs typeface="Avenir Next"/>
              </a:defRPr>
            </a:lvl9pPr>
          </a:lstStyle>
          <a:p xmlns:a="http://schemas.openxmlformats.org/drawingml/2006/main">
            <a:pPr algn="l">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QOLQE  ×  ROBOT FRAMEWORK</a:t>
            </a:r>
          </a:p>
        </p:txBody>
      </p:sp>
      <p:sp>
        <p:nvSpPr>
          <p:cNvPr id="7" name="">
            <a:extLst xmlns:a="http://schemas.openxmlformats.org/drawingml/2006/main">
              <a:ext uri="{FF2B5EF4-FFF2-40B4-BE49-F238E27FC236}">
                <a16:creationId xmlns:a16="http://schemas.microsoft.com/office/drawing/2014/main" id="{C802BAD3-5628-4380-AB2C-FE1C1401E136}"/>
              </a:ext>
            </a:extLst>
          </p:cNvPr>
          <p:cNvSpPr>
            <a:spLocks xmlns:a="http://schemas.openxmlformats.org/drawingml/2006/main" noGrp="1"/>
          </p:cNvSpPr>
          <p:nvPr/>
        </p:nvSpPr>
        <p:spPr>
          <a:xfrm xmlns:a="http://schemas.openxmlformats.org/drawingml/2006/main">
            <a:off x="9810750" y="6391275"/>
            <a:ext cx="1819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A6D70"/>
                </a:solidFill>
                <a:latin typeface="Avenir Next"/>
                <a:ea typeface="Avenir Next"/>
                <a:cs typeface="Avenir Next"/>
              </a:defRPr>
            </a:defPPr>
            <a:lvl1pPr algn="r">
              <a:defRPr sz="975" b="1">
                <a:solidFill>
                  <a:srgbClr val="5A6D70"/>
                </a:solidFill>
                <a:latin typeface="Avenir Next"/>
                <a:ea typeface="Avenir Next"/>
                <a:cs typeface="Avenir Next"/>
              </a:defRPr>
            </a:lvl1pPr>
            <a:lvl2pPr algn="r">
              <a:defRPr sz="975" b="1">
                <a:solidFill>
                  <a:srgbClr val="5A6D70"/>
                </a:solidFill>
                <a:latin typeface="Avenir Next"/>
                <a:ea typeface="Avenir Next"/>
                <a:cs typeface="Avenir Next"/>
              </a:defRPr>
            </a:lvl2pPr>
            <a:lvl3pPr algn="r">
              <a:defRPr sz="975" b="1">
                <a:solidFill>
                  <a:srgbClr val="5A6D70"/>
                </a:solidFill>
                <a:latin typeface="Avenir Next"/>
                <a:ea typeface="Avenir Next"/>
                <a:cs typeface="Avenir Next"/>
              </a:defRPr>
            </a:lvl3pPr>
            <a:lvl4pPr algn="r">
              <a:defRPr sz="975" b="1">
                <a:solidFill>
                  <a:srgbClr val="5A6D70"/>
                </a:solidFill>
                <a:latin typeface="Avenir Next"/>
                <a:ea typeface="Avenir Next"/>
                <a:cs typeface="Avenir Next"/>
              </a:defRPr>
            </a:lvl4pPr>
            <a:lvl5pPr algn="r">
              <a:defRPr sz="975" b="1">
                <a:solidFill>
                  <a:srgbClr val="5A6D70"/>
                </a:solidFill>
                <a:latin typeface="Avenir Next"/>
                <a:ea typeface="Avenir Next"/>
                <a:cs typeface="Avenir Next"/>
              </a:defRPr>
            </a:lvl5pPr>
            <a:lvl6pPr algn="r">
              <a:defRPr sz="975" b="1">
                <a:solidFill>
                  <a:srgbClr val="5A6D70"/>
                </a:solidFill>
                <a:latin typeface="Avenir Next"/>
                <a:ea typeface="Avenir Next"/>
                <a:cs typeface="Avenir Next"/>
              </a:defRPr>
            </a:lvl6pPr>
            <a:lvl7pPr algn="r">
              <a:defRPr sz="975" b="1">
                <a:solidFill>
                  <a:srgbClr val="5A6D70"/>
                </a:solidFill>
                <a:latin typeface="Avenir Next"/>
                <a:ea typeface="Avenir Next"/>
                <a:cs typeface="Avenir Next"/>
              </a:defRPr>
            </a:lvl7pPr>
            <a:lvl8pPr algn="r">
              <a:defRPr sz="975" b="1">
                <a:solidFill>
                  <a:srgbClr val="5A6D70"/>
                </a:solidFill>
                <a:latin typeface="Avenir Next"/>
                <a:ea typeface="Avenir Next"/>
                <a:cs typeface="Avenir Next"/>
              </a:defRPr>
            </a:lvl8pPr>
            <a:lvl9pPr algn="r">
              <a:defRPr sz="975" b="1">
                <a:solidFill>
                  <a:srgbClr val="5A6D70"/>
                </a:solidFill>
                <a:latin typeface="Avenir Next"/>
                <a:ea typeface="Avenir Next"/>
                <a:cs typeface="Avenir Next"/>
              </a:defRPr>
            </a:lvl9pPr>
          </a:lstStyle>
          <a:p xmlns:a="http://schemas.openxmlformats.org/drawingml/2006/main">
            <a:pPr algn="r">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GRUPO 4  ·  2026</a:t>
            </a:r>
          </a:p>
        </p:txBody>
      </p:sp>
      <p:sp>
        <p:nvSpPr>
          <p:cNvPr id="8" name="">
            <a:extLst xmlns:a="http://schemas.openxmlformats.org/drawingml/2006/main">
              <a:ext uri="{FF2B5EF4-FFF2-40B4-BE49-F238E27FC236}">
                <a16:creationId xmlns:a16="http://schemas.microsoft.com/office/drawing/2014/main" id="{92C6D1B2-C556-4DF9-BD99-E76D24D59470}"/>
              </a:ext>
            </a:extLst>
          </p:cNvPr>
          <p:cNvSpPr>
            <a:spLocks xmlns:a="http://schemas.openxmlformats.org/drawingml/2006/main" noGrp="1"/>
          </p:cNvSpPr>
          <p:nvPr/>
        </p:nvSpPr>
        <p:spPr>
          <a:xfrm xmlns:a="http://schemas.openxmlformats.org/drawingml/2006/main">
            <a:off x="523875" y="1724025"/>
            <a:ext cx="7219950" cy="4124325"/>
          </a:xfrm>
          <a:prstGeom xmlns:a="http://schemas.openxmlformats.org/drawingml/2006/main" prst="roundRect">
            <a:avLst>
              <a:gd name="adj" fmla="val 1848"/>
            </a:avLst>
          </a:prstGeom>
          <a:solidFill xmlns:a="http://schemas.openxmlformats.org/drawingml/2006/main">
            <a:srgbClr val="FFFFFF"/>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FBD097ED-FE2F-4DF1-B375-F2234E5A60AF}"/>
              </a:ext>
            </a:extLst>
          </p:cNvPr>
          <p:cNvPicPr>
            <a:picLocks xmlns:a="http://schemas.openxmlformats.org/drawingml/2006/main" noChangeAspect="1"/>
          </p:cNvPicPr>
          <p:nvPr/>
        </p:nvPicPr>
        <p:blipFill>
          <a:blip xmlns:r="http://schemas.openxmlformats.org/officeDocument/2006/relationships" xmlns:a="http://schemas.openxmlformats.org/drawingml/2006/main" r:embed="R7c7fb9814ee1423f"/>
          <a:srcRect xmlns:a="http://schemas.openxmlformats.org/drawingml/2006/main" l="0" t="417" r="0" b="417"/>
          <a:stretch xmlns:a="http://schemas.openxmlformats.org/drawingml/2006/main">
            <a:fillRect l="0" t="0" r="0" b="0"/>
          </a:stretch>
        </p:blipFill>
        <p:spPr>
          <a:xfrm xmlns:a="http://schemas.openxmlformats.org/drawingml/2006/main">
            <a:off x="561975" y="1762125"/>
            <a:ext cx="7143750" cy="4048125"/>
          </a:xfrm>
          <a:prstGeom xmlns:a="http://schemas.openxmlformats.org/drawingml/2006/main" prst="roundRect">
            <a:avLst>
              <a:gd name="adj" fmla="val 1882"/>
            </a:avLst>
          </a:prstGeom>
        </p:spPr>
      </p:pic>
      <p:sp>
        <p:nvSpPr>
          <p:cNvPr id="10" name="">
            <a:extLst xmlns:a="http://schemas.openxmlformats.org/drawingml/2006/main">
              <a:ext uri="{FF2B5EF4-FFF2-40B4-BE49-F238E27FC236}">
                <a16:creationId xmlns:a16="http://schemas.microsoft.com/office/drawing/2014/main" id="{3BB1DD4B-67DA-4011-9428-7FB2B1DD1333}"/>
              </a:ext>
            </a:extLst>
          </p:cNvPr>
          <p:cNvSpPr>
            <a:spLocks xmlns:a="http://schemas.openxmlformats.org/drawingml/2006/main" noGrp="1"/>
          </p:cNvSpPr>
          <p:nvPr/>
        </p:nvSpPr>
        <p:spPr>
          <a:xfrm xmlns:a="http://schemas.openxmlformats.org/drawingml/2006/main">
            <a:off x="7981950" y="1762125"/>
            <a:ext cx="3638550" cy="4048125"/>
          </a:xfrm>
          <a:prstGeom xmlns:a="http://schemas.openxmlformats.org/drawingml/2006/main" prst="roundRect">
            <a:avLst>
              <a:gd name="adj" fmla="val 2094"/>
            </a:avLst>
          </a:prstGeom>
          <a:solidFill xmlns:a="http://schemas.openxmlformats.org/drawingml/2006/main">
            <a:srgbClr val="122D3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B2C494F-D2C3-47DA-8869-390D41D9C1CF}"/>
              </a:ext>
            </a:extLst>
          </p:cNvPr>
          <p:cNvSpPr>
            <a:spLocks xmlns:a="http://schemas.openxmlformats.org/drawingml/2006/main" noGrp="1"/>
          </p:cNvSpPr>
          <p:nvPr/>
        </p:nvSpPr>
        <p:spPr>
          <a:xfrm xmlns:a="http://schemas.openxmlformats.org/drawingml/2006/main">
            <a:off x="8258175" y="1933575"/>
            <a:ext cx="30861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5100" b="1">
                <a:solidFill>
                  <a:srgbClr val="FFFFFF"/>
                </a:solidFill>
                <a:latin typeface="Avenir Next"/>
                <a:ea typeface="Avenir Next"/>
                <a:cs typeface="Avenir Next"/>
              </a:defRPr>
            </a:defPPr>
            <a:lvl1pPr algn="l">
              <a:defRPr sz="5100" b="1">
                <a:solidFill>
                  <a:srgbClr val="FFFFFF"/>
                </a:solidFill>
                <a:latin typeface="Avenir Next"/>
                <a:ea typeface="Avenir Next"/>
                <a:cs typeface="Avenir Next"/>
              </a:defRPr>
            </a:lvl1pPr>
            <a:lvl2pPr algn="l">
              <a:defRPr sz="5100" b="1">
                <a:solidFill>
                  <a:srgbClr val="FFFFFF"/>
                </a:solidFill>
                <a:latin typeface="Avenir Next"/>
                <a:ea typeface="Avenir Next"/>
                <a:cs typeface="Avenir Next"/>
              </a:defRPr>
            </a:lvl2pPr>
            <a:lvl3pPr algn="l">
              <a:defRPr sz="5100" b="1">
                <a:solidFill>
                  <a:srgbClr val="FFFFFF"/>
                </a:solidFill>
                <a:latin typeface="Avenir Next"/>
                <a:ea typeface="Avenir Next"/>
                <a:cs typeface="Avenir Next"/>
              </a:defRPr>
            </a:lvl3pPr>
            <a:lvl4pPr algn="l">
              <a:defRPr sz="5100" b="1">
                <a:solidFill>
                  <a:srgbClr val="FFFFFF"/>
                </a:solidFill>
                <a:latin typeface="Avenir Next"/>
                <a:ea typeface="Avenir Next"/>
                <a:cs typeface="Avenir Next"/>
              </a:defRPr>
            </a:lvl4pPr>
            <a:lvl5pPr algn="l">
              <a:defRPr sz="5100" b="1">
                <a:solidFill>
                  <a:srgbClr val="FFFFFF"/>
                </a:solidFill>
                <a:latin typeface="Avenir Next"/>
                <a:ea typeface="Avenir Next"/>
                <a:cs typeface="Avenir Next"/>
              </a:defRPr>
            </a:lvl5pPr>
            <a:lvl6pPr algn="l">
              <a:defRPr sz="5100" b="1">
                <a:solidFill>
                  <a:srgbClr val="FFFFFF"/>
                </a:solidFill>
                <a:latin typeface="Avenir Next"/>
                <a:ea typeface="Avenir Next"/>
                <a:cs typeface="Avenir Next"/>
              </a:defRPr>
            </a:lvl6pPr>
            <a:lvl7pPr algn="l">
              <a:defRPr sz="5100" b="1">
                <a:solidFill>
                  <a:srgbClr val="FFFFFF"/>
                </a:solidFill>
                <a:latin typeface="Avenir Next"/>
                <a:ea typeface="Avenir Next"/>
                <a:cs typeface="Avenir Next"/>
              </a:defRPr>
            </a:lvl7pPr>
            <a:lvl8pPr algn="l">
              <a:defRPr sz="5100" b="1">
                <a:solidFill>
                  <a:srgbClr val="FFFFFF"/>
                </a:solidFill>
                <a:latin typeface="Avenir Next"/>
                <a:ea typeface="Avenir Next"/>
                <a:cs typeface="Avenir Next"/>
              </a:defRPr>
            </a:lvl8pPr>
            <a:lvl9pPr algn="l">
              <a:defRPr sz="5100" b="1">
                <a:solidFill>
                  <a:srgbClr val="FFFFFF"/>
                </a:solidFill>
                <a:latin typeface="Avenir Next"/>
                <a:ea typeface="Avenir Next"/>
                <a:cs typeface="Avenir Next"/>
              </a:defRPr>
            </a:lvl9pPr>
          </a:lstStyle>
          <a:p xmlns:a="http://schemas.openxmlformats.org/drawingml/2006/main">
            <a:pPr algn="l">
              <a:defRPr sz="5100" b="1">
                <a:solidFill>
                  <a:srgbClr val="FFFFFF"/>
                </a:solidFill>
                <a:latin typeface="Avenir Next"/>
                <a:ea typeface="Avenir Next"/>
                <a:cs typeface="Avenir Next"/>
              </a:defRPr>
            </a:pPr>
            <a:r>
              <a:rPr sz="5100" b="1">
                <a:solidFill>
                  <a:srgbClr val="FFFFFF"/>
                </a:solidFill>
                <a:latin typeface="Avenir Next"/>
                <a:ea typeface="Avenir Next"/>
                <a:cs typeface="Avenir Next"/>
              </a:rPr>
              <a:t>1/1</a:t>
            </a:r>
          </a:p>
        </p:txBody>
      </p:sp>
      <p:sp>
        <p:nvSpPr>
          <p:cNvPr id="12" name="">
            <a:extLst xmlns:a="http://schemas.openxmlformats.org/drawingml/2006/main">
              <a:ext uri="{FF2B5EF4-FFF2-40B4-BE49-F238E27FC236}">
                <a16:creationId xmlns:a16="http://schemas.microsoft.com/office/drawing/2014/main" id="{8F359EDC-3937-4EE0-9E34-D8793856570C}"/>
              </a:ext>
            </a:extLst>
          </p:cNvPr>
          <p:cNvSpPr>
            <a:spLocks xmlns:a="http://schemas.openxmlformats.org/drawingml/2006/main" noGrp="1"/>
          </p:cNvSpPr>
          <p:nvPr/>
        </p:nvSpPr>
        <p:spPr>
          <a:xfrm xmlns:a="http://schemas.openxmlformats.org/drawingml/2006/main">
            <a:off x="8258175" y="2809875"/>
            <a:ext cx="30861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F5B96C"/>
                </a:solidFill>
                <a:latin typeface="Avenir Next"/>
                <a:ea typeface="Avenir Next"/>
                <a:cs typeface="Avenir Next"/>
              </a:defRPr>
            </a:defPPr>
            <a:lvl1pPr algn="l">
              <a:defRPr sz="1650" b="1">
                <a:solidFill>
                  <a:srgbClr val="F5B96C"/>
                </a:solidFill>
                <a:latin typeface="Avenir Next"/>
                <a:ea typeface="Avenir Next"/>
                <a:cs typeface="Avenir Next"/>
              </a:defRPr>
            </a:lvl1pPr>
            <a:lvl2pPr algn="l">
              <a:defRPr sz="1650" b="1">
                <a:solidFill>
                  <a:srgbClr val="F5B96C"/>
                </a:solidFill>
                <a:latin typeface="Avenir Next"/>
                <a:ea typeface="Avenir Next"/>
                <a:cs typeface="Avenir Next"/>
              </a:defRPr>
            </a:lvl2pPr>
            <a:lvl3pPr algn="l">
              <a:defRPr sz="1650" b="1">
                <a:solidFill>
                  <a:srgbClr val="F5B96C"/>
                </a:solidFill>
                <a:latin typeface="Avenir Next"/>
                <a:ea typeface="Avenir Next"/>
                <a:cs typeface="Avenir Next"/>
              </a:defRPr>
            </a:lvl3pPr>
            <a:lvl4pPr algn="l">
              <a:defRPr sz="1650" b="1">
                <a:solidFill>
                  <a:srgbClr val="F5B96C"/>
                </a:solidFill>
                <a:latin typeface="Avenir Next"/>
                <a:ea typeface="Avenir Next"/>
                <a:cs typeface="Avenir Next"/>
              </a:defRPr>
            </a:lvl4pPr>
            <a:lvl5pPr algn="l">
              <a:defRPr sz="1650" b="1">
                <a:solidFill>
                  <a:srgbClr val="F5B96C"/>
                </a:solidFill>
                <a:latin typeface="Avenir Next"/>
                <a:ea typeface="Avenir Next"/>
                <a:cs typeface="Avenir Next"/>
              </a:defRPr>
            </a:lvl5pPr>
            <a:lvl6pPr algn="l">
              <a:defRPr sz="1650" b="1">
                <a:solidFill>
                  <a:srgbClr val="F5B96C"/>
                </a:solidFill>
                <a:latin typeface="Avenir Next"/>
                <a:ea typeface="Avenir Next"/>
                <a:cs typeface="Avenir Next"/>
              </a:defRPr>
            </a:lvl6pPr>
            <a:lvl7pPr algn="l">
              <a:defRPr sz="1650" b="1">
                <a:solidFill>
                  <a:srgbClr val="F5B96C"/>
                </a:solidFill>
                <a:latin typeface="Avenir Next"/>
                <a:ea typeface="Avenir Next"/>
                <a:cs typeface="Avenir Next"/>
              </a:defRPr>
            </a:lvl7pPr>
            <a:lvl8pPr algn="l">
              <a:defRPr sz="1650" b="1">
                <a:solidFill>
                  <a:srgbClr val="F5B96C"/>
                </a:solidFill>
                <a:latin typeface="Avenir Next"/>
                <a:ea typeface="Avenir Next"/>
                <a:cs typeface="Avenir Next"/>
              </a:defRPr>
            </a:lvl8pPr>
            <a:lvl9pPr algn="l">
              <a:defRPr sz="1650" b="1">
                <a:solidFill>
                  <a:srgbClr val="F5B96C"/>
                </a:solidFill>
                <a:latin typeface="Avenir Next"/>
                <a:ea typeface="Avenir Next"/>
                <a:cs typeface="Avenir Next"/>
              </a:defRPr>
            </a:lvl9pPr>
          </a:lstStyle>
          <a:p xmlns:a="http://schemas.openxmlformats.org/drawingml/2006/main">
            <a:pPr algn="l">
              <a:defRPr sz="1650" b="1">
                <a:solidFill>
                  <a:srgbClr val="F5B96C"/>
                </a:solidFill>
                <a:latin typeface="Avenir Next"/>
                <a:ea typeface="Avenir Next"/>
                <a:cs typeface="Avenir Next"/>
              </a:defRPr>
            </a:pPr>
            <a:r>
              <a:rPr sz="1650" b="1">
                <a:solidFill>
                  <a:srgbClr val="F5B96C"/>
                </a:solidFill>
                <a:latin typeface="Avenir Next"/>
                <a:ea typeface="Avenir Next"/>
                <a:cs typeface="Avenir Next"/>
              </a:rPr>
              <a:t>PRUEBA APROBADA</a:t>
            </a:r>
          </a:p>
        </p:txBody>
      </p:sp>
      <p:sp>
        <p:nvSpPr>
          <p:cNvPr id="13" name="">
            <a:extLst xmlns:a="http://schemas.openxmlformats.org/drawingml/2006/main">
              <a:ext uri="{FF2B5EF4-FFF2-40B4-BE49-F238E27FC236}">
                <a16:creationId xmlns:a16="http://schemas.microsoft.com/office/drawing/2014/main" id="{2E778943-5F93-41EF-9AC3-202FACC357B9}"/>
              </a:ext>
            </a:extLst>
          </p:cNvPr>
          <p:cNvSpPr>
            <a:spLocks xmlns:a="http://schemas.openxmlformats.org/drawingml/2006/main" noGrp="1"/>
          </p:cNvSpPr>
          <p:nvPr/>
        </p:nvSpPr>
        <p:spPr>
          <a:xfrm xmlns:a="http://schemas.openxmlformats.org/drawingml/2006/main">
            <a:off x="8258175" y="3333750"/>
            <a:ext cx="30861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FFFFFF"/>
                </a:solidFill>
                <a:latin typeface="Avenir Next"/>
                <a:ea typeface="Avenir Next"/>
                <a:cs typeface="Avenir Next"/>
              </a:defRPr>
            </a:defPPr>
            <a:lvl1pPr algn="l">
              <a:defRPr sz="1575" b="0">
                <a:solidFill>
                  <a:srgbClr val="FFFFFF"/>
                </a:solidFill>
                <a:latin typeface="Avenir Next"/>
                <a:ea typeface="Avenir Next"/>
                <a:cs typeface="Avenir Next"/>
              </a:defRPr>
            </a:lvl1pPr>
            <a:lvl2pPr algn="l">
              <a:defRPr sz="1575" b="0">
                <a:solidFill>
                  <a:srgbClr val="FFFFFF"/>
                </a:solidFill>
                <a:latin typeface="Avenir Next"/>
                <a:ea typeface="Avenir Next"/>
                <a:cs typeface="Avenir Next"/>
              </a:defRPr>
            </a:lvl2pPr>
            <a:lvl3pPr algn="l">
              <a:defRPr sz="1575" b="0">
                <a:solidFill>
                  <a:srgbClr val="FFFFFF"/>
                </a:solidFill>
                <a:latin typeface="Avenir Next"/>
                <a:ea typeface="Avenir Next"/>
                <a:cs typeface="Avenir Next"/>
              </a:defRPr>
            </a:lvl3pPr>
            <a:lvl4pPr algn="l">
              <a:defRPr sz="1575" b="0">
                <a:solidFill>
                  <a:srgbClr val="FFFFFF"/>
                </a:solidFill>
                <a:latin typeface="Avenir Next"/>
                <a:ea typeface="Avenir Next"/>
                <a:cs typeface="Avenir Next"/>
              </a:defRPr>
            </a:lvl4pPr>
            <a:lvl5pPr algn="l">
              <a:defRPr sz="1575" b="0">
                <a:solidFill>
                  <a:srgbClr val="FFFFFF"/>
                </a:solidFill>
                <a:latin typeface="Avenir Next"/>
                <a:ea typeface="Avenir Next"/>
                <a:cs typeface="Avenir Next"/>
              </a:defRPr>
            </a:lvl5pPr>
            <a:lvl6pPr algn="l">
              <a:defRPr sz="1575" b="0">
                <a:solidFill>
                  <a:srgbClr val="FFFFFF"/>
                </a:solidFill>
                <a:latin typeface="Avenir Next"/>
                <a:ea typeface="Avenir Next"/>
                <a:cs typeface="Avenir Next"/>
              </a:defRPr>
            </a:lvl6pPr>
            <a:lvl7pPr algn="l">
              <a:defRPr sz="1575" b="0">
                <a:solidFill>
                  <a:srgbClr val="FFFFFF"/>
                </a:solidFill>
                <a:latin typeface="Avenir Next"/>
                <a:ea typeface="Avenir Next"/>
                <a:cs typeface="Avenir Next"/>
              </a:defRPr>
            </a:lvl7pPr>
            <a:lvl8pPr algn="l">
              <a:defRPr sz="1575" b="0">
                <a:solidFill>
                  <a:srgbClr val="FFFFFF"/>
                </a:solidFill>
                <a:latin typeface="Avenir Next"/>
                <a:ea typeface="Avenir Next"/>
                <a:cs typeface="Avenir Next"/>
              </a:defRPr>
            </a:lvl8pPr>
            <a:lvl9pPr algn="l">
              <a:defRPr sz="1575" b="0">
                <a:solidFill>
                  <a:srgbClr val="FFFFFF"/>
                </a:solidFill>
                <a:latin typeface="Avenir Next"/>
                <a:ea typeface="Avenir Next"/>
                <a:cs typeface="Avenir Next"/>
              </a:defRPr>
            </a:lvl9pPr>
          </a:lstStyle>
          <a:p xmlns:a="http://schemas.openxmlformats.org/drawingml/2006/main">
            <a:pPr algn="l">
              <a:defRPr sz="1575" b="0">
                <a:solidFill>
                  <a:srgbClr val="FFFFFF"/>
                </a:solidFill>
                <a:latin typeface="Avenir Next"/>
                <a:ea typeface="Avenir Next"/>
                <a:cs typeface="Avenir Next"/>
              </a:defRPr>
            </a:pPr>
            <a:r>
              <a:rPr sz="1575" b="0">
                <a:solidFill>
                  <a:srgbClr val="FFFFFF"/>
                </a:solidFill>
                <a:latin typeface="Avenir Next"/>
                <a:ea typeface="Avenir Next"/>
                <a:cs typeface="Avenir Next"/>
              </a:rPr>
              <a:t>EN VIVO</a:t>
            </a:r>
          </a:p>
          <a:p xmlns:a="http://schemas.openxmlformats.org/drawingml/2006/main">
            <a:pPr algn="l">
              <a:defRPr sz="1575" b="0">
                <a:solidFill>
                  <a:srgbClr val="FFFFFF"/>
                </a:solidFill>
                <a:latin typeface="Avenir Next"/>
                <a:ea typeface="Avenir Next"/>
                <a:cs typeface="Avenir Next"/>
              </a:defRPr>
            </a:pPr>
            <a:r>
              <a:rPr sz="1575" b="0">
                <a:solidFill>
                  <a:srgbClr val="FFFFFF"/>
                </a:solidFill>
                <a:latin typeface="Avenir Next"/>
                <a:ea typeface="Avenir Next"/>
                <a:cs typeface="Avenir Next"/>
              </a:rPr>
              <a:t>Ejecutar Robot en Chromium</a:t>
            </a:r>
          </a:p>
          <a:p xmlns:a="http://schemas.openxmlformats.org/drawingml/2006/main">
            <a:pPr algn="l">
              <a:defRPr sz="1575" b="0">
                <a:solidFill>
                  <a:srgbClr val="FFFFFF"/>
                </a:solidFill>
                <a:latin typeface="Avenir Next"/>
                <a:ea typeface="Avenir Next"/>
                <a:cs typeface="Avenir Next"/>
              </a:defRPr>
            </a:pPr>
            <a:r>
              <a:rPr sz="1575" b="0">
                <a:solidFill>
                  <a:srgbClr val="FFFFFF"/>
                </a:solidFill>
                <a:latin typeface="Avenir Next"/>
                <a:ea typeface="Avenir Next"/>
                <a:cs typeface="Avenir Next"/>
              </a:rPr>
              <a:t>Abrir report.html</a:t>
            </a:r>
          </a:p>
          <a:p xmlns:a="http://schemas.openxmlformats.org/drawingml/2006/main">
            <a:pPr algn="l">
              <a:defRPr sz="1575" b="0">
                <a:solidFill>
                  <a:srgbClr val="FFFFFF"/>
                </a:solidFill>
                <a:latin typeface="Avenir Next"/>
                <a:ea typeface="Avenir Next"/>
                <a:cs typeface="Avenir Next"/>
              </a:defRPr>
            </a:pPr>
            <a:r>
              <a:rPr sz="1575" b="0">
                <a:solidFill>
                  <a:srgbClr val="FFFFFF"/>
                </a:solidFill>
                <a:latin typeface="Avenir Next"/>
                <a:ea typeface="Avenir Next"/>
                <a:cs typeface="Avenir Next"/>
              </a:rPr>
              <a:t>En log.html: estado,</a:t>
            </a:r>
          </a:p>
          <a:p xmlns:a="http://schemas.openxmlformats.org/drawingml/2006/main">
            <a:pPr algn="l">
              <a:defRPr sz="1575" b="0">
                <a:solidFill>
                  <a:srgbClr val="FFFFFF"/>
                </a:solidFill>
                <a:latin typeface="Avenir Next"/>
                <a:ea typeface="Avenir Next"/>
                <a:cs typeface="Avenir Next"/>
              </a:defRPr>
            </a:pPr>
            <a:r>
              <a:rPr sz="1575" b="0">
                <a:solidFill>
                  <a:srgbClr val="FFFFFF"/>
                </a:solidFill>
                <a:latin typeface="Avenir Next"/>
                <a:ea typeface="Avenir Next"/>
                <a:cs typeface="Avenir Next"/>
              </a:rPr>
              <a:t>operación y saldos</a:t>
            </a:r>
          </a:p>
        </p:txBody>
      </p:sp>
      <p:sp>
        <p:nvSpPr>
          <p:cNvPr id="14" name="">
            <a:extLst xmlns:a="http://schemas.openxmlformats.org/drawingml/2006/main">
              <a:ext uri="{FF2B5EF4-FFF2-40B4-BE49-F238E27FC236}">
                <a16:creationId xmlns:a16="http://schemas.microsoft.com/office/drawing/2014/main" id="{8FCF51FE-9C4E-4579-AAB9-857F27AA26F4}"/>
              </a:ext>
            </a:extLst>
          </p:cNvPr>
          <p:cNvSpPr>
            <a:spLocks xmlns:a="http://schemas.openxmlformats.org/drawingml/2006/main" noGrp="1"/>
          </p:cNvSpPr>
          <p:nvPr/>
        </p:nvSpPr>
        <p:spPr>
          <a:xfrm xmlns:a="http://schemas.openxmlformats.org/drawingml/2006/main">
            <a:off x="8258175" y="5029200"/>
            <a:ext cx="30861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F5B96C"/>
                </a:solidFill>
                <a:latin typeface="Avenir Next"/>
                <a:ea typeface="Avenir Next"/>
                <a:cs typeface="Avenir Next"/>
              </a:defRPr>
            </a:defPPr>
            <a:lvl1pPr algn="l">
              <a:defRPr sz="1275" b="1">
                <a:solidFill>
                  <a:srgbClr val="F5B96C"/>
                </a:solidFill>
                <a:latin typeface="Avenir Next"/>
                <a:ea typeface="Avenir Next"/>
                <a:cs typeface="Avenir Next"/>
              </a:defRPr>
            </a:lvl1pPr>
            <a:lvl2pPr algn="l">
              <a:defRPr sz="1275" b="1">
                <a:solidFill>
                  <a:srgbClr val="F5B96C"/>
                </a:solidFill>
                <a:latin typeface="Avenir Next"/>
                <a:ea typeface="Avenir Next"/>
                <a:cs typeface="Avenir Next"/>
              </a:defRPr>
            </a:lvl2pPr>
            <a:lvl3pPr algn="l">
              <a:defRPr sz="1275" b="1">
                <a:solidFill>
                  <a:srgbClr val="F5B96C"/>
                </a:solidFill>
                <a:latin typeface="Avenir Next"/>
                <a:ea typeface="Avenir Next"/>
                <a:cs typeface="Avenir Next"/>
              </a:defRPr>
            </a:lvl3pPr>
            <a:lvl4pPr algn="l">
              <a:defRPr sz="1275" b="1">
                <a:solidFill>
                  <a:srgbClr val="F5B96C"/>
                </a:solidFill>
                <a:latin typeface="Avenir Next"/>
                <a:ea typeface="Avenir Next"/>
                <a:cs typeface="Avenir Next"/>
              </a:defRPr>
            </a:lvl4pPr>
            <a:lvl5pPr algn="l">
              <a:defRPr sz="1275" b="1">
                <a:solidFill>
                  <a:srgbClr val="F5B96C"/>
                </a:solidFill>
                <a:latin typeface="Avenir Next"/>
                <a:ea typeface="Avenir Next"/>
                <a:cs typeface="Avenir Next"/>
              </a:defRPr>
            </a:lvl5pPr>
            <a:lvl6pPr algn="l">
              <a:defRPr sz="1275" b="1">
                <a:solidFill>
                  <a:srgbClr val="F5B96C"/>
                </a:solidFill>
                <a:latin typeface="Avenir Next"/>
                <a:ea typeface="Avenir Next"/>
                <a:cs typeface="Avenir Next"/>
              </a:defRPr>
            </a:lvl6pPr>
            <a:lvl7pPr algn="l">
              <a:defRPr sz="1275" b="1">
                <a:solidFill>
                  <a:srgbClr val="F5B96C"/>
                </a:solidFill>
                <a:latin typeface="Avenir Next"/>
                <a:ea typeface="Avenir Next"/>
                <a:cs typeface="Avenir Next"/>
              </a:defRPr>
            </a:lvl7pPr>
            <a:lvl8pPr algn="l">
              <a:defRPr sz="1275" b="1">
                <a:solidFill>
                  <a:srgbClr val="F5B96C"/>
                </a:solidFill>
                <a:latin typeface="Avenir Next"/>
                <a:ea typeface="Avenir Next"/>
                <a:cs typeface="Avenir Next"/>
              </a:defRPr>
            </a:lvl8pPr>
            <a:lvl9pPr algn="l">
              <a:defRPr sz="1275" b="1">
                <a:solidFill>
                  <a:srgbClr val="F5B96C"/>
                </a:solidFill>
                <a:latin typeface="Avenir Next"/>
                <a:ea typeface="Avenir Next"/>
                <a:cs typeface="Avenir Next"/>
              </a:defRPr>
            </a:lvl9pPr>
          </a:lstStyle>
          <a:p xmlns:a="http://schemas.openxmlformats.org/drawingml/2006/main">
            <a:pPr algn="l">
              <a:defRPr sz="1275" b="1">
                <a:solidFill>
                  <a:srgbClr val="F5B96C"/>
                </a:solidFill>
                <a:latin typeface="Avenir Next"/>
                <a:ea typeface="Avenir Next"/>
                <a:cs typeface="Avenir Next"/>
              </a:defRPr>
            </a:pPr>
            <a:r>
              <a:rPr sz="1275" b="1">
                <a:solidFill>
                  <a:srgbClr val="F5B96C"/>
                </a:solidFill>
                <a:latin typeface="Avenir Next"/>
                <a:ea typeface="Avenir Next"/>
                <a:cs typeface="Avenir Next"/>
              </a:rPr>
              <a:t>SLOWMO:0.5s</a:t>
            </a:r>
          </a:p>
        </p:txBody>
      </p:sp>
      <p:sp>
        <p:nvSpPr>
          <p:cNvPr id="15" name="">
            <a:extLst xmlns:a="http://schemas.openxmlformats.org/drawingml/2006/main">
              <a:ext uri="{FF2B5EF4-FFF2-40B4-BE49-F238E27FC236}">
                <a16:creationId xmlns:a16="http://schemas.microsoft.com/office/drawing/2014/main" id="{C372E7EF-9724-4263-BFF5-1978213F6CB6}"/>
              </a:ext>
            </a:extLst>
          </p:cNvPr>
          <p:cNvSpPr>
            <a:spLocks xmlns:a="http://schemas.openxmlformats.org/drawingml/2006/main" noGrp="1"/>
          </p:cNvSpPr>
          <p:nvPr/>
        </p:nvSpPr>
        <p:spPr>
          <a:xfrm xmlns:a="http://schemas.openxmlformats.org/drawingml/2006/main">
            <a:off x="8096250" y="5295900"/>
            <a:ext cx="34575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F5B96C"/>
                </a:solidFill>
                <a:latin typeface="Avenir Next"/>
                <a:ea typeface="Avenir Next"/>
                <a:cs typeface="Avenir Next"/>
              </a:defRPr>
            </a:defPPr>
            <a:lvl1pPr algn="l">
              <a:defRPr sz="1350" b="1">
                <a:solidFill>
                  <a:srgbClr val="F5B96C"/>
                </a:solidFill>
                <a:latin typeface="Avenir Next"/>
                <a:ea typeface="Avenir Next"/>
                <a:cs typeface="Avenir Next"/>
              </a:defRPr>
            </a:lvl1pPr>
            <a:lvl2pPr algn="l">
              <a:defRPr sz="1350" b="1">
                <a:solidFill>
                  <a:srgbClr val="F5B96C"/>
                </a:solidFill>
                <a:latin typeface="Avenir Next"/>
                <a:ea typeface="Avenir Next"/>
                <a:cs typeface="Avenir Next"/>
              </a:defRPr>
            </a:lvl2pPr>
            <a:lvl3pPr algn="l">
              <a:defRPr sz="1350" b="1">
                <a:solidFill>
                  <a:srgbClr val="F5B96C"/>
                </a:solidFill>
                <a:latin typeface="Avenir Next"/>
                <a:ea typeface="Avenir Next"/>
                <a:cs typeface="Avenir Next"/>
              </a:defRPr>
            </a:lvl3pPr>
            <a:lvl4pPr algn="l">
              <a:defRPr sz="1350" b="1">
                <a:solidFill>
                  <a:srgbClr val="F5B96C"/>
                </a:solidFill>
                <a:latin typeface="Avenir Next"/>
                <a:ea typeface="Avenir Next"/>
                <a:cs typeface="Avenir Next"/>
              </a:defRPr>
            </a:lvl4pPr>
            <a:lvl5pPr algn="l">
              <a:defRPr sz="1350" b="1">
                <a:solidFill>
                  <a:srgbClr val="F5B96C"/>
                </a:solidFill>
                <a:latin typeface="Avenir Next"/>
                <a:ea typeface="Avenir Next"/>
                <a:cs typeface="Avenir Next"/>
              </a:defRPr>
            </a:lvl5pPr>
            <a:lvl6pPr algn="l">
              <a:defRPr sz="1350" b="1">
                <a:solidFill>
                  <a:srgbClr val="F5B96C"/>
                </a:solidFill>
                <a:latin typeface="Avenir Next"/>
                <a:ea typeface="Avenir Next"/>
                <a:cs typeface="Avenir Next"/>
              </a:defRPr>
            </a:lvl6pPr>
            <a:lvl7pPr algn="l">
              <a:defRPr sz="1350" b="1">
                <a:solidFill>
                  <a:srgbClr val="F5B96C"/>
                </a:solidFill>
                <a:latin typeface="Avenir Next"/>
                <a:ea typeface="Avenir Next"/>
                <a:cs typeface="Avenir Next"/>
              </a:defRPr>
            </a:lvl7pPr>
            <a:lvl8pPr algn="l">
              <a:defRPr sz="1350" b="1">
                <a:solidFill>
                  <a:srgbClr val="F5B96C"/>
                </a:solidFill>
                <a:latin typeface="Avenir Next"/>
                <a:ea typeface="Avenir Next"/>
                <a:cs typeface="Avenir Next"/>
              </a:defRPr>
            </a:lvl8pPr>
            <a:lvl9pPr algn="l">
              <a:defRPr sz="1350" b="1">
                <a:solidFill>
                  <a:srgbClr val="F5B96C"/>
                </a:solidFill>
                <a:latin typeface="Avenir Next"/>
                <a:ea typeface="Avenir Next"/>
                <a:cs typeface="Avenir Next"/>
              </a:defRPr>
            </a:lvl9pPr>
          </a:lstStyle>
          <a:p xmlns:a="http://schemas.openxmlformats.org/drawingml/2006/main">
            <a:pPr algn="l">
              <a:defRPr sz="1350" b="1">
                <a:solidFill>
                  <a:srgbClr val="F5B96C"/>
                </a:solidFill>
                <a:latin typeface="Avenir Next"/>
                <a:ea typeface="Avenir Next"/>
                <a:cs typeface="Avenir Next"/>
              </a:defRPr>
            </a:pPr>
            <a:r>
              <a:rPr sz="1350" b="1" u="sng">
                <a:solidFill>
                  <a:srgbClr val="F5B96C"/>
                </a:solidFill>
                <a:latin typeface="Avenir Next"/>
                <a:ea typeface="Avenir Next"/>
                <a:cs typeface="Avenir Next"/>
                <a:hlinkClick xmlns:r="http://schemas.openxmlformats.org/officeDocument/2006/relationships" r:id="R314f6da465c24135"/>
              </a:rPr>
              <a:t>Abrir README de ejecución</a:t>
            </a:r>
          </a:p>
        </p:txBody>
      </p:sp>
    </p:spTree>
    <p:extLst>
      <p:ext uri="{BB962C8B-B14F-4D97-AF65-F5344CB8AC3E}">
        <p14:creationId xmlns:p14="http://schemas.microsoft.com/office/powerpoint/2010/main" val="48748829"/>
      </p:ext>
    </p:extLst>
  </p:cSld>
</p:sld>
</file>

<file path=ppt/slides/slide9.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7E73675-76D7-4D11-8A6C-BCFDE19D1DD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1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FF56307-DF3D-47EE-8F28-1AD2F6B1D48E}"/>
              </a:ext>
            </a:extLst>
          </p:cNvPr>
          <p:cNvSpPr>
            <a:spLocks xmlns:a="http://schemas.openxmlformats.org/drawingml/2006/main" noGrp="1"/>
          </p:cNvSpPr>
          <p:nvPr/>
        </p:nvSpPr>
        <p:spPr>
          <a:xfrm xmlns:a="http://schemas.openxmlformats.org/drawingml/2006/main">
            <a:off x="523875" y="3238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766E"/>
                </a:solidFill>
                <a:latin typeface="Avenir Next"/>
                <a:ea typeface="Avenir Next"/>
                <a:cs typeface="Avenir Next"/>
              </a:defRPr>
            </a:defPPr>
            <a:lvl1pPr algn="l">
              <a:defRPr sz="1500" b="1">
                <a:solidFill>
                  <a:srgbClr val="11766E"/>
                </a:solidFill>
                <a:latin typeface="Avenir Next"/>
                <a:ea typeface="Avenir Next"/>
                <a:cs typeface="Avenir Next"/>
              </a:defRPr>
            </a:lvl1pPr>
            <a:lvl2pPr algn="l">
              <a:defRPr sz="1500" b="1">
                <a:solidFill>
                  <a:srgbClr val="11766E"/>
                </a:solidFill>
                <a:latin typeface="Avenir Next"/>
                <a:ea typeface="Avenir Next"/>
                <a:cs typeface="Avenir Next"/>
              </a:defRPr>
            </a:lvl2pPr>
            <a:lvl3pPr algn="l">
              <a:defRPr sz="1500" b="1">
                <a:solidFill>
                  <a:srgbClr val="11766E"/>
                </a:solidFill>
                <a:latin typeface="Avenir Next"/>
                <a:ea typeface="Avenir Next"/>
                <a:cs typeface="Avenir Next"/>
              </a:defRPr>
            </a:lvl3pPr>
            <a:lvl4pPr algn="l">
              <a:defRPr sz="1500" b="1">
                <a:solidFill>
                  <a:srgbClr val="11766E"/>
                </a:solidFill>
                <a:latin typeface="Avenir Next"/>
                <a:ea typeface="Avenir Next"/>
                <a:cs typeface="Avenir Next"/>
              </a:defRPr>
            </a:lvl4pPr>
            <a:lvl5pPr algn="l">
              <a:defRPr sz="1500" b="1">
                <a:solidFill>
                  <a:srgbClr val="11766E"/>
                </a:solidFill>
                <a:latin typeface="Avenir Next"/>
                <a:ea typeface="Avenir Next"/>
                <a:cs typeface="Avenir Next"/>
              </a:defRPr>
            </a:lvl5pPr>
            <a:lvl6pPr algn="l">
              <a:defRPr sz="1500" b="1">
                <a:solidFill>
                  <a:srgbClr val="11766E"/>
                </a:solidFill>
                <a:latin typeface="Avenir Next"/>
                <a:ea typeface="Avenir Next"/>
                <a:cs typeface="Avenir Next"/>
              </a:defRPr>
            </a:lvl6pPr>
            <a:lvl7pPr algn="l">
              <a:defRPr sz="1500" b="1">
                <a:solidFill>
                  <a:srgbClr val="11766E"/>
                </a:solidFill>
                <a:latin typeface="Avenir Next"/>
                <a:ea typeface="Avenir Next"/>
                <a:cs typeface="Avenir Next"/>
              </a:defRPr>
            </a:lvl7pPr>
            <a:lvl8pPr algn="l">
              <a:defRPr sz="1500" b="1">
                <a:solidFill>
                  <a:srgbClr val="11766E"/>
                </a:solidFill>
                <a:latin typeface="Avenir Next"/>
                <a:ea typeface="Avenir Next"/>
                <a:cs typeface="Avenir Next"/>
              </a:defRPr>
            </a:lvl8pPr>
            <a:lvl9pPr algn="l">
              <a:defRPr sz="1500" b="1">
                <a:solidFill>
                  <a:srgbClr val="11766E"/>
                </a:solidFill>
                <a:latin typeface="Avenir Next"/>
                <a:ea typeface="Avenir Next"/>
                <a:cs typeface="Avenir Next"/>
              </a:defRPr>
            </a:lvl9pPr>
          </a:lstStyle>
          <a:p xmlns:a="http://schemas.openxmlformats.org/drawingml/2006/main">
            <a:pPr algn="l">
              <a:defRPr sz="1500" b="1">
                <a:solidFill>
                  <a:srgbClr val="11766E"/>
                </a:solidFill>
                <a:latin typeface="Avenir Next"/>
                <a:ea typeface="Avenir Next"/>
                <a:cs typeface="Avenir Next"/>
              </a:defRPr>
            </a:pPr>
            <a:r>
              <a:rPr sz="1500" b="1">
                <a:solidFill>
                  <a:srgbClr val="11766E"/>
                </a:solidFill>
                <a:latin typeface="Avenir Next"/>
                <a:ea typeface="Avenir Next"/>
                <a:cs typeface="Avenir Next"/>
              </a:rPr>
              <a:t>09</a:t>
            </a:r>
          </a:p>
        </p:txBody>
      </p:sp>
      <p:sp>
        <p:nvSpPr>
          <p:cNvPr id="3" name="">
            <a:extLst xmlns:a="http://schemas.openxmlformats.org/drawingml/2006/main">
              <a:ext uri="{FF2B5EF4-FFF2-40B4-BE49-F238E27FC236}">
                <a16:creationId xmlns:a16="http://schemas.microsoft.com/office/drawing/2014/main" id="{A62628D6-5030-48BB-B091-41BD8B552764}"/>
              </a:ext>
            </a:extLst>
          </p:cNvPr>
          <p:cNvSpPr>
            <a:spLocks xmlns:a="http://schemas.openxmlformats.org/drawingml/2006/main" noGrp="1"/>
          </p:cNvSpPr>
          <p:nvPr/>
        </p:nvSpPr>
        <p:spPr>
          <a:xfrm xmlns:a="http://schemas.openxmlformats.org/drawingml/2006/main">
            <a:off x="1047750" y="3048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22D32"/>
                </a:solidFill>
                <a:latin typeface="Avenir Next"/>
                <a:ea typeface="Avenir Next"/>
                <a:cs typeface="Avenir Next"/>
              </a:defRPr>
            </a:defPPr>
            <a:lvl1pPr algn="l">
              <a:defRPr sz="3000" b="1">
                <a:solidFill>
                  <a:srgbClr val="122D32"/>
                </a:solidFill>
                <a:latin typeface="Avenir Next"/>
                <a:ea typeface="Avenir Next"/>
                <a:cs typeface="Avenir Next"/>
              </a:defRPr>
            </a:lvl1pPr>
            <a:lvl2pPr algn="l">
              <a:defRPr sz="3000" b="1">
                <a:solidFill>
                  <a:srgbClr val="122D32"/>
                </a:solidFill>
                <a:latin typeface="Avenir Next"/>
                <a:ea typeface="Avenir Next"/>
                <a:cs typeface="Avenir Next"/>
              </a:defRPr>
            </a:lvl2pPr>
            <a:lvl3pPr algn="l">
              <a:defRPr sz="3000" b="1">
                <a:solidFill>
                  <a:srgbClr val="122D32"/>
                </a:solidFill>
                <a:latin typeface="Avenir Next"/>
                <a:ea typeface="Avenir Next"/>
                <a:cs typeface="Avenir Next"/>
              </a:defRPr>
            </a:lvl3pPr>
            <a:lvl4pPr algn="l">
              <a:defRPr sz="3000" b="1">
                <a:solidFill>
                  <a:srgbClr val="122D32"/>
                </a:solidFill>
                <a:latin typeface="Avenir Next"/>
                <a:ea typeface="Avenir Next"/>
                <a:cs typeface="Avenir Next"/>
              </a:defRPr>
            </a:lvl4pPr>
            <a:lvl5pPr algn="l">
              <a:defRPr sz="3000" b="1">
                <a:solidFill>
                  <a:srgbClr val="122D32"/>
                </a:solidFill>
                <a:latin typeface="Avenir Next"/>
                <a:ea typeface="Avenir Next"/>
                <a:cs typeface="Avenir Next"/>
              </a:defRPr>
            </a:lvl5pPr>
            <a:lvl6pPr algn="l">
              <a:defRPr sz="3000" b="1">
                <a:solidFill>
                  <a:srgbClr val="122D32"/>
                </a:solidFill>
                <a:latin typeface="Avenir Next"/>
                <a:ea typeface="Avenir Next"/>
                <a:cs typeface="Avenir Next"/>
              </a:defRPr>
            </a:lvl6pPr>
            <a:lvl7pPr algn="l">
              <a:defRPr sz="3000" b="1">
                <a:solidFill>
                  <a:srgbClr val="122D32"/>
                </a:solidFill>
                <a:latin typeface="Avenir Next"/>
                <a:ea typeface="Avenir Next"/>
                <a:cs typeface="Avenir Next"/>
              </a:defRPr>
            </a:lvl7pPr>
            <a:lvl8pPr algn="l">
              <a:defRPr sz="3000" b="1">
                <a:solidFill>
                  <a:srgbClr val="122D32"/>
                </a:solidFill>
                <a:latin typeface="Avenir Next"/>
                <a:ea typeface="Avenir Next"/>
                <a:cs typeface="Avenir Next"/>
              </a:defRPr>
            </a:lvl8pPr>
            <a:lvl9pPr algn="l">
              <a:defRPr sz="3000" b="1">
                <a:solidFill>
                  <a:srgbClr val="122D32"/>
                </a:solidFill>
                <a:latin typeface="Avenir Next"/>
                <a:ea typeface="Avenir Next"/>
                <a:cs typeface="Avenir Next"/>
              </a:defRPr>
            </a:lvl9pPr>
          </a:lstStyle>
          <a:p xmlns:a="http://schemas.openxmlformats.org/drawingml/2006/main">
            <a:pPr algn="l">
              <a:defRPr sz="3000" b="1">
                <a:solidFill>
                  <a:srgbClr val="122D32"/>
                </a:solidFill>
                <a:latin typeface="Avenir Next"/>
                <a:ea typeface="Avenir Next"/>
                <a:cs typeface="Avenir Next"/>
              </a:defRPr>
            </a:pPr>
            <a:r>
              <a:rPr sz="3000" b="1">
                <a:solidFill>
                  <a:srgbClr val="122D32"/>
                </a:solidFill>
                <a:latin typeface="Avenir Next"/>
                <a:ea typeface="Avenir Next"/>
                <a:cs typeface="Avenir Next"/>
              </a:rPr>
              <a:t>IA en vivo: detectar una brecha</a:t>
            </a:r>
          </a:p>
        </p:txBody>
      </p:sp>
      <p:sp>
        <p:nvSpPr>
          <p:cNvPr id="4" name="">
            <a:extLst xmlns:a="http://schemas.openxmlformats.org/drawingml/2006/main">
              <a:ext uri="{FF2B5EF4-FFF2-40B4-BE49-F238E27FC236}">
                <a16:creationId xmlns:a16="http://schemas.microsoft.com/office/drawing/2014/main" id="{5DEABD44-6C12-43C7-8FE1-AD2093BD0B73}"/>
              </a:ext>
            </a:extLst>
          </p:cNvPr>
          <p:cNvSpPr>
            <a:spLocks xmlns:a="http://schemas.openxmlformats.org/drawingml/2006/main" noGrp="1"/>
          </p:cNvSpPr>
          <p:nvPr/>
        </p:nvSpPr>
        <p:spPr>
          <a:xfrm xmlns:a="http://schemas.openxmlformats.org/drawingml/2006/main">
            <a:off x="561975" y="1019175"/>
            <a:ext cx="11001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A6D70"/>
                </a:solidFill>
                <a:latin typeface="Avenir Next"/>
                <a:ea typeface="Avenir Next"/>
                <a:cs typeface="Avenir Next"/>
              </a:defRPr>
            </a:defPPr>
            <a:lvl1pPr algn="l">
              <a:defRPr sz="1500" b="0">
                <a:solidFill>
                  <a:srgbClr val="5A6D70"/>
                </a:solidFill>
                <a:latin typeface="Avenir Next"/>
                <a:ea typeface="Avenir Next"/>
                <a:cs typeface="Avenir Next"/>
              </a:defRPr>
            </a:lvl1pPr>
            <a:lvl2pPr algn="l">
              <a:defRPr sz="1500" b="0">
                <a:solidFill>
                  <a:srgbClr val="5A6D70"/>
                </a:solidFill>
                <a:latin typeface="Avenir Next"/>
                <a:ea typeface="Avenir Next"/>
                <a:cs typeface="Avenir Next"/>
              </a:defRPr>
            </a:lvl2pPr>
            <a:lvl3pPr algn="l">
              <a:defRPr sz="1500" b="0">
                <a:solidFill>
                  <a:srgbClr val="5A6D70"/>
                </a:solidFill>
                <a:latin typeface="Avenir Next"/>
                <a:ea typeface="Avenir Next"/>
                <a:cs typeface="Avenir Next"/>
              </a:defRPr>
            </a:lvl3pPr>
            <a:lvl4pPr algn="l">
              <a:defRPr sz="1500" b="0">
                <a:solidFill>
                  <a:srgbClr val="5A6D70"/>
                </a:solidFill>
                <a:latin typeface="Avenir Next"/>
                <a:ea typeface="Avenir Next"/>
                <a:cs typeface="Avenir Next"/>
              </a:defRPr>
            </a:lvl4pPr>
            <a:lvl5pPr algn="l">
              <a:defRPr sz="1500" b="0">
                <a:solidFill>
                  <a:srgbClr val="5A6D70"/>
                </a:solidFill>
                <a:latin typeface="Avenir Next"/>
                <a:ea typeface="Avenir Next"/>
                <a:cs typeface="Avenir Next"/>
              </a:defRPr>
            </a:lvl5pPr>
            <a:lvl6pPr algn="l">
              <a:defRPr sz="1500" b="0">
                <a:solidFill>
                  <a:srgbClr val="5A6D70"/>
                </a:solidFill>
                <a:latin typeface="Avenir Next"/>
                <a:ea typeface="Avenir Next"/>
                <a:cs typeface="Avenir Next"/>
              </a:defRPr>
            </a:lvl6pPr>
            <a:lvl7pPr algn="l">
              <a:defRPr sz="1500" b="0">
                <a:solidFill>
                  <a:srgbClr val="5A6D70"/>
                </a:solidFill>
                <a:latin typeface="Avenir Next"/>
                <a:ea typeface="Avenir Next"/>
                <a:cs typeface="Avenir Next"/>
              </a:defRPr>
            </a:lvl7pPr>
            <a:lvl8pPr algn="l">
              <a:defRPr sz="1500" b="0">
                <a:solidFill>
                  <a:srgbClr val="5A6D70"/>
                </a:solidFill>
                <a:latin typeface="Avenir Next"/>
                <a:ea typeface="Avenir Next"/>
                <a:cs typeface="Avenir Next"/>
              </a:defRPr>
            </a:lvl8pPr>
            <a:lvl9pPr algn="l">
              <a:defRPr sz="1500" b="0">
                <a:solidFill>
                  <a:srgbClr val="5A6D70"/>
                </a:solidFill>
                <a:latin typeface="Avenir Next"/>
                <a:ea typeface="Avenir Next"/>
                <a:cs typeface="Avenir Next"/>
              </a:defRPr>
            </a:lvl9pPr>
          </a:lstStyle>
          <a:p xmlns:a="http://schemas.openxmlformats.org/drawingml/2006/main">
            <a:pPr algn="l">
              <a:defRPr sz="1500" b="0">
                <a:solidFill>
                  <a:srgbClr val="5A6D70"/>
                </a:solidFill>
                <a:latin typeface="Avenir Next"/>
                <a:ea typeface="Avenir Next"/>
                <a:cs typeface="Avenir Next"/>
              </a:defRPr>
            </a:pPr>
            <a:r>
              <a:rPr sz="1500" b="0">
                <a:solidFill>
                  <a:srgbClr val="5A6D70"/>
                </a:solidFill>
                <a:latin typeface="Avenir Next"/>
                <a:ea typeface="Avenir Next"/>
                <a:cs typeface="Avenir Next"/>
              </a:rPr>
              <a:t>Entradas: output.xml, caso .robot y criterios de aceptación de Qolqe.</a:t>
            </a:r>
          </a:p>
        </p:txBody>
      </p:sp>
      <p:sp>
        <p:nvSpPr>
          <p:cNvPr id="5" name="">
            <a:extLst xmlns:a="http://schemas.openxmlformats.org/drawingml/2006/main">
              <a:ext uri="{FF2B5EF4-FFF2-40B4-BE49-F238E27FC236}">
                <a16:creationId xmlns:a16="http://schemas.microsoft.com/office/drawing/2014/main" id="{ED086399-6B75-45A1-B61C-32E094229962}"/>
              </a:ext>
            </a:extLst>
          </p:cNvPr>
          <p:cNvSpPr>
            <a:spLocks xmlns:a="http://schemas.openxmlformats.org/drawingml/2006/main" noGrp="1"/>
          </p:cNvSpPr>
          <p:nvPr/>
        </p:nvSpPr>
        <p:spPr>
          <a:xfrm xmlns:a="http://schemas.openxmlformats.org/drawingml/2006/main">
            <a:off x="561975" y="6257925"/>
            <a:ext cx="11068050" cy="19050"/>
          </a:xfrm>
          <a:prstGeom xmlns:a="http://schemas.openxmlformats.org/drawingml/2006/main" prst="rect">
            <a:avLst/>
          </a:prstGeom>
          <a:solidFill xmlns:a="http://schemas.openxmlformats.org/drawingml/2006/main">
            <a:srgbClr val="C9DCD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B2BB9D7-26D3-4C1D-8514-AE9D71885AAC}"/>
              </a:ext>
            </a:extLst>
          </p:cNvPr>
          <p:cNvSpPr>
            <a:spLocks xmlns:a="http://schemas.openxmlformats.org/drawingml/2006/main" noGrp="1"/>
          </p:cNvSpPr>
          <p:nvPr/>
        </p:nvSpPr>
        <p:spPr>
          <a:xfrm xmlns:a="http://schemas.openxmlformats.org/drawingml/2006/main">
            <a:off x="561975" y="639127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A6D70"/>
                </a:solidFill>
                <a:latin typeface="Avenir Next"/>
                <a:ea typeface="Avenir Next"/>
                <a:cs typeface="Avenir Next"/>
              </a:defRPr>
            </a:defPPr>
            <a:lvl1pPr algn="l">
              <a:defRPr sz="975" b="1">
                <a:solidFill>
                  <a:srgbClr val="5A6D70"/>
                </a:solidFill>
                <a:latin typeface="Avenir Next"/>
                <a:ea typeface="Avenir Next"/>
                <a:cs typeface="Avenir Next"/>
              </a:defRPr>
            </a:lvl1pPr>
            <a:lvl2pPr algn="l">
              <a:defRPr sz="975" b="1">
                <a:solidFill>
                  <a:srgbClr val="5A6D70"/>
                </a:solidFill>
                <a:latin typeface="Avenir Next"/>
                <a:ea typeface="Avenir Next"/>
                <a:cs typeface="Avenir Next"/>
              </a:defRPr>
            </a:lvl2pPr>
            <a:lvl3pPr algn="l">
              <a:defRPr sz="975" b="1">
                <a:solidFill>
                  <a:srgbClr val="5A6D70"/>
                </a:solidFill>
                <a:latin typeface="Avenir Next"/>
                <a:ea typeface="Avenir Next"/>
                <a:cs typeface="Avenir Next"/>
              </a:defRPr>
            </a:lvl3pPr>
            <a:lvl4pPr algn="l">
              <a:defRPr sz="975" b="1">
                <a:solidFill>
                  <a:srgbClr val="5A6D70"/>
                </a:solidFill>
                <a:latin typeface="Avenir Next"/>
                <a:ea typeface="Avenir Next"/>
                <a:cs typeface="Avenir Next"/>
              </a:defRPr>
            </a:lvl4pPr>
            <a:lvl5pPr algn="l">
              <a:defRPr sz="975" b="1">
                <a:solidFill>
                  <a:srgbClr val="5A6D70"/>
                </a:solidFill>
                <a:latin typeface="Avenir Next"/>
                <a:ea typeface="Avenir Next"/>
                <a:cs typeface="Avenir Next"/>
              </a:defRPr>
            </a:lvl5pPr>
            <a:lvl6pPr algn="l">
              <a:defRPr sz="975" b="1">
                <a:solidFill>
                  <a:srgbClr val="5A6D70"/>
                </a:solidFill>
                <a:latin typeface="Avenir Next"/>
                <a:ea typeface="Avenir Next"/>
                <a:cs typeface="Avenir Next"/>
              </a:defRPr>
            </a:lvl6pPr>
            <a:lvl7pPr algn="l">
              <a:defRPr sz="975" b="1">
                <a:solidFill>
                  <a:srgbClr val="5A6D70"/>
                </a:solidFill>
                <a:latin typeface="Avenir Next"/>
                <a:ea typeface="Avenir Next"/>
                <a:cs typeface="Avenir Next"/>
              </a:defRPr>
            </a:lvl7pPr>
            <a:lvl8pPr algn="l">
              <a:defRPr sz="975" b="1">
                <a:solidFill>
                  <a:srgbClr val="5A6D70"/>
                </a:solidFill>
                <a:latin typeface="Avenir Next"/>
                <a:ea typeface="Avenir Next"/>
                <a:cs typeface="Avenir Next"/>
              </a:defRPr>
            </a:lvl8pPr>
            <a:lvl9pPr algn="l">
              <a:defRPr sz="975" b="1">
                <a:solidFill>
                  <a:srgbClr val="5A6D70"/>
                </a:solidFill>
                <a:latin typeface="Avenir Next"/>
                <a:ea typeface="Avenir Next"/>
                <a:cs typeface="Avenir Next"/>
              </a:defRPr>
            </a:lvl9pPr>
          </a:lstStyle>
          <a:p xmlns:a="http://schemas.openxmlformats.org/drawingml/2006/main">
            <a:pPr algn="l">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QOLQE  ×  ROBOT FRAMEWORK</a:t>
            </a:r>
          </a:p>
        </p:txBody>
      </p:sp>
      <p:sp>
        <p:nvSpPr>
          <p:cNvPr id="7" name="">
            <a:extLst xmlns:a="http://schemas.openxmlformats.org/drawingml/2006/main">
              <a:ext uri="{FF2B5EF4-FFF2-40B4-BE49-F238E27FC236}">
                <a16:creationId xmlns:a16="http://schemas.microsoft.com/office/drawing/2014/main" id="{7F09DBAB-30C2-4CE6-8053-5FDD45F86171}"/>
              </a:ext>
            </a:extLst>
          </p:cNvPr>
          <p:cNvSpPr>
            <a:spLocks xmlns:a="http://schemas.openxmlformats.org/drawingml/2006/main" noGrp="1"/>
          </p:cNvSpPr>
          <p:nvPr/>
        </p:nvSpPr>
        <p:spPr>
          <a:xfrm xmlns:a="http://schemas.openxmlformats.org/drawingml/2006/main">
            <a:off x="9810750" y="6391275"/>
            <a:ext cx="1819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A6D70"/>
                </a:solidFill>
                <a:latin typeface="Avenir Next"/>
                <a:ea typeface="Avenir Next"/>
                <a:cs typeface="Avenir Next"/>
              </a:defRPr>
            </a:defPPr>
            <a:lvl1pPr algn="r">
              <a:defRPr sz="975" b="1">
                <a:solidFill>
                  <a:srgbClr val="5A6D70"/>
                </a:solidFill>
                <a:latin typeface="Avenir Next"/>
                <a:ea typeface="Avenir Next"/>
                <a:cs typeface="Avenir Next"/>
              </a:defRPr>
            </a:lvl1pPr>
            <a:lvl2pPr algn="r">
              <a:defRPr sz="975" b="1">
                <a:solidFill>
                  <a:srgbClr val="5A6D70"/>
                </a:solidFill>
                <a:latin typeface="Avenir Next"/>
                <a:ea typeface="Avenir Next"/>
                <a:cs typeface="Avenir Next"/>
              </a:defRPr>
            </a:lvl2pPr>
            <a:lvl3pPr algn="r">
              <a:defRPr sz="975" b="1">
                <a:solidFill>
                  <a:srgbClr val="5A6D70"/>
                </a:solidFill>
                <a:latin typeface="Avenir Next"/>
                <a:ea typeface="Avenir Next"/>
                <a:cs typeface="Avenir Next"/>
              </a:defRPr>
            </a:lvl3pPr>
            <a:lvl4pPr algn="r">
              <a:defRPr sz="975" b="1">
                <a:solidFill>
                  <a:srgbClr val="5A6D70"/>
                </a:solidFill>
                <a:latin typeface="Avenir Next"/>
                <a:ea typeface="Avenir Next"/>
                <a:cs typeface="Avenir Next"/>
              </a:defRPr>
            </a:lvl4pPr>
            <a:lvl5pPr algn="r">
              <a:defRPr sz="975" b="1">
                <a:solidFill>
                  <a:srgbClr val="5A6D70"/>
                </a:solidFill>
                <a:latin typeface="Avenir Next"/>
                <a:ea typeface="Avenir Next"/>
                <a:cs typeface="Avenir Next"/>
              </a:defRPr>
            </a:lvl5pPr>
            <a:lvl6pPr algn="r">
              <a:defRPr sz="975" b="1">
                <a:solidFill>
                  <a:srgbClr val="5A6D70"/>
                </a:solidFill>
                <a:latin typeface="Avenir Next"/>
                <a:ea typeface="Avenir Next"/>
                <a:cs typeface="Avenir Next"/>
              </a:defRPr>
            </a:lvl6pPr>
            <a:lvl7pPr algn="r">
              <a:defRPr sz="975" b="1">
                <a:solidFill>
                  <a:srgbClr val="5A6D70"/>
                </a:solidFill>
                <a:latin typeface="Avenir Next"/>
                <a:ea typeface="Avenir Next"/>
                <a:cs typeface="Avenir Next"/>
              </a:defRPr>
            </a:lvl7pPr>
            <a:lvl8pPr algn="r">
              <a:defRPr sz="975" b="1">
                <a:solidFill>
                  <a:srgbClr val="5A6D70"/>
                </a:solidFill>
                <a:latin typeface="Avenir Next"/>
                <a:ea typeface="Avenir Next"/>
                <a:cs typeface="Avenir Next"/>
              </a:defRPr>
            </a:lvl8pPr>
            <a:lvl9pPr algn="r">
              <a:defRPr sz="975" b="1">
                <a:solidFill>
                  <a:srgbClr val="5A6D70"/>
                </a:solidFill>
                <a:latin typeface="Avenir Next"/>
                <a:ea typeface="Avenir Next"/>
                <a:cs typeface="Avenir Next"/>
              </a:defRPr>
            </a:lvl9pPr>
          </a:lstStyle>
          <a:p xmlns:a="http://schemas.openxmlformats.org/drawingml/2006/main">
            <a:pPr algn="r">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GRUPO 4  ·  2026</a:t>
            </a:r>
          </a:p>
        </p:txBody>
      </p:sp>
      <p:sp>
        <p:nvSpPr>
          <p:cNvPr id="8" name="">
            <a:extLst xmlns:a="http://schemas.openxmlformats.org/drawingml/2006/main">
              <a:ext uri="{FF2B5EF4-FFF2-40B4-BE49-F238E27FC236}">
                <a16:creationId xmlns:a16="http://schemas.microsoft.com/office/drawing/2014/main" id="{B8196B16-75AA-49E4-8347-815C0192215B}"/>
              </a:ext>
            </a:extLst>
          </p:cNvPr>
          <p:cNvSpPr>
            <a:spLocks xmlns:a="http://schemas.openxmlformats.org/drawingml/2006/main" noGrp="1"/>
          </p:cNvSpPr>
          <p:nvPr/>
        </p:nvSpPr>
        <p:spPr>
          <a:xfrm xmlns:a="http://schemas.openxmlformats.org/drawingml/2006/main">
            <a:off x="561975" y="1714500"/>
            <a:ext cx="11058525" cy="1628775"/>
          </a:xfrm>
          <a:prstGeom xmlns:a="http://schemas.openxmlformats.org/drawingml/2006/main" prst="roundRect">
            <a:avLst>
              <a:gd name="adj" fmla="val 4678"/>
            </a:avLst>
          </a:prstGeom>
          <a:solidFill xmlns:a="http://schemas.openxmlformats.org/drawingml/2006/main">
            <a:srgbClr val="122D3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B7B2490-950C-482D-84DC-3F0D226BEDDA}"/>
              </a:ext>
            </a:extLst>
          </p:cNvPr>
          <p:cNvSpPr>
            <a:spLocks xmlns:a="http://schemas.openxmlformats.org/drawingml/2006/main" noGrp="1"/>
          </p:cNvSpPr>
          <p:nvPr/>
        </p:nvSpPr>
        <p:spPr>
          <a:xfrm xmlns:a="http://schemas.openxmlformats.org/drawingml/2006/main">
            <a:off x="752475" y="1885950"/>
            <a:ext cx="1981200" cy="333375"/>
          </a:xfrm>
          <a:prstGeom xmlns:a="http://schemas.openxmlformats.org/drawingml/2006/main" prst="roundRect">
            <a:avLst>
              <a:gd name="adj" fmla="val 22857"/>
            </a:avLst>
          </a:prstGeom>
          <a:solidFill xmlns:a="http://schemas.openxmlformats.org/drawingml/2006/main">
            <a:srgbClr val="11766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E9FD2BB-2AB4-4CF6-88B7-1F4C67CDD3D7}"/>
              </a:ext>
            </a:extLst>
          </p:cNvPr>
          <p:cNvSpPr>
            <a:spLocks xmlns:a="http://schemas.openxmlformats.org/drawingml/2006/main" noGrp="1"/>
          </p:cNvSpPr>
          <p:nvPr/>
        </p:nvSpPr>
        <p:spPr>
          <a:xfrm xmlns:a="http://schemas.openxmlformats.org/drawingml/2006/main">
            <a:off x="866775" y="1924050"/>
            <a:ext cx="1752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FFFFFF"/>
                </a:solidFill>
                <a:latin typeface="Avenir Next"/>
                <a:ea typeface="Avenir Next"/>
                <a:cs typeface="Avenir Next"/>
              </a:defRPr>
            </a:defPPr>
            <a:lvl1pPr algn="l">
              <a:defRPr sz="1275" b="1">
                <a:solidFill>
                  <a:srgbClr val="FFFFFF"/>
                </a:solidFill>
                <a:latin typeface="Avenir Next"/>
                <a:ea typeface="Avenir Next"/>
                <a:cs typeface="Avenir Next"/>
              </a:defRPr>
            </a:lvl1pPr>
            <a:lvl2pPr algn="l">
              <a:defRPr sz="1275" b="1">
                <a:solidFill>
                  <a:srgbClr val="FFFFFF"/>
                </a:solidFill>
                <a:latin typeface="Avenir Next"/>
                <a:ea typeface="Avenir Next"/>
                <a:cs typeface="Avenir Next"/>
              </a:defRPr>
            </a:lvl2pPr>
            <a:lvl3pPr algn="l">
              <a:defRPr sz="1275" b="1">
                <a:solidFill>
                  <a:srgbClr val="FFFFFF"/>
                </a:solidFill>
                <a:latin typeface="Avenir Next"/>
                <a:ea typeface="Avenir Next"/>
                <a:cs typeface="Avenir Next"/>
              </a:defRPr>
            </a:lvl3pPr>
            <a:lvl4pPr algn="l">
              <a:defRPr sz="1275" b="1">
                <a:solidFill>
                  <a:srgbClr val="FFFFFF"/>
                </a:solidFill>
                <a:latin typeface="Avenir Next"/>
                <a:ea typeface="Avenir Next"/>
                <a:cs typeface="Avenir Next"/>
              </a:defRPr>
            </a:lvl4pPr>
            <a:lvl5pPr algn="l">
              <a:defRPr sz="1275" b="1">
                <a:solidFill>
                  <a:srgbClr val="FFFFFF"/>
                </a:solidFill>
                <a:latin typeface="Avenir Next"/>
                <a:ea typeface="Avenir Next"/>
                <a:cs typeface="Avenir Next"/>
              </a:defRPr>
            </a:lvl5pPr>
            <a:lvl6pPr algn="l">
              <a:defRPr sz="1275" b="1">
                <a:solidFill>
                  <a:srgbClr val="FFFFFF"/>
                </a:solidFill>
                <a:latin typeface="Avenir Next"/>
                <a:ea typeface="Avenir Next"/>
                <a:cs typeface="Avenir Next"/>
              </a:defRPr>
            </a:lvl6pPr>
            <a:lvl7pPr algn="l">
              <a:defRPr sz="1275" b="1">
                <a:solidFill>
                  <a:srgbClr val="FFFFFF"/>
                </a:solidFill>
                <a:latin typeface="Avenir Next"/>
                <a:ea typeface="Avenir Next"/>
                <a:cs typeface="Avenir Next"/>
              </a:defRPr>
            </a:lvl7pPr>
            <a:lvl8pPr algn="l">
              <a:defRPr sz="1275" b="1">
                <a:solidFill>
                  <a:srgbClr val="FFFFFF"/>
                </a:solidFill>
                <a:latin typeface="Avenir Next"/>
                <a:ea typeface="Avenir Next"/>
                <a:cs typeface="Avenir Next"/>
              </a:defRPr>
            </a:lvl8pPr>
            <a:lvl9pPr algn="l">
              <a:defRPr sz="1275" b="1">
                <a:solidFill>
                  <a:srgbClr val="FFFFFF"/>
                </a:solidFill>
                <a:latin typeface="Avenir Next"/>
                <a:ea typeface="Avenir Next"/>
                <a:cs typeface="Avenir Next"/>
              </a:defRPr>
            </a:lvl9pPr>
          </a:lstStyle>
          <a:p xmlns:a="http://schemas.openxmlformats.org/drawingml/2006/main">
            <a:pPr algn="l">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PROMPT EN VIVO</a:t>
            </a:r>
          </a:p>
        </p:txBody>
      </p:sp>
      <p:sp>
        <p:nvSpPr>
          <p:cNvPr id="11" name="">
            <a:extLst xmlns:a="http://schemas.openxmlformats.org/drawingml/2006/main">
              <a:ext uri="{FF2B5EF4-FFF2-40B4-BE49-F238E27FC236}">
                <a16:creationId xmlns:a16="http://schemas.microsoft.com/office/drawing/2014/main" id="{92C0EDCE-9824-4BF6-B00C-FB08ABC9B355}"/>
              </a:ext>
            </a:extLst>
          </p:cNvPr>
          <p:cNvSpPr>
            <a:spLocks xmlns:a="http://schemas.openxmlformats.org/drawingml/2006/main" noGrp="1"/>
          </p:cNvSpPr>
          <p:nvPr/>
        </p:nvSpPr>
        <p:spPr>
          <a:xfrm xmlns:a="http://schemas.openxmlformats.org/drawingml/2006/main">
            <a:off x="838200" y="2343150"/>
            <a:ext cx="103632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FFFFFF"/>
                </a:solidFill>
                <a:latin typeface="Avenir Next"/>
                <a:ea typeface="Avenir Next"/>
                <a:cs typeface="Avenir Next"/>
              </a:defRPr>
            </a:defPPr>
            <a:lvl1pPr algn="l">
              <a:defRPr sz="2100" b="1">
                <a:solidFill>
                  <a:srgbClr val="FFFFFF"/>
                </a:solidFill>
                <a:latin typeface="Avenir Next"/>
                <a:ea typeface="Avenir Next"/>
                <a:cs typeface="Avenir Next"/>
              </a:defRPr>
            </a:lvl1pPr>
            <a:lvl2pPr algn="l">
              <a:defRPr sz="2100" b="1">
                <a:solidFill>
                  <a:srgbClr val="FFFFFF"/>
                </a:solidFill>
                <a:latin typeface="Avenir Next"/>
                <a:ea typeface="Avenir Next"/>
                <a:cs typeface="Avenir Next"/>
              </a:defRPr>
            </a:lvl2pPr>
            <a:lvl3pPr algn="l">
              <a:defRPr sz="2100" b="1">
                <a:solidFill>
                  <a:srgbClr val="FFFFFF"/>
                </a:solidFill>
                <a:latin typeface="Avenir Next"/>
                <a:ea typeface="Avenir Next"/>
                <a:cs typeface="Avenir Next"/>
              </a:defRPr>
            </a:lvl3pPr>
            <a:lvl4pPr algn="l">
              <a:defRPr sz="2100" b="1">
                <a:solidFill>
                  <a:srgbClr val="FFFFFF"/>
                </a:solidFill>
                <a:latin typeface="Avenir Next"/>
                <a:ea typeface="Avenir Next"/>
                <a:cs typeface="Avenir Next"/>
              </a:defRPr>
            </a:lvl4pPr>
            <a:lvl5pPr algn="l">
              <a:defRPr sz="2100" b="1">
                <a:solidFill>
                  <a:srgbClr val="FFFFFF"/>
                </a:solidFill>
                <a:latin typeface="Avenir Next"/>
                <a:ea typeface="Avenir Next"/>
                <a:cs typeface="Avenir Next"/>
              </a:defRPr>
            </a:lvl5pPr>
            <a:lvl6pPr algn="l">
              <a:defRPr sz="2100" b="1">
                <a:solidFill>
                  <a:srgbClr val="FFFFFF"/>
                </a:solidFill>
                <a:latin typeface="Avenir Next"/>
                <a:ea typeface="Avenir Next"/>
                <a:cs typeface="Avenir Next"/>
              </a:defRPr>
            </a:lvl6pPr>
            <a:lvl7pPr algn="l">
              <a:defRPr sz="2100" b="1">
                <a:solidFill>
                  <a:srgbClr val="FFFFFF"/>
                </a:solidFill>
                <a:latin typeface="Avenir Next"/>
                <a:ea typeface="Avenir Next"/>
                <a:cs typeface="Avenir Next"/>
              </a:defRPr>
            </a:lvl7pPr>
            <a:lvl8pPr algn="l">
              <a:defRPr sz="2100" b="1">
                <a:solidFill>
                  <a:srgbClr val="FFFFFF"/>
                </a:solidFill>
                <a:latin typeface="Avenir Next"/>
                <a:ea typeface="Avenir Next"/>
                <a:cs typeface="Avenir Next"/>
              </a:defRPr>
            </a:lvl8pPr>
            <a:lvl9pPr algn="l">
              <a:defRPr sz="2100" b="1">
                <a:solidFill>
                  <a:srgbClr val="FFFFFF"/>
                </a:solidFill>
                <a:latin typeface="Avenir Next"/>
                <a:ea typeface="Avenir Next"/>
                <a:cs typeface="Avenir Next"/>
              </a:defRPr>
            </a:lvl9pPr>
          </a:lstStyle>
          <a:p xmlns:a="http://schemas.openxmlformats.org/drawingml/2006/main">
            <a:pPr algn="l">
              <a:defRPr sz="2100" b="1">
                <a:solidFill>
                  <a:srgbClr val="FFFFFF"/>
                </a:solidFill>
                <a:latin typeface="Avenir Next"/>
                <a:ea typeface="Avenir Next"/>
                <a:cs typeface="Avenir Next"/>
              </a:defRPr>
            </a:pPr>
            <a:r>
              <a:rPr sz="2100" b="1">
                <a:solidFill>
                  <a:srgbClr val="FFFFFF"/>
                </a:solidFill>
                <a:latin typeface="Avenir Next"/>
                <a:ea typeface="Avenir Next"/>
                <a:cs typeface="Avenir Next"/>
              </a:rPr>
              <a:t>“Compara output.xml + el caso .robot con HU-G4-06 y HU-G4-08.</a:t>
            </a:r>
          </a:p>
          <a:p xmlns:a="http://schemas.openxmlformats.org/drawingml/2006/main">
            <a:pPr algn="l">
              <a:defRPr sz="2100" b="1">
                <a:solidFill>
                  <a:srgbClr val="FFFFFF"/>
                </a:solidFill>
                <a:latin typeface="Avenir Next"/>
                <a:ea typeface="Avenir Next"/>
                <a:cs typeface="Avenir Next"/>
              </a:defRPr>
            </a:pPr>
            <a:r>
              <a:rPr sz="2100" b="1">
                <a:solidFill>
                  <a:srgbClr val="FFFFFF"/>
                </a:solidFill>
                <a:latin typeface="Avenir Next"/>
                <a:ea typeface="Avenir Next"/>
                <a:cs typeface="Avenir Next"/>
              </a:rPr>
              <a:t>¿Qué falta validar? Propón un keyword mínimo.”</a:t>
            </a:r>
          </a:p>
        </p:txBody>
      </p:sp>
      <p:sp>
        <p:nvSpPr>
          <p:cNvPr id="12" name="">
            <a:extLst xmlns:a="http://schemas.openxmlformats.org/drawingml/2006/main">
              <a:ext uri="{FF2B5EF4-FFF2-40B4-BE49-F238E27FC236}">
                <a16:creationId xmlns:a16="http://schemas.microsoft.com/office/drawing/2014/main" id="{765C6EFE-9890-4CF2-88F8-3CEF0416A9ED}"/>
              </a:ext>
            </a:extLst>
          </p:cNvPr>
          <p:cNvSpPr>
            <a:spLocks xmlns:a="http://schemas.openxmlformats.org/drawingml/2006/main" noGrp="1"/>
          </p:cNvSpPr>
          <p:nvPr/>
        </p:nvSpPr>
        <p:spPr>
          <a:xfrm xmlns:a="http://schemas.openxmlformats.org/drawingml/2006/main">
            <a:off x="561975" y="3667125"/>
            <a:ext cx="5238750" cy="1657350"/>
          </a:xfrm>
          <a:prstGeom xmlns:a="http://schemas.openxmlformats.org/drawingml/2006/main" prst="roundRect">
            <a:avLst>
              <a:gd name="adj" fmla="val 4598"/>
            </a:avLst>
          </a:prstGeom>
          <a:solidFill xmlns:a="http://schemas.openxmlformats.org/drawingml/2006/main">
            <a:srgbClr val="DFF3E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951DFF3-3689-4C37-8168-0081F271B69C}"/>
              </a:ext>
            </a:extLst>
          </p:cNvPr>
          <p:cNvSpPr>
            <a:spLocks xmlns:a="http://schemas.openxmlformats.org/drawingml/2006/main" noGrp="1"/>
          </p:cNvSpPr>
          <p:nvPr/>
        </p:nvSpPr>
        <p:spPr>
          <a:xfrm xmlns:a="http://schemas.openxmlformats.org/drawingml/2006/main">
            <a:off x="771525" y="3857625"/>
            <a:ext cx="4819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1766E"/>
                </a:solidFill>
                <a:latin typeface="Avenir Next"/>
                <a:ea typeface="Avenir Next"/>
                <a:cs typeface="Avenir Next"/>
              </a:defRPr>
            </a:defPPr>
            <a:lvl1pPr algn="l">
              <a:defRPr sz="1425" b="1">
                <a:solidFill>
                  <a:srgbClr val="11766E"/>
                </a:solidFill>
                <a:latin typeface="Avenir Next"/>
                <a:ea typeface="Avenir Next"/>
                <a:cs typeface="Avenir Next"/>
              </a:defRPr>
            </a:lvl1pPr>
            <a:lvl2pPr algn="l">
              <a:defRPr sz="1425" b="1">
                <a:solidFill>
                  <a:srgbClr val="11766E"/>
                </a:solidFill>
                <a:latin typeface="Avenir Next"/>
                <a:ea typeface="Avenir Next"/>
                <a:cs typeface="Avenir Next"/>
              </a:defRPr>
            </a:lvl2pPr>
            <a:lvl3pPr algn="l">
              <a:defRPr sz="1425" b="1">
                <a:solidFill>
                  <a:srgbClr val="11766E"/>
                </a:solidFill>
                <a:latin typeface="Avenir Next"/>
                <a:ea typeface="Avenir Next"/>
                <a:cs typeface="Avenir Next"/>
              </a:defRPr>
            </a:lvl3pPr>
            <a:lvl4pPr algn="l">
              <a:defRPr sz="1425" b="1">
                <a:solidFill>
                  <a:srgbClr val="11766E"/>
                </a:solidFill>
                <a:latin typeface="Avenir Next"/>
                <a:ea typeface="Avenir Next"/>
                <a:cs typeface="Avenir Next"/>
              </a:defRPr>
            </a:lvl4pPr>
            <a:lvl5pPr algn="l">
              <a:defRPr sz="1425" b="1">
                <a:solidFill>
                  <a:srgbClr val="11766E"/>
                </a:solidFill>
                <a:latin typeface="Avenir Next"/>
                <a:ea typeface="Avenir Next"/>
                <a:cs typeface="Avenir Next"/>
              </a:defRPr>
            </a:lvl5pPr>
            <a:lvl6pPr algn="l">
              <a:defRPr sz="1425" b="1">
                <a:solidFill>
                  <a:srgbClr val="11766E"/>
                </a:solidFill>
                <a:latin typeface="Avenir Next"/>
                <a:ea typeface="Avenir Next"/>
                <a:cs typeface="Avenir Next"/>
              </a:defRPr>
            </a:lvl6pPr>
            <a:lvl7pPr algn="l">
              <a:defRPr sz="1425" b="1">
                <a:solidFill>
                  <a:srgbClr val="11766E"/>
                </a:solidFill>
                <a:latin typeface="Avenir Next"/>
                <a:ea typeface="Avenir Next"/>
                <a:cs typeface="Avenir Next"/>
              </a:defRPr>
            </a:lvl7pPr>
            <a:lvl8pPr algn="l">
              <a:defRPr sz="1425" b="1">
                <a:solidFill>
                  <a:srgbClr val="11766E"/>
                </a:solidFill>
                <a:latin typeface="Avenir Next"/>
                <a:ea typeface="Avenir Next"/>
                <a:cs typeface="Avenir Next"/>
              </a:defRPr>
            </a:lvl8pPr>
            <a:lvl9pPr algn="l">
              <a:defRPr sz="1425" b="1">
                <a:solidFill>
                  <a:srgbClr val="11766E"/>
                </a:solidFill>
                <a:latin typeface="Avenir Next"/>
                <a:ea typeface="Avenir Next"/>
                <a:cs typeface="Avenir Next"/>
              </a:defRPr>
            </a:lvl9pPr>
          </a:lstStyle>
          <a:p xmlns:a="http://schemas.openxmlformats.org/drawingml/2006/main">
            <a:pPr algn="l">
              <a:defRPr sz="1425" b="1">
                <a:solidFill>
                  <a:srgbClr val="11766E"/>
                </a:solidFill>
                <a:latin typeface="Avenir Next"/>
                <a:ea typeface="Avenir Next"/>
                <a:cs typeface="Avenir Next"/>
              </a:defRPr>
            </a:pPr>
            <a:r>
              <a:rPr sz="1425" b="1">
                <a:solidFill>
                  <a:srgbClr val="11766E"/>
                </a:solidFill>
                <a:latin typeface="Avenir Next"/>
                <a:ea typeface="Avenir Next"/>
                <a:cs typeface="Avenir Next"/>
              </a:rPr>
              <a:t>SALIDA ESPERADA</a:t>
            </a:r>
          </a:p>
        </p:txBody>
      </p:sp>
      <p:sp>
        <p:nvSpPr>
          <p:cNvPr id="14" name="">
            <a:extLst xmlns:a="http://schemas.openxmlformats.org/drawingml/2006/main">
              <a:ext uri="{FF2B5EF4-FFF2-40B4-BE49-F238E27FC236}">
                <a16:creationId xmlns:a16="http://schemas.microsoft.com/office/drawing/2014/main" id="{9F547D83-19EA-407B-B1B2-1B7695382ACB}"/>
              </a:ext>
            </a:extLst>
          </p:cNvPr>
          <p:cNvSpPr>
            <a:spLocks xmlns:a="http://schemas.openxmlformats.org/drawingml/2006/main" noGrp="1"/>
          </p:cNvSpPr>
          <p:nvPr/>
        </p:nvSpPr>
        <p:spPr>
          <a:xfrm xmlns:a="http://schemas.openxmlformats.org/drawingml/2006/main">
            <a:off x="771525" y="4210050"/>
            <a:ext cx="48196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22D32"/>
                </a:solidFill>
                <a:latin typeface="Avenir Next"/>
                <a:ea typeface="Avenir Next"/>
                <a:cs typeface="Avenir Next"/>
              </a:defRPr>
            </a:defPPr>
            <a:lvl1pPr algn="l">
              <a:defRPr sz="2100" b="1">
                <a:solidFill>
                  <a:srgbClr val="122D32"/>
                </a:solidFill>
                <a:latin typeface="Avenir Next"/>
                <a:ea typeface="Avenir Next"/>
                <a:cs typeface="Avenir Next"/>
              </a:defRPr>
            </a:lvl1pPr>
            <a:lvl2pPr algn="l">
              <a:defRPr sz="2100" b="1">
                <a:solidFill>
                  <a:srgbClr val="122D32"/>
                </a:solidFill>
                <a:latin typeface="Avenir Next"/>
                <a:ea typeface="Avenir Next"/>
                <a:cs typeface="Avenir Next"/>
              </a:defRPr>
            </a:lvl2pPr>
            <a:lvl3pPr algn="l">
              <a:defRPr sz="2100" b="1">
                <a:solidFill>
                  <a:srgbClr val="122D32"/>
                </a:solidFill>
                <a:latin typeface="Avenir Next"/>
                <a:ea typeface="Avenir Next"/>
                <a:cs typeface="Avenir Next"/>
              </a:defRPr>
            </a:lvl3pPr>
            <a:lvl4pPr algn="l">
              <a:defRPr sz="2100" b="1">
                <a:solidFill>
                  <a:srgbClr val="122D32"/>
                </a:solidFill>
                <a:latin typeface="Avenir Next"/>
                <a:ea typeface="Avenir Next"/>
                <a:cs typeface="Avenir Next"/>
              </a:defRPr>
            </a:lvl4pPr>
            <a:lvl5pPr algn="l">
              <a:defRPr sz="2100" b="1">
                <a:solidFill>
                  <a:srgbClr val="122D32"/>
                </a:solidFill>
                <a:latin typeface="Avenir Next"/>
                <a:ea typeface="Avenir Next"/>
                <a:cs typeface="Avenir Next"/>
              </a:defRPr>
            </a:lvl5pPr>
            <a:lvl6pPr algn="l">
              <a:defRPr sz="2100" b="1">
                <a:solidFill>
                  <a:srgbClr val="122D32"/>
                </a:solidFill>
                <a:latin typeface="Avenir Next"/>
                <a:ea typeface="Avenir Next"/>
                <a:cs typeface="Avenir Next"/>
              </a:defRPr>
            </a:lvl6pPr>
            <a:lvl7pPr algn="l">
              <a:defRPr sz="2100" b="1">
                <a:solidFill>
                  <a:srgbClr val="122D32"/>
                </a:solidFill>
                <a:latin typeface="Avenir Next"/>
                <a:ea typeface="Avenir Next"/>
                <a:cs typeface="Avenir Next"/>
              </a:defRPr>
            </a:lvl7pPr>
            <a:lvl8pPr algn="l">
              <a:defRPr sz="2100" b="1">
                <a:solidFill>
                  <a:srgbClr val="122D32"/>
                </a:solidFill>
                <a:latin typeface="Avenir Next"/>
                <a:ea typeface="Avenir Next"/>
                <a:cs typeface="Avenir Next"/>
              </a:defRPr>
            </a:lvl8pPr>
            <a:lvl9pPr algn="l">
              <a:defRPr sz="2100" b="1">
                <a:solidFill>
                  <a:srgbClr val="122D32"/>
                </a:solidFill>
                <a:latin typeface="Avenir Next"/>
                <a:ea typeface="Avenir Next"/>
                <a:cs typeface="Avenir Next"/>
              </a:defRPr>
            </a:lvl9pPr>
          </a:lstStyle>
          <a:p xmlns:a="http://schemas.openxmlformats.org/drawingml/2006/main">
            <a:pPr algn="l">
              <a:defRPr sz="2100" b="1">
                <a:solidFill>
                  <a:srgbClr val="122D32"/>
                </a:solidFill>
                <a:latin typeface="Avenir Next"/>
                <a:ea typeface="Avenir Next"/>
                <a:cs typeface="Avenir Next"/>
              </a:defRPr>
            </a:pPr>
            <a:r>
              <a:rPr sz="2100" b="1">
                <a:solidFill>
                  <a:srgbClr val="122D32"/>
                </a:solidFill>
                <a:latin typeface="Avenir Next"/>
                <a:ea typeface="Avenir Next"/>
                <a:cs typeface="Avenir Next"/>
              </a:rPr>
              <a:t>Brecha: SMS simulado</a:t>
            </a:r>
          </a:p>
          <a:p xmlns:a="http://schemas.openxmlformats.org/drawingml/2006/main">
            <a:pPr algn="l">
              <a:defRPr sz="2100" b="1">
                <a:solidFill>
                  <a:srgbClr val="122D32"/>
                </a:solidFill>
                <a:latin typeface="Avenir Next"/>
                <a:ea typeface="Avenir Next"/>
                <a:cs typeface="Avenir Next"/>
              </a:defRPr>
            </a:pPr>
            <a:r>
              <a:rPr sz="2100" b="1">
                <a:solidFill>
                  <a:srgbClr val="122D32"/>
                </a:solidFill>
                <a:latin typeface="Avenir Next"/>
                <a:ea typeface="Avenir Next"/>
                <a:cs typeface="Avenir Next"/>
              </a:rPr>
              <a:t>a Bruno y a Diego.</a:t>
            </a:r>
          </a:p>
        </p:txBody>
      </p:sp>
      <p:sp>
        <p:nvSpPr>
          <p:cNvPr id="15" name="">
            <a:extLst xmlns:a="http://schemas.openxmlformats.org/drawingml/2006/main">
              <a:ext uri="{FF2B5EF4-FFF2-40B4-BE49-F238E27FC236}">
                <a16:creationId xmlns:a16="http://schemas.microsoft.com/office/drawing/2014/main" id="{EA406644-07C8-4488-A7DD-EBDDEE889BFE}"/>
              </a:ext>
            </a:extLst>
          </p:cNvPr>
          <p:cNvSpPr>
            <a:spLocks xmlns:a="http://schemas.openxmlformats.org/drawingml/2006/main" noGrp="1"/>
          </p:cNvSpPr>
          <p:nvPr/>
        </p:nvSpPr>
        <p:spPr>
          <a:xfrm xmlns:a="http://schemas.openxmlformats.org/drawingml/2006/main">
            <a:off x="6381750" y="3667125"/>
            <a:ext cx="5238750" cy="1657350"/>
          </a:xfrm>
          <a:prstGeom xmlns:a="http://schemas.openxmlformats.org/drawingml/2006/main" prst="roundRect">
            <a:avLst>
              <a:gd name="adj" fmla="val 4598"/>
            </a:avLst>
          </a:prstGeom>
          <a:solidFill xmlns:a="http://schemas.openxmlformats.org/drawingml/2006/main">
            <a:srgbClr val="FFFF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2D511C6-23BC-4AAF-905A-D1F46F729A18}"/>
              </a:ext>
            </a:extLst>
          </p:cNvPr>
          <p:cNvSpPr>
            <a:spLocks xmlns:a="http://schemas.openxmlformats.org/drawingml/2006/main" noGrp="1"/>
          </p:cNvSpPr>
          <p:nvPr/>
        </p:nvSpPr>
        <p:spPr>
          <a:xfrm xmlns:a="http://schemas.openxmlformats.org/drawingml/2006/main">
            <a:off x="6591300" y="3857625"/>
            <a:ext cx="4819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1766E"/>
                </a:solidFill>
                <a:latin typeface="Avenir Next"/>
                <a:ea typeface="Avenir Next"/>
                <a:cs typeface="Avenir Next"/>
              </a:defRPr>
            </a:defPPr>
            <a:lvl1pPr algn="l">
              <a:defRPr sz="1425" b="1">
                <a:solidFill>
                  <a:srgbClr val="11766E"/>
                </a:solidFill>
                <a:latin typeface="Avenir Next"/>
                <a:ea typeface="Avenir Next"/>
                <a:cs typeface="Avenir Next"/>
              </a:defRPr>
            </a:lvl1pPr>
            <a:lvl2pPr algn="l">
              <a:defRPr sz="1425" b="1">
                <a:solidFill>
                  <a:srgbClr val="11766E"/>
                </a:solidFill>
                <a:latin typeface="Avenir Next"/>
                <a:ea typeface="Avenir Next"/>
                <a:cs typeface="Avenir Next"/>
              </a:defRPr>
            </a:lvl2pPr>
            <a:lvl3pPr algn="l">
              <a:defRPr sz="1425" b="1">
                <a:solidFill>
                  <a:srgbClr val="11766E"/>
                </a:solidFill>
                <a:latin typeface="Avenir Next"/>
                <a:ea typeface="Avenir Next"/>
                <a:cs typeface="Avenir Next"/>
              </a:defRPr>
            </a:lvl3pPr>
            <a:lvl4pPr algn="l">
              <a:defRPr sz="1425" b="1">
                <a:solidFill>
                  <a:srgbClr val="11766E"/>
                </a:solidFill>
                <a:latin typeface="Avenir Next"/>
                <a:ea typeface="Avenir Next"/>
                <a:cs typeface="Avenir Next"/>
              </a:defRPr>
            </a:lvl4pPr>
            <a:lvl5pPr algn="l">
              <a:defRPr sz="1425" b="1">
                <a:solidFill>
                  <a:srgbClr val="11766E"/>
                </a:solidFill>
                <a:latin typeface="Avenir Next"/>
                <a:ea typeface="Avenir Next"/>
                <a:cs typeface="Avenir Next"/>
              </a:defRPr>
            </a:lvl5pPr>
            <a:lvl6pPr algn="l">
              <a:defRPr sz="1425" b="1">
                <a:solidFill>
                  <a:srgbClr val="11766E"/>
                </a:solidFill>
                <a:latin typeface="Avenir Next"/>
                <a:ea typeface="Avenir Next"/>
                <a:cs typeface="Avenir Next"/>
              </a:defRPr>
            </a:lvl6pPr>
            <a:lvl7pPr algn="l">
              <a:defRPr sz="1425" b="1">
                <a:solidFill>
                  <a:srgbClr val="11766E"/>
                </a:solidFill>
                <a:latin typeface="Avenir Next"/>
                <a:ea typeface="Avenir Next"/>
                <a:cs typeface="Avenir Next"/>
              </a:defRPr>
            </a:lvl7pPr>
            <a:lvl8pPr algn="l">
              <a:defRPr sz="1425" b="1">
                <a:solidFill>
                  <a:srgbClr val="11766E"/>
                </a:solidFill>
                <a:latin typeface="Avenir Next"/>
                <a:ea typeface="Avenir Next"/>
                <a:cs typeface="Avenir Next"/>
              </a:defRPr>
            </a:lvl8pPr>
            <a:lvl9pPr algn="l">
              <a:defRPr sz="1425" b="1">
                <a:solidFill>
                  <a:srgbClr val="11766E"/>
                </a:solidFill>
                <a:latin typeface="Avenir Next"/>
                <a:ea typeface="Avenir Next"/>
                <a:cs typeface="Avenir Next"/>
              </a:defRPr>
            </a:lvl9pPr>
          </a:lstStyle>
          <a:p xmlns:a="http://schemas.openxmlformats.org/drawingml/2006/main">
            <a:pPr algn="l">
              <a:defRPr sz="1425" b="1">
                <a:solidFill>
                  <a:srgbClr val="11766E"/>
                </a:solidFill>
                <a:latin typeface="Avenir Next"/>
                <a:ea typeface="Avenir Next"/>
                <a:cs typeface="Avenir Next"/>
              </a:defRPr>
            </a:pPr>
            <a:r>
              <a:rPr sz="1425" b="1">
                <a:solidFill>
                  <a:srgbClr val="11766E"/>
                </a:solidFill>
                <a:latin typeface="Avenir Next"/>
                <a:ea typeface="Avenir Next"/>
                <a:cs typeface="Avenir Next"/>
              </a:rPr>
              <a:t>PROPUESTA DE IA</a:t>
            </a:r>
          </a:p>
        </p:txBody>
      </p:sp>
      <p:sp>
        <p:nvSpPr>
          <p:cNvPr id="17" name="">
            <a:extLst xmlns:a="http://schemas.openxmlformats.org/drawingml/2006/main">
              <a:ext uri="{FF2B5EF4-FFF2-40B4-BE49-F238E27FC236}">
                <a16:creationId xmlns:a16="http://schemas.microsoft.com/office/drawing/2014/main" id="{62773A42-91C0-476C-836C-A998CC507595}"/>
              </a:ext>
            </a:extLst>
          </p:cNvPr>
          <p:cNvSpPr>
            <a:spLocks xmlns:a="http://schemas.openxmlformats.org/drawingml/2006/main" noGrp="1"/>
          </p:cNvSpPr>
          <p:nvPr/>
        </p:nvSpPr>
        <p:spPr>
          <a:xfrm xmlns:a="http://schemas.openxmlformats.org/drawingml/2006/main">
            <a:off x="6591300" y="4210050"/>
            <a:ext cx="481965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00" b="1">
                <a:solidFill>
                  <a:srgbClr val="122D32"/>
                </a:solidFill>
                <a:latin typeface="Avenir Next"/>
                <a:ea typeface="Avenir Next"/>
                <a:cs typeface="Avenir Next"/>
              </a:defRPr>
            </a:defPPr>
            <a:lvl1pPr algn="l">
              <a:defRPr sz="2100" b="1">
                <a:solidFill>
                  <a:srgbClr val="122D32"/>
                </a:solidFill>
                <a:latin typeface="Avenir Next"/>
                <a:ea typeface="Avenir Next"/>
                <a:cs typeface="Avenir Next"/>
              </a:defRPr>
            </a:lvl1pPr>
            <a:lvl2pPr algn="l">
              <a:defRPr sz="2100" b="1">
                <a:solidFill>
                  <a:srgbClr val="122D32"/>
                </a:solidFill>
                <a:latin typeface="Avenir Next"/>
                <a:ea typeface="Avenir Next"/>
                <a:cs typeface="Avenir Next"/>
              </a:defRPr>
            </a:lvl2pPr>
            <a:lvl3pPr algn="l">
              <a:defRPr sz="2100" b="1">
                <a:solidFill>
                  <a:srgbClr val="122D32"/>
                </a:solidFill>
                <a:latin typeface="Avenir Next"/>
                <a:ea typeface="Avenir Next"/>
                <a:cs typeface="Avenir Next"/>
              </a:defRPr>
            </a:lvl3pPr>
            <a:lvl4pPr algn="l">
              <a:defRPr sz="2100" b="1">
                <a:solidFill>
                  <a:srgbClr val="122D32"/>
                </a:solidFill>
                <a:latin typeface="Avenir Next"/>
                <a:ea typeface="Avenir Next"/>
                <a:cs typeface="Avenir Next"/>
              </a:defRPr>
            </a:lvl4pPr>
            <a:lvl5pPr algn="l">
              <a:defRPr sz="2100" b="1">
                <a:solidFill>
                  <a:srgbClr val="122D32"/>
                </a:solidFill>
                <a:latin typeface="Avenir Next"/>
                <a:ea typeface="Avenir Next"/>
                <a:cs typeface="Avenir Next"/>
              </a:defRPr>
            </a:lvl5pPr>
            <a:lvl6pPr algn="l">
              <a:defRPr sz="2100" b="1">
                <a:solidFill>
                  <a:srgbClr val="122D32"/>
                </a:solidFill>
                <a:latin typeface="Avenir Next"/>
                <a:ea typeface="Avenir Next"/>
                <a:cs typeface="Avenir Next"/>
              </a:defRPr>
            </a:lvl6pPr>
            <a:lvl7pPr algn="l">
              <a:defRPr sz="2100" b="1">
                <a:solidFill>
                  <a:srgbClr val="122D32"/>
                </a:solidFill>
                <a:latin typeface="Avenir Next"/>
                <a:ea typeface="Avenir Next"/>
                <a:cs typeface="Avenir Next"/>
              </a:defRPr>
            </a:lvl7pPr>
            <a:lvl8pPr algn="l">
              <a:defRPr sz="2100" b="1">
                <a:solidFill>
                  <a:srgbClr val="122D32"/>
                </a:solidFill>
                <a:latin typeface="Avenir Next"/>
                <a:ea typeface="Avenir Next"/>
                <a:cs typeface="Avenir Next"/>
              </a:defRPr>
            </a:lvl8pPr>
            <a:lvl9pPr algn="l">
              <a:defRPr sz="2100" b="1">
                <a:solidFill>
                  <a:srgbClr val="122D32"/>
                </a:solidFill>
                <a:latin typeface="Avenir Next"/>
                <a:ea typeface="Avenir Next"/>
                <a:cs typeface="Avenir Next"/>
              </a:defRPr>
            </a:lvl9pPr>
          </a:lstStyle>
          <a:p xmlns:a="http://schemas.openxmlformats.org/drawingml/2006/main">
            <a:pPr algn="l">
              <a:defRPr sz="2100" b="1">
                <a:solidFill>
                  <a:srgbClr val="122D32"/>
                </a:solidFill>
                <a:latin typeface="Avenir Next"/>
                <a:ea typeface="Avenir Next"/>
                <a:cs typeface="Avenir Next"/>
              </a:defRPr>
            </a:pPr>
            <a:r>
              <a:rPr sz="2100" b="1">
                <a:solidFill>
                  <a:srgbClr val="122D32"/>
                </a:solidFill>
                <a:latin typeface="Avenir Next"/>
                <a:ea typeface="Avenir Next"/>
                <a:cs typeface="Avenir Next"/>
              </a:rPr>
              <a:t>Keyword para notificaciones;</a:t>
            </a:r>
          </a:p>
          <a:p xmlns:a="http://schemas.openxmlformats.org/drawingml/2006/main">
            <a:pPr algn="l">
              <a:defRPr sz="2100" b="1">
                <a:solidFill>
                  <a:srgbClr val="122D32"/>
                </a:solidFill>
                <a:latin typeface="Avenir Next"/>
                <a:ea typeface="Avenir Next"/>
                <a:cs typeface="Avenir Next"/>
              </a:defRPr>
            </a:pPr>
            <a:r>
              <a:rPr sz="2100" b="1">
                <a:solidFill>
                  <a:srgbClr val="122D32"/>
                </a:solidFill>
                <a:latin typeface="Avenir Next"/>
                <a:ea typeface="Avenir Next"/>
                <a:cs typeface="Avenir Next"/>
              </a:rPr>
              <a:t>validarlo y ejecutarlo.</a:t>
            </a:r>
          </a:p>
        </p:txBody>
      </p:sp>
      <p:sp>
        <p:nvSpPr>
          <p:cNvPr id="18" name="">
            <a:extLst xmlns:a="http://schemas.openxmlformats.org/drawingml/2006/main">
              <a:ext uri="{FF2B5EF4-FFF2-40B4-BE49-F238E27FC236}">
                <a16:creationId xmlns:a16="http://schemas.microsoft.com/office/drawing/2014/main" id="{462D9BD1-3A2E-4F26-8655-F8B7C0B1F43D}"/>
              </a:ext>
            </a:extLst>
          </p:cNvPr>
          <p:cNvSpPr>
            <a:spLocks xmlns:a="http://schemas.openxmlformats.org/drawingml/2006/main" noGrp="1"/>
          </p:cNvSpPr>
          <p:nvPr/>
        </p:nvSpPr>
        <p:spPr>
          <a:xfrm xmlns:a="http://schemas.openxmlformats.org/drawingml/2006/main">
            <a:off x="561975" y="5495925"/>
            <a:ext cx="51339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766E"/>
                </a:solidFill>
                <a:latin typeface="Avenir Next"/>
                <a:ea typeface="Avenir Next"/>
                <a:cs typeface="Avenir Next"/>
              </a:defRPr>
            </a:defPPr>
            <a:lvl1pPr algn="l">
              <a:defRPr sz="1500" b="1">
                <a:solidFill>
                  <a:srgbClr val="11766E"/>
                </a:solidFill>
                <a:latin typeface="Avenir Next"/>
                <a:ea typeface="Avenir Next"/>
                <a:cs typeface="Avenir Next"/>
              </a:defRPr>
            </a:lvl1pPr>
            <a:lvl2pPr algn="l">
              <a:defRPr sz="1500" b="1">
                <a:solidFill>
                  <a:srgbClr val="11766E"/>
                </a:solidFill>
                <a:latin typeface="Avenir Next"/>
                <a:ea typeface="Avenir Next"/>
                <a:cs typeface="Avenir Next"/>
              </a:defRPr>
            </a:lvl2pPr>
            <a:lvl3pPr algn="l">
              <a:defRPr sz="1500" b="1">
                <a:solidFill>
                  <a:srgbClr val="11766E"/>
                </a:solidFill>
                <a:latin typeface="Avenir Next"/>
                <a:ea typeface="Avenir Next"/>
                <a:cs typeface="Avenir Next"/>
              </a:defRPr>
            </a:lvl3pPr>
            <a:lvl4pPr algn="l">
              <a:defRPr sz="1500" b="1">
                <a:solidFill>
                  <a:srgbClr val="11766E"/>
                </a:solidFill>
                <a:latin typeface="Avenir Next"/>
                <a:ea typeface="Avenir Next"/>
                <a:cs typeface="Avenir Next"/>
              </a:defRPr>
            </a:lvl4pPr>
            <a:lvl5pPr algn="l">
              <a:defRPr sz="1500" b="1">
                <a:solidFill>
                  <a:srgbClr val="11766E"/>
                </a:solidFill>
                <a:latin typeface="Avenir Next"/>
                <a:ea typeface="Avenir Next"/>
                <a:cs typeface="Avenir Next"/>
              </a:defRPr>
            </a:lvl5pPr>
            <a:lvl6pPr algn="l">
              <a:defRPr sz="1500" b="1">
                <a:solidFill>
                  <a:srgbClr val="11766E"/>
                </a:solidFill>
                <a:latin typeface="Avenir Next"/>
                <a:ea typeface="Avenir Next"/>
                <a:cs typeface="Avenir Next"/>
              </a:defRPr>
            </a:lvl6pPr>
            <a:lvl7pPr algn="l">
              <a:defRPr sz="1500" b="1">
                <a:solidFill>
                  <a:srgbClr val="11766E"/>
                </a:solidFill>
                <a:latin typeface="Avenir Next"/>
                <a:ea typeface="Avenir Next"/>
                <a:cs typeface="Avenir Next"/>
              </a:defRPr>
            </a:lvl7pPr>
            <a:lvl8pPr algn="l">
              <a:defRPr sz="1500" b="1">
                <a:solidFill>
                  <a:srgbClr val="11766E"/>
                </a:solidFill>
                <a:latin typeface="Avenir Next"/>
                <a:ea typeface="Avenir Next"/>
                <a:cs typeface="Avenir Next"/>
              </a:defRPr>
            </a:lvl8pPr>
            <a:lvl9pPr algn="l">
              <a:defRPr sz="1500" b="1">
                <a:solidFill>
                  <a:srgbClr val="11766E"/>
                </a:solidFill>
                <a:latin typeface="Avenir Next"/>
                <a:ea typeface="Avenir Next"/>
                <a:cs typeface="Avenir Next"/>
              </a:defRPr>
            </a:lvl9pPr>
          </a:lstStyle>
          <a:p xmlns:a="http://schemas.openxmlformats.org/drawingml/2006/main">
            <a:pPr algn="l">
              <a:defRPr sz="1500" b="1">
                <a:solidFill>
                  <a:srgbClr val="11766E"/>
                </a:solidFill>
                <a:latin typeface="Avenir Next"/>
                <a:ea typeface="Avenir Next"/>
                <a:cs typeface="Avenir Next"/>
              </a:defRPr>
            </a:pPr>
            <a:r>
              <a:rPr sz="1500" b="1" u="sng">
                <a:solidFill>
                  <a:srgbClr val="11766E"/>
                </a:solidFill>
                <a:latin typeface="Avenir Next"/>
                <a:ea typeface="Avenir Next"/>
                <a:cs typeface="Avenir Next"/>
                <a:hlinkClick xmlns:r="http://schemas.openxmlformats.org/officeDocument/2006/relationships" r:id="R50545276dd6a4d0d"/>
              </a:rPr>
              <a:t>Abrir guía de la demo IA</a:t>
            </a:r>
          </a:p>
        </p:txBody>
      </p:sp>
      <p:sp>
        <p:nvSpPr>
          <p:cNvPr id="19" name="">
            <a:extLst xmlns:a="http://schemas.openxmlformats.org/drawingml/2006/main">
              <a:ext uri="{FF2B5EF4-FFF2-40B4-BE49-F238E27FC236}">
                <a16:creationId xmlns:a16="http://schemas.microsoft.com/office/drawing/2014/main" id="{2DD04C0C-77F9-431A-948C-10459382BC8F}"/>
              </a:ext>
            </a:extLst>
          </p:cNvPr>
          <p:cNvSpPr>
            <a:spLocks xmlns:a="http://schemas.openxmlformats.org/drawingml/2006/main" noGrp="1"/>
          </p:cNvSpPr>
          <p:nvPr/>
        </p:nvSpPr>
        <p:spPr>
          <a:xfrm xmlns:a="http://schemas.openxmlformats.org/drawingml/2006/main">
            <a:off x="6381750" y="5495925"/>
            <a:ext cx="5238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1766E"/>
                </a:solidFill>
                <a:latin typeface="Avenir Next"/>
                <a:ea typeface="Avenir Next"/>
                <a:cs typeface="Avenir Next"/>
              </a:defRPr>
            </a:defPPr>
            <a:lvl1pPr algn="l">
              <a:defRPr sz="1425" b="1">
                <a:solidFill>
                  <a:srgbClr val="11766E"/>
                </a:solidFill>
                <a:latin typeface="Avenir Next"/>
                <a:ea typeface="Avenir Next"/>
                <a:cs typeface="Avenir Next"/>
              </a:defRPr>
            </a:lvl1pPr>
            <a:lvl2pPr algn="l">
              <a:defRPr sz="1425" b="1">
                <a:solidFill>
                  <a:srgbClr val="11766E"/>
                </a:solidFill>
                <a:latin typeface="Avenir Next"/>
                <a:ea typeface="Avenir Next"/>
                <a:cs typeface="Avenir Next"/>
              </a:defRPr>
            </a:lvl2pPr>
            <a:lvl3pPr algn="l">
              <a:defRPr sz="1425" b="1">
                <a:solidFill>
                  <a:srgbClr val="11766E"/>
                </a:solidFill>
                <a:latin typeface="Avenir Next"/>
                <a:ea typeface="Avenir Next"/>
                <a:cs typeface="Avenir Next"/>
              </a:defRPr>
            </a:lvl3pPr>
            <a:lvl4pPr algn="l">
              <a:defRPr sz="1425" b="1">
                <a:solidFill>
                  <a:srgbClr val="11766E"/>
                </a:solidFill>
                <a:latin typeface="Avenir Next"/>
                <a:ea typeface="Avenir Next"/>
                <a:cs typeface="Avenir Next"/>
              </a:defRPr>
            </a:lvl4pPr>
            <a:lvl5pPr algn="l">
              <a:defRPr sz="1425" b="1">
                <a:solidFill>
                  <a:srgbClr val="11766E"/>
                </a:solidFill>
                <a:latin typeface="Avenir Next"/>
                <a:ea typeface="Avenir Next"/>
                <a:cs typeface="Avenir Next"/>
              </a:defRPr>
            </a:lvl5pPr>
            <a:lvl6pPr algn="l">
              <a:defRPr sz="1425" b="1">
                <a:solidFill>
                  <a:srgbClr val="11766E"/>
                </a:solidFill>
                <a:latin typeface="Avenir Next"/>
                <a:ea typeface="Avenir Next"/>
                <a:cs typeface="Avenir Next"/>
              </a:defRPr>
            </a:lvl6pPr>
            <a:lvl7pPr algn="l">
              <a:defRPr sz="1425" b="1">
                <a:solidFill>
                  <a:srgbClr val="11766E"/>
                </a:solidFill>
                <a:latin typeface="Avenir Next"/>
                <a:ea typeface="Avenir Next"/>
                <a:cs typeface="Avenir Next"/>
              </a:defRPr>
            </a:lvl7pPr>
            <a:lvl8pPr algn="l">
              <a:defRPr sz="1425" b="1">
                <a:solidFill>
                  <a:srgbClr val="11766E"/>
                </a:solidFill>
                <a:latin typeface="Avenir Next"/>
                <a:ea typeface="Avenir Next"/>
                <a:cs typeface="Avenir Next"/>
              </a:defRPr>
            </a:lvl8pPr>
            <a:lvl9pPr algn="l">
              <a:defRPr sz="1425" b="1">
                <a:solidFill>
                  <a:srgbClr val="11766E"/>
                </a:solidFill>
                <a:latin typeface="Avenir Next"/>
                <a:ea typeface="Avenir Next"/>
                <a:cs typeface="Avenir Next"/>
              </a:defRPr>
            </a:lvl9pPr>
          </a:lstStyle>
          <a:p xmlns:a="http://schemas.openxmlformats.org/drawingml/2006/main">
            <a:pPr algn="l">
              <a:defRPr sz="1425" b="1">
                <a:solidFill>
                  <a:srgbClr val="11766E"/>
                </a:solidFill>
                <a:latin typeface="Avenir Next"/>
                <a:ea typeface="Avenir Next"/>
                <a:cs typeface="Avenir Next"/>
              </a:defRPr>
            </a:pPr>
            <a:r>
              <a:rPr sz="1425" b="1">
                <a:solidFill>
                  <a:srgbClr val="11766E"/>
                </a:solidFill>
                <a:latin typeface="Avenir Next"/>
                <a:ea typeface="Avenir Next"/>
                <a:cs typeface="Avenir Next"/>
              </a:rPr>
              <a:t>La IA propone; solo cuenta si se ejecuta la prueba.</a:t>
            </a:r>
          </a:p>
        </p:txBody>
      </p:sp>
    </p:spTree>
    <p:extLst>
      <p:ext uri="{BB962C8B-B14F-4D97-AF65-F5344CB8AC3E}">
        <p14:creationId xmlns:p14="http://schemas.microsoft.com/office/powerpoint/2010/main" val="1419059261"/>
      </p:ext>
    </p:extLst>
  </p:cSld>
</p:sld>
</file>

<file path=ppt/slides/slide10.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36B53DE-7A89-4CDD-9013-481AA54475A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1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AED147E-F702-4F74-B168-32A6F4CC07D3}"/>
              </a:ext>
            </a:extLst>
          </p:cNvPr>
          <p:cNvSpPr>
            <a:spLocks xmlns:a="http://schemas.openxmlformats.org/drawingml/2006/main" noGrp="1"/>
          </p:cNvSpPr>
          <p:nvPr/>
        </p:nvSpPr>
        <p:spPr>
          <a:xfrm xmlns:a="http://schemas.openxmlformats.org/drawingml/2006/main">
            <a:off x="523875" y="323850"/>
            <a:ext cx="514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766E"/>
                </a:solidFill>
                <a:latin typeface="Avenir Next"/>
                <a:ea typeface="Avenir Next"/>
                <a:cs typeface="Avenir Next"/>
              </a:defRPr>
            </a:defPPr>
            <a:lvl1pPr algn="l">
              <a:defRPr sz="1500" b="1">
                <a:solidFill>
                  <a:srgbClr val="11766E"/>
                </a:solidFill>
                <a:latin typeface="Avenir Next"/>
                <a:ea typeface="Avenir Next"/>
                <a:cs typeface="Avenir Next"/>
              </a:defRPr>
            </a:lvl1pPr>
            <a:lvl2pPr algn="l">
              <a:defRPr sz="1500" b="1">
                <a:solidFill>
                  <a:srgbClr val="11766E"/>
                </a:solidFill>
                <a:latin typeface="Avenir Next"/>
                <a:ea typeface="Avenir Next"/>
                <a:cs typeface="Avenir Next"/>
              </a:defRPr>
            </a:lvl2pPr>
            <a:lvl3pPr algn="l">
              <a:defRPr sz="1500" b="1">
                <a:solidFill>
                  <a:srgbClr val="11766E"/>
                </a:solidFill>
                <a:latin typeface="Avenir Next"/>
                <a:ea typeface="Avenir Next"/>
                <a:cs typeface="Avenir Next"/>
              </a:defRPr>
            </a:lvl3pPr>
            <a:lvl4pPr algn="l">
              <a:defRPr sz="1500" b="1">
                <a:solidFill>
                  <a:srgbClr val="11766E"/>
                </a:solidFill>
                <a:latin typeface="Avenir Next"/>
                <a:ea typeface="Avenir Next"/>
                <a:cs typeface="Avenir Next"/>
              </a:defRPr>
            </a:lvl4pPr>
            <a:lvl5pPr algn="l">
              <a:defRPr sz="1500" b="1">
                <a:solidFill>
                  <a:srgbClr val="11766E"/>
                </a:solidFill>
                <a:latin typeface="Avenir Next"/>
                <a:ea typeface="Avenir Next"/>
                <a:cs typeface="Avenir Next"/>
              </a:defRPr>
            </a:lvl5pPr>
            <a:lvl6pPr algn="l">
              <a:defRPr sz="1500" b="1">
                <a:solidFill>
                  <a:srgbClr val="11766E"/>
                </a:solidFill>
                <a:latin typeface="Avenir Next"/>
                <a:ea typeface="Avenir Next"/>
                <a:cs typeface="Avenir Next"/>
              </a:defRPr>
            </a:lvl6pPr>
            <a:lvl7pPr algn="l">
              <a:defRPr sz="1500" b="1">
                <a:solidFill>
                  <a:srgbClr val="11766E"/>
                </a:solidFill>
                <a:latin typeface="Avenir Next"/>
                <a:ea typeface="Avenir Next"/>
                <a:cs typeface="Avenir Next"/>
              </a:defRPr>
            </a:lvl7pPr>
            <a:lvl8pPr algn="l">
              <a:defRPr sz="1500" b="1">
                <a:solidFill>
                  <a:srgbClr val="11766E"/>
                </a:solidFill>
                <a:latin typeface="Avenir Next"/>
                <a:ea typeface="Avenir Next"/>
                <a:cs typeface="Avenir Next"/>
              </a:defRPr>
            </a:lvl8pPr>
            <a:lvl9pPr algn="l">
              <a:defRPr sz="1500" b="1">
                <a:solidFill>
                  <a:srgbClr val="11766E"/>
                </a:solidFill>
                <a:latin typeface="Avenir Next"/>
                <a:ea typeface="Avenir Next"/>
                <a:cs typeface="Avenir Next"/>
              </a:defRPr>
            </a:lvl9pPr>
          </a:lstStyle>
          <a:p xmlns:a="http://schemas.openxmlformats.org/drawingml/2006/main">
            <a:pPr algn="l">
              <a:defRPr sz="1500" b="1">
                <a:solidFill>
                  <a:srgbClr val="11766E"/>
                </a:solidFill>
                <a:latin typeface="Avenir Next"/>
                <a:ea typeface="Avenir Next"/>
                <a:cs typeface="Avenir Next"/>
              </a:defRPr>
            </a:pPr>
            <a:r>
              <a:rPr sz="1500" b="1">
                <a:solidFill>
                  <a:srgbClr val="11766E"/>
                </a:solidFill>
                <a:latin typeface="Avenir Next"/>
                <a:ea typeface="Avenir Next"/>
                <a:cs typeface="Avenir Next"/>
              </a:rPr>
              <a:t>10</a:t>
            </a:r>
          </a:p>
        </p:txBody>
      </p:sp>
      <p:sp>
        <p:nvSpPr>
          <p:cNvPr id="3" name="">
            <a:extLst xmlns:a="http://schemas.openxmlformats.org/drawingml/2006/main">
              <a:ext uri="{FF2B5EF4-FFF2-40B4-BE49-F238E27FC236}">
                <a16:creationId xmlns:a16="http://schemas.microsoft.com/office/drawing/2014/main" id="{20A09B43-3A1B-4F35-8957-62DDF2898D14}"/>
              </a:ext>
            </a:extLst>
          </p:cNvPr>
          <p:cNvSpPr>
            <a:spLocks xmlns:a="http://schemas.openxmlformats.org/drawingml/2006/main" noGrp="1"/>
          </p:cNvSpPr>
          <p:nvPr/>
        </p:nvSpPr>
        <p:spPr>
          <a:xfrm xmlns:a="http://schemas.openxmlformats.org/drawingml/2006/main">
            <a:off x="1047750" y="304800"/>
            <a:ext cx="1038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3000" b="1">
                <a:solidFill>
                  <a:srgbClr val="122D32"/>
                </a:solidFill>
                <a:latin typeface="Avenir Next"/>
                <a:ea typeface="Avenir Next"/>
                <a:cs typeface="Avenir Next"/>
              </a:defRPr>
            </a:defPPr>
            <a:lvl1pPr algn="l">
              <a:defRPr sz="3000" b="1">
                <a:solidFill>
                  <a:srgbClr val="122D32"/>
                </a:solidFill>
                <a:latin typeface="Avenir Next"/>
                <a:ea typeface="Avenir Next"/>
                <a:cs typeface="Avenir Next"/>
              </a:defRPr>
            </a:lvl1pPr>
            <a:lvl2pPr algn="l">
              <a:defRPr sz="3000" b="1">
                <a:solidFill>
                  <a:srgbClr val="122D32"/>
                </a:solidFill>
                <a:latin typeface="Avenir Next"/>
                <a:ea typeface="Avenir Next"/>
                <a:cs typeface="Avenir Next"/>
              </a:defRPr>
            </a:lvl2pPr>
            <a:lvl3pPr algn="l">
              <a:defRPr sz="3000" b="1">
                <a:solidFill>
                  <a:srgbClr val="122D32"/>
                </a:solidFill>
                <a:latin typeface="Avenir Next"/>
                <a:ea typeface="Avenir Next"/>
                <a:cs typeface="Avenir Next"/>
              </a:defRPr>
            </a:lvl3pPr>
            <a:lvl4pPr algn="l">
              <a:defRPr sz="3000" b="1">
                <a:solidFill>
                  <a:srgbClr val="122D32"/>
                </a:solidFill>
                <a:latin typeface="Avenir Next"/>
                <a:ea typeface="Avenir Next"/>
                <a:cs typeface="Avenir Next"/>
              </a:defRPr>
            </a:lvl4pPr>
            <a:lvl5pPr algn="l">
              <a:defRPr sz="3000" b="1">
                <a:solidFill>
                  <a:srgbClr val="122D32"/>
                </a:solidFill>
                <a:latin typeface="Avenir Next"/>
                <a:ea typeface="Avenir Next"/>
                <a:cs typeface="Avenir Next"/>
              </a:defRPr>
            </a:lvl5pPr>
            <a:lvl6pPr algn="l">
              <a:defRPr sz="3000" b="1">
                <a:solidFill>
                  <a:srgbClr val="122D32"/>
                </a:solidFill>
                <a:latin typeface="Avenir Next"/>
                <a:ea typeface="Avenir Next"/>
                <a:cs typeface="Avenir Next"/>
              </a:defRPr>
            </a:lvl6pPr>
            <a:lvl7pPr algn="l">
              <a:defRPr sz="3000" b="1">
                <a:solidFill>
                  <a:srgbClr val="122D32"/>
                </a:solidFill>
                <a:latin typeface="Avenir Next"/>
                <a:ea typeface="Avenir Next"/>
                <a:cs typeface="Avenir Next"/>
              </a:defRPr>
            </a:lvl7pPr>
            <a:lvl8pPr algn="l">
              <a:defRPr sz="3000" b="1">
                <a:solidFill>
                  <a:srgbClr val="122D32"/>
                </a:solidFill>
                <a:latin typeface="Avenir Next"/>
                <a:ea typeface="Avenir Next"/>
                <a:cs typeface="Avenir Next"/>
              </a:defRPr>
            </a:lvl8pPr>
            <a:lvl9pPr algn="l">
              <a:defRPr sz="3000" b="1">
                <a:solidFill>
                  <a:srgbClr val="122D32"/>
                </a:solidFill>
                <a:latin typeface="Avenir Next"/>
                <a:ea typeface="Avenir Next"/>
                <a:cs typeface="Avenir Next"/>
              </a:defRPr>
            </a:lvl9pPr>
          </a:lstStyle>
          <a:p xmlns:a="http://schemas.openxmlformats.org/drawingml/2006/main">
            <a:pPr algn="l">
              <a:defRPr sz="3000" b="1">
                <a:solidFill>
                  <a:srgbClr val="122D32"/>
                </a:solidFill>
                <a:latin typeface="Avenir Next"/>
                <a:ea typeface="Avenir Next"/>
                <a:cs typeface="Avenir Next"/>
              </a:defRPr>
            </a:pPr>
            <a:r>
              <a:rPr sz="3000" b="1">
                <a:solidFill>
                  <a:srgbClr val="122D32"/>
                </a:solidFill>
                <a:latin typeface="Avenir Next"/>
                <a:ea typeface="Avenir Next"/>
                <a:cs typeface="Avenir Next"/>
              </a:rPr>
              <a:t>Hallazgos y entrega</a:t>
            </a:r>
          </a:p>
        </p:txBody>
      </p:sp>
      <p:sp>
        <p:nvSpPr>
          <p:cNvPr id="4" name="">
            <a:extLst xmlns:a="http://schemas.openxmlformats.org/drawingml/2006/main">
              <a:ext uri="{FF2B5EF4-FFF2-40B4-BE49-F238E27FC236}">
                <a16:creationId xmlns:a16="http://schemas.microsoft.com/office/drawing/2014/main" id="{A9D60C7E-774F-416F-9616-DDBCD801C273}"/>
              </a:ext>
            </a:extLst>
          </p:cNvPr>
          <p:cNvSpPr>
            <a:spLocks xmlns:a="http://schemas.openxmlformats.org/drawingml/2006/main" noGrp="1"/>
          </p:cNvSpPr>
          <p:nvPr/>
        </p:nvSpPr>
        <p:spPr>
          <a:xfrm xmlns:a="http://schemas.openxmlformats.org/drawingml/2006/main">
            <a:off x="561975" y="1019175"/>
            <a:ext cx="11001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5A6D70"/>
                </a:solidFill>
                <a:latin typeface="Avenir Next"/>
                <a:ea typeface="Avenir Next"/>
                <a:cs typeface="Avenir Next"/>
              </a:defRPr>
            </a:defPPr>
            <a:lvl1pPr algn="l">
              <a:defRPr sz="1500" b="0">
                <a:solidFill>
                  <a:srgbClr val="5A6D70"/>
                </a:solidFill>
                <a:latin typeface="Avenir Next"/>
                <a:ea typeface="Avenir Next"/>
                <a:cs typeface="Avenir Next"/>
              </a:defRPr>
            </a:lvl1pPr>
            <a:lvl2pPr algn="l">
              <a:defRPr sz="1500" b="0">
                <a:solidFill>
                  <a:srgbClr val="5A6D70"/>
                </a:solidFill>
                <a:latin typeface="Avenir Next"/>
                <a:ea typeface="Avenir Next"/>
                <a:cs typeface="Avenir Next"/>
              </a:defRPr>
            </a:lvl2pPr>
            <a:lvl3pPr algn="l">
              <a:defRPr sz="1500" b="0">
                <a:solidFill>
                  <a:srgbClr val="5A6D70"/>
                </a:solidFill>
                <a:latin typeface="Avenir Next"/>
                <a:ea typeface="Avenir Next"/>
                <a:cs typeface="Avenir Next"/>
              </a:defRPr>
            </a:lvl3pPr>
            <a:lvl4pPr algn="l">
              <a:defRPr sz="1500" b="0">
                <a:solidFill>
                  <a:srgbClr val="5A6D70"/>
                </a:solidFill>
                <a:latin typeface="Avenir Next"/>
                <a:ea typeface="Avenir Next"/>
                <a:cs typeface="Avenir Next"/>
              </a:defRPr>
            </a:lvl4pPr>
            <a:lvl5pPr algn="l">
              <a:defRPr sz="1500" b="0">
                <a:solidFill>
                  <a:srgbClr val="5A6D70"/>
                </a:solidFill>
                <a:latin typeface="Avenir Next"/>
                <a:ea typeface="Avenir Next"/>
                <a:cs typeface="Avenir Next"/>
              </a:defRPr>
            </a:lvl5pPr>
            <a:lvl6pPr algn="l">
              <a:defRPr sz="1500" b="0">
                <a:solidFill>
                  <a:srgbClr val="5A6D70"/>
                </a:solidFill>
                <a:latin typeface="Avenir Next"/>
                <a:ea typeface="Avenir Next"/>
                <a:cs typeface="Avenir Next"/>
              </a:defRPr>
            </a:lvl6pPr>
            <a:lvl7pPr algn="l">
              <a:defRPr sz="1500" b="0">
                <a:solidFill>
                  <a:srgbClr val="5A6D70"/>
                </a:solidFill>
                <a:latin typeface="Avenir Next"/>
                <a:ea typeface="Avenir Next"/>
                <a:cs typeface="Avenir Next"/>
              </a:defRPr>
            </a:lvl7pPr>
            <a:lvl8pPr algn="l">
              <a:defRPr sz="1500" b="0">
                <a:solidFill>
                  <a:srgbClr val="5A6D70"/>
                </a:solidFill>
                <a:latin typeface="Avenir Next"/>
                <a:ea typeface="Avenir Next"/>
                <a:cs typeface="Avenir Next"/>
              </a:defRPr>
            </a:lvl8pPr>
            <a:lvl9pPr algn="l">
              <a:defRPr sz="1500" b="0">
                <a:solidFill>
                  <a:srgbClr val="5A6D70"/>
                </a:solidFill>
                <a:latin typeface="Avenir Next"/>
                <a:ea typeface="Avenir Next"/>
                <a:cs typeface="Avenir Next"/>
              </a:defRPr>
            </a:lvl9pPr>
          </a:lstStyle>
          <a:p xmlns:a="http://schemas.openxmlformats.org/drawingml/2006/main">
            <a:pPr algn="l">
              <a:defRPr sz="1500" b="0">
                <a:solidFill>
                  <a:srgbClr val="5A6D70"/>
                </a:solidFill>
                <a:latin typeface="Avenir Next"/>
                <a:ea typeface="Avenir Next"/>
                <a:cs typeface="Avenir Next"/>
              </a:defRPr>
            </a:pPr>
            <a:r>
              <a:rPr sz="1500" b="0">
                <a:solidFill>
                  <a:srgbClr val="5A6D70"/>
                </a:solidFill>
                <a:latin typeface="Avenir Next"/>
                <a:ea typeface="Avenir Next"/>
                <a:cs typeface="Avenir Next"/>
              </a:rPr>
              <a:t>Lo que funcionó, el límite observado y cómo continuar.</a:t>
            </a:r>
          </a:p>
        </p:txBody>
      </p:sp>
      <p:sp>
        <p:nvSpPr>
          <p:cNvPr id="5" name="">
            <a:extLst xmlns:a="http://schemas.openxmlformats.org/drawingml/2006/main">
              <a:ext uri="{FF2B5EF4-FFF2-40B4-BE49-F238E27FC236}">
                <a16:creationId xmlns:a16="http://schemas.microsoft.com/office/drawing/2014/main" id="{DEEDF3FD-43AA-4F4B-A339-072034207519}"/>
              </a:ext>
            </a:extLst>
          </p:cNvPr>
          <p:cNvSpPr>
            <a:spLocks xmlns:a="http://schemas.openxmlformats.org/drawingml/2006/main" noGrp="1"/>
          </p:cNvSpPr>
          <p:nvPr/>
        </p:nvSpPr>
        <p:spPr>
          <a:xfrm xmlns:a="http://schemas.openxmlformats.org/drawingml/2006/main">
            <a:off x="561975" y="6257925"/>
            <a:ext cx="11068050" cy="19050"/>
          </a:xfrm>
          <a:prstGeom xmlns:a="http://schemas.openxmlformats.org/drawingml/2006/main" prst="rect">
            <a:avLst/>
          </a:prstGeom>
          <a:solidFill xmlns:a="http://schemas.openxmlformats.org/drawingml/2006/main">
            <a:srgbClr val="C9DCD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EA50208-7974-4E0B-8C39-19639E92445E}"/>
              </a:ext>
            </a:extLst>
          </p:cNvPr>
          <p:cNvSpPr>
            <a:spLocks xmlns:a="http://schemas.openxmlformats.org/drawingml/2006/main" noGrp="1"/>
          </p:cNvSpPr>
          <p:nvPr/>
        </p:nvSpPr>
        <p:spPr>
          <a:xfrm xmlns:a="http://schemas.openxmlformats.org/drawingml/2006/main">
            <a:off x="561975" y="6391275"/>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5A6D70"/>
                </a:solidFill>
                <a:latin typeface="Avenir Next"/>
                <a:ea typeface="Avenir Next"/>
                <a:cs typeface="Avenir Next"/>
              </a:defRPr>
            </a:defPPr>
            <a:lvl1pPr algn="l">
              <a:defRPr sz="975" b="1">
                <a:solidFill>
                  <a:srgbClr val="5A6D70"/>
                </a:solidFill>
                <a:latin typeface="Avenir Next"/>
                <a:ea typeface="Avenir Next"/>
                <a:cs typeface="Avenir Next"/>
              </a:defRPr>
            </a:lvl1pPr>
            <a:lvl2pPr algn="l">
              <a:defRPr sz="975" b="1">
                <a:solidFill>
                  <a:srgbClr val="5A6D70"/>
                </a:solidFill>
                <a:latin typeface="Avenir Next"/>
                <a:ea typeface="Avenir Next"/>
                <a:cs typeface="Avenir Next"/>
              </a:defRPr>
            </a:lvl2pPr>
            <a:lvl3pPr algn="l">
              <a:defRPr sz="975" b="1">
                <a:solidFill>
                  <a:srgbClr val="5A6D70"/>
                </a:solidFill>
                <a:latin typeface="Avenir Next"/>
                <a:ea typeface="Avenir Next"/>
                <a:cs typeface="Avenir Next"/>
              </a:defRPr>
            </a:lvl3pPr>
            <a:lvl4pPr algn="l">
              <a:defRPr sz="975" b="1">
                <a:solidFill>
                  <a:srgbClr val="5A6D70"/>
                </a:solidFill>
                <a:latin typeface="Avenir Next"/>
                <a:ea typeface="Avenir Next"/>
                <a:cs typeface="Avenir Next"/>
              </a:defRPr>
            </a:lvl4pPr>
            <a:lvl5pPr algn="l">
              <a:defRPr sz="975" b="1">
                <a:solidFill>
                  <a:srgbClr val="5A6D70"/>
                </a:solidFill>
                <a:latin typeface="Avenir Next"/>
                <a:ea typeface="Avenir Next"/>
                <a:cs typeface="Avenir Next"/>
              </a:defRPr>
            </a:lvl5pPr>
            <a:lvl6pPr algn="l">
              <a:defRPr sz="975" b="1">
                <a:solidFill>
                  <a:srgbClr val="5A6D70"/>
                </a:solidFill>
                <a:latin typeface="Avenir Next"/>
                <a:ea typeface="Avenir Next"/>
                <a:cs typeface="Avenir Next"/>
              </a:defRPr>
            </a:lvl6pPr>
            <a:lvl7pPr algn="l">
              <a:defRPr sz="975" b="1">
                <a:solidFill>
                  <a:srgbClr val="5A6D70"/>
                </a:solidFill>
                <a:latin typeface="Avenir Next"/>
                <a:ea typeface="Avenir Next"/>
                <a:cs typeface="Avenir Next"/>
              </a:defRPr>
            </a:lvl7pPr>
            <a:lvl8pPr algn="l">
              <a:defRPr sz="975" b="1">
                <a:solidFill>
                  <a:srgbClr val="5A6D70"/>
                </a:solidFill>
                <a:latin typeface="Avenir Next"/>
                <a:ea typeface="Avenir Next"/>
                <a:cs typeface="Avenir Next"/>
              </a:defRPr>
            </a:lvl8pPr>
            <a:lvl9pPr algn="l">
              <a:defRPr sz="975" b="1">
                <a:solidFill>
                  <a:srgbClr val="5A6D70"/>
                </a:solidFill>
                <a:latin typeface="Avenir Next"/>
                <a:ea typeface="Avenir Next"/>
                <a:cs typeface="Avenir Next"/>
              </a:defRPr>
            </a:lvl9pPr>
          </a:lstStyle>
          <a:p xmlns:a="http://schemas.openxmlformats.org/drawingml/2006/main">
            <a:pPr algn="l">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QOLQE  ×  ROBOT FRAMEWORK</a:t>
            </a:r>
          </a:p>
        </p:txBody>
      </p:sp>
      <p:sp>
        <p:nvSpPr>
          <p:cNvPr id="7" name="">
            <a:extLst xmlns:a="http://schemas.openxmlformats.org/drawingml/2006/main">
              <a:ext uri="{FF2B5EF4-FFF2-40B4-BE49-F238E27FC236}">
                <a16:creationId xmlns:a16="http://schemas.microsoft.com/office/drawing/2014/main" id="{FAF1730B-1306-4B88-BFE2-57CEA4C06C9F}"/>
              </a:ext>
            </a:extLst>
          </p:cNvPr>
          <p:cNvSpPr>
            <a:spLocks xmlns:a="http://schemas.openxmlformats.org/drawingml/2006/main" noGrp="1"/>
          </p:cNvSpPr>
          <p:nvPr/>
        </p:nvSpPr>
        <p:spPr>
          <a:xfrm xmlns:a="http://schemas.openxmlformats.org/drawingml/2006/main">
            <a:off x="9810750" y="6391275"/>
            <a:ext cx="1819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975" b="1">
                <a:solidFill>
                  <a:srgbClr val="5A6D70"/>
                </a:solidFill>
                <a:latin typeface="Avenir Next"/>
                <a:ea typeface="Avenir Next"/>
                <a:cs typeface="Avenir Next"/>
              </a:defRPr>
            </a:defPPr>
            <a:lvl1pPr algn="r">
              <a:defRPr sz="975" b="1">
                <a:solidFill>
                  <a:srgbClr val="5A6D70"/>
                </a:solidFill>
                <a:latin typeface="Avenir Next"/>
                <a:ea typeface="Avenir Next"/>
                <a:cs typeface="Avenir Next"/>
              </a:defRPr>
            </a:lvl1pPr>
            <a:lvl2pPr algn="r">
              <a:defRPr sz="975" b="1">
                <a:solidFill>
                  <a:srgbClr val="5A6D70"/>
                </a:solidFill>
                <a:latin typeface="Avenir Next"/>
                <a:ea typeface="Avenir Next"/>
                <a:cs typeface="Avenir Next"/>
              </a:defRPr>
            </a:lvl2pPr>
            <a:lvl3pPr algn="r">
              <a:defRPr sz="975" b="1">
                <a:solidFill>
                  <a:srgbClr val="5A6D70"/>
                </a:solidFill>
                <a:latin typeface="Avenir Next"/>
                <a:ea typeface="Avenir Next"/>
                <a:cs typeface="Avenir Next"/>
              </a:defRPr>
            </a:lvl3pPr>
            <a:lvl4pPr algn="r">
              <a:defRPr sz="975" b="1">
                <a:solidFill>
                  <a:srgbClr val="5A6D70"/>
                </a:solidFill>
                <a:latin typeface="Avenir Next"/>
                <a:ea typeface="Avenir Next"/>
                <a:cs typeface="Avenir Next"/>
              </a:defRPr>
            </a:lvl4pPr>
            <a:lvl5pPr algn="r">
              <a:defRPr sz="975" b="1">
                <a:solidFill>
                  <a:srgbClr val="5A6D70"/>
                </a:solidFill>
                <a:latin typeface="Avenir Next"/>
                <a:ea typeface="Avenir Next"/>
                <a:cs typeface="Avenir Next"/>
              </a:defRPr>
            </a:lvl5pPr>
            <a:lvl6pPr algn="r">
              <a:defRPr sz="975" b="1">
                <a:solidFill>
                  <a:srgbClr val="5A6D70"/>
                </a:solidFill>
                <a:latin typeface="Avenir Next"/>
                <a:ea typeface="Avenir Next"/>
                <a:cs typeface="Avenir Next"/>
              </a:defRPr>
            </a:lvl6pPr>
            <a:lvl7pPr algn="r">
              <a:defRPr sz="975" b="1">
                <a:solidFill>
                  <a:srgbClr val="5A6D70"/>
                </a:solidFill>
                <a:latin typeface="Avenir Next"/>
                <a:ea typeface="Avenir Next"/>
                <a:cs typeface="Avenir Next"/>
              </a:defRPr>
            </a:lvl7pPr>
            <a:lvl8pPr algn="r">
              <a:defRPr sz="975" b="1">
                <a:solidFill>
                  <a:srgbClr val="5A6D70"/>
                </a:solidFill>
                <a:latin typeface="Avenir Next"/>
                <a:ea typeface="Avenir Next"/>
                <a:cs typeface="Avenir Next"/>
              </a:defRPr>
            </a:lvl8pPr>
            <a:lvl9pPr algn="r">
              <a:defRPr sz="975" b="1">
                <a:solidFill>
                  <a:srgbClr val="5A6D70"/>
                </a:solidFill>
                <a:latin typeface="Avenir Next"/>
                <a:ea typeface="Avenir Next"/>
                <a:cs typeface="Avenir Next"/>
              </a:defRPr>
            </a:lvl9pPr>
          </a:lstStyle>
          <a:p xmlns:a="http://schemas.openxmlformats.org/drawingml/2006/main">
            <a:pPr algn="r">
              <a:defRPr sz="975" b="1">
                <a:solidFill>
                  <a:srgbClr val="5A6D70"/>
                </a:solidFill>
                <a:latin typeface="Avenir Next"/>
                <a:ea typeface="Avenir Next"/>
                <a:cs typeface="Avenir Next"/>
              </a:defRPr>
            </a:pPr>
            <a:r>
              <a:rPr sz="975" b="1">
                <a:solidFill>
                  <a:srgbClr val="5A6D70"/>
                </a:solidFill>
                <a:latin typeface="Avenir Next"/>
                <a:ea typeface="Avenir Next"/>
                <a:cs typeface="Avenir Next"/>
              </a:rPr>
              <a:t>GRUPO 4  ·  2026</a:t>
            </a:r>
          </a:p>
        </p:txBody>
      </p:sp>
      <p:sp>
        <p:nvSpPr>
          <p:cNvPr id="8" name="">
            <a:extLst xmlns:a="http://schemas.openxmlformats.org/drawingml/2006/main">
              <a:ext uri="{FF2B5EF4-FFF2-40B4-BE49-F238E27FC236}">
                <a16:creationId xmlns:a16="http://schemas.microsoft.com/office/drawing/2014/main" id="{DEDF4976-6DA4-421A-9351-6AD79BC677A6}"/>
              </a:ext>
            </a:extLst>
          </p:cNvPr>
          <p:cNvSpPr>
            <a:spLocks xmlns:a="http://schemas.openxmlformats.org/drawingml/2006/main" noGrp="1"/>
          </p:cNvSpPr>
          <p:nvPr/>
        </p:nvSpPr>
        <p:spPr>
          <a:xfrm xmlns:a="http://schemas.openxmlformats.org/drawingml/2006/main">
            <a:off x="561975" y="1790700"/>
            <a:ext cx="3571875" cy="2305050"/>
          </a:xfrm>
          <a:prstGeom xmlns:a="http://schemas.openxmlformats.org/drawingml/2006/main" prst="roundRect">
            <a:avLst>
              <a:gd name="adj" fmla="val 3306"/>
            </a:avLst>
          </a:prstGeom>
          <a:solidFill xmlns:a="http://schemas.openxmlformats.org/drawingml/2006/main">
            <a:srgbClr val="F5B96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85977CC-343A-481A-9467-441D5458D43B}"/>
              </a:ext>
            </a:extLst>
          </p:cNvPr>
          <p:cNvSpPr>
            <a:spLocks xmlns:a="http://schemas.openxmlformats.org/drawingml/2006/main" noGrp="1"/>
          </p:cNvSpPr>
          <p:nvPr/>
        </p:nvSpPr>
        <p:spPr>
          <a:xfrm xmlns:a="http://schemas.openxmlformats.org/drawingml/2006/main">
            <a:off x="752475" y="1981200"/>
            <a:ext cx="318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1766E"/>
                </a:solidFill>
                <a:latin typeface="Avenir Next"/>
                <a:ea typeface="Avenir Next"/>
                <a:cs typeface="Avenir Next"/>
              </a:defRPr>
            </a:defPPr>
            <a:lvl1pPr algn="l">
              <a:defRPr sz="1425" b="1">
                <a:solidFill>
                  <a:srgbClr val="11766E"/>
                </a:solidFill>
                <a:latin typeface="Avenir Next"/>
                <a:ea typeface="Avenir Next"/>
                <a:cs typeface="Avenir Next"/>
              </a:defRPr>
            </a:lvl1pPr>
            <a:lvl2pPr algn="l">
              <a:defRPr sz="1425" b="1">
                <a:solidFill>
                  <a:srgbClr val="11766E"/>
                </a:solidFill>
                <a:latin typeface="Avenir Next"/>
                <a:ea typeface="Avenir Next"/>
                <a:cs typeface="Avenir Next"/>
              </a:defRPr>
            </a:lvl2pPr>
            <a:lvl3pPr algn="l">
              <a:defRPr sz="1425" b="1">
                <a:solidFill>
                  <a:srgbClr val="11766E"/>
                </a:solidFill>
                <a:latin typeface="Avenir Next"/>
                <a:ea typeface="Avenir Next"/>
                <a:cs typeface="Avenir Next"/>
              </a:defRPr>
            </a:lvl3pPr>
            <a:lvl4pPr algn="l">
              <a:defRPr sz="1425" b="1">
                <a:solidFill>
                  <a:srgbClr val="11766E"/>
                </a:solidFill>
                <a:latin typeface="Avenir Next"/>
                <a:ea typeface="Avenir Next"/>
                <a:cs typeface="Avenir Next"/>
              </a:defRPr>
            </a:lvl4pPr>
            <a:lvl5pPr algn="l">
              <a:defRPr sz="1425" b="1">
                <a:solidFill>
                  <a:srgbClr val="11766E"/>
                </a:solidFill>
                <a:latin typeface="Avenir Next"/>
                <a:ea typeface="Avenir Next"/>
                <a:cs typeface="Avenir Next"/>
              </a:defRPr>
            </a:lvl5pPr>
            <a:lvl6pPr algn="l">
              <a:defRPr sz="1425" b="1">
                <a:solidFill>
                  <a:srgbClr val="11766E"/>
                </a:solidFill>
                <a:latin typeface="Avenir Next"/>
                <a:ea typeface="Avenir Next"/>
                <a:cs typeface="Avenir Next"/>
              </a:defRPr>
            </a:lvl6pPr>
            <a:lvl7pPr algn="l">
              <a:defRPr sz="1425" b="1">
                <a:solidFill>
                  <a:srgbClr val="11766E"/>
                </a:solidFill>
                <a:latin typeface="Avenir Next"/>
                <a:ea typeface="Avenir Next"/>
                <a:cs typeface="Avenir Next"/>
              </a:defRPr>
            </a:lvl7pPr>
            <a:lvl8pPr algn="l">
              <a:defRPr sz="1425" b="1">
                <a:solidFill>
                  <a:srgbClr val="11766E"/>
                </a:solidFill>
                <a:latin typeface="Avenir Next"/>
                <a:ea typeface="Avenir Next"/>
                <a:cs typeface="Avenir Next"/>
              </a:defRPr>
            </a:lvl8pPr>
            <a:lvl9pPr algn="l">
              <a:defRPr sz="1425" b="1">
                <a:solidFill>
                  <a:srgbClr val="11766E"/>
                </a:solidFill>
                <a:latin typeface="Avenir Next"/>
                <a:ea typeface="Avenir Next"/>
                <a:cs typeface="Avenir Next"/>
              </a:defRPr>
            </a:lvl9pPr>
          </a:lstStyle>
          <a:p xmlns:a="http://schemas.openxmlformats.org/drawingml/2006/main">
            <a:pPr algn="l">
              <a:defRPr sz="1425" b="1">
                <a:solidFill>
                  <a:srgbClr val="11766E"/>
                </a:solidFill>
                <a:latin typeface="Avenir Next"/>
                <a:ea typeface="Avenir Next"/>
                <a:cs typeface="Avenir Next"/>
              </a:defRPr>
            </a:pPr>
            <a:r>
              <a:rPr sz="1425" b="1">
                <a:solidFill>
                  <a:srgbClr val="11766E"/>
                </a:solidFill>
                <a:latin typeface="Avenir Next"/>
                <a:ea typeface="Avenir Next"/>
                <a:cs typeface="Avenir Next"/>
              </a:rPr>
              <a:t>DIFICULTAD REAL</a:t>
            </a:r>
          </a:p>
        </p:txBody>
      </p:sp>
      <p:sp>
        <p:nvSpPr>
          <p:cNvPr id="10" name="">
            <a:extLst xmlns:a="http://schemas.openxmlformats.org/drawingml/2006/main">
              <a:ext uri="{FF2B5EF4-FFF2-40B4-BE49-F238E27FC236}">
                <a16:creationId xmlns:a16="http://schemas.microsoft.com/office/drawing/2014/main" id="{5E18193F-861B-4610-AB4D-F537584A67E2}"/>
              </a:ext>
            </a:extLst>
          </p:cNvPr>
          <p:cNvSpPr>
            <a:spLocks xmlns:a="http://schemas.openxmlformats.org/drawingml/2006/main" noGrp="1"/>
          </p:cNvSpPr>
          <p:nvPr/>
        </p:nvSpPr>
        <p:spPr>
          <a:xfrm xmlns:a="http://schemas.openxmlformats.org/drawingml/2006/main">
            <a:off x="752475" y="2533650"/>
            <a:ext cx="31813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122D32"/>
                </a:solidFill>
                <a:latin typeface="Avenir Next"/>
                <a:ea typeface="Avenir Next"/>
                <a:cs typeface="Avenir Next"/>
              </a:defRPr>
            </a:defPPr>
            <a:lvl1pPr algn="l">
              <a:defRPr sz="1950" b="1">
                <a:solidFill>
                  <a:srgbClr val="122D32"/>
                </a:solidFill>
                <a:latin typeface="Avenir Next"/>
                <a:ea typeface="Avenir Next"/>
                <a:cs typeface="Avenir Next"/>
              </a:defRPr>
            </a:lvl1pPr>
            <a:lvl2pPr algn="l">
              <a:defRPr sz="1950" b="1">
                <a:solidFill>
                  <a:srgbClr val="122D32"/>
                </a:solidFill>
                <a:latin typeface="Avenir Next"/>
                <a:ea typeface="Avenir Next"/>
                <a:cs typeface="Avenir Next"/>
              </a:defRPr>
            </a:lvl2pPr>
            <a:lvl3pPr algn="l">
              <a:defRPr sz="1950" b="1">
                <a:solidFill>
                  <a:srgbClr val="122D32"/>
                </a:solidFill>
                <a:latin typeface="Avenir Next"/>
                <a:ea typeface="Avenir Next"/>
                <a:cs typeface="Avenir Next"/>
              </a:defRPr>
            </a:lvl3pPr>
            <a:lvl4pPr algn="l">
              <a:defRPr sz="1950" b="1">
                <a:solidFill>
                  <a:srgbClr val="122D32"/>
                </a:solidFill>
                <a:latin typeface="Avenir Next"/>
                <a:ea typeface="Avenir Next"/>
                <a:cs typeface="Avenir Next"/>
              </a:defRPr>
            </a:lvl4pPr>
            <a:lvl5pPr algn="l">
              <a:defRPr sz="1950" b="1">
                <a:solidFill>
                  <a:srgbClr val="122D32"/>
                </a:solidFill>
                <a:latin typeface="Avenir Next"/>
                <a:ea typeface="Avenir Next"/>
                <a:cs typeface="Avenir Next"/>
              </a:defRPr>
            </a:lvl5pPr>
            <a:lvl6pPr algn="l">
              <a:defRPr sz="1950" b="1">
                <a:solidFill>
                  <a:srgbClr val="122D32"/>
                </a:solidFill>
                <a:latin typeface="Avenir Next"/>
                <a:ea typeface="Avenir Next"/>
                <a:cs typeface="Avenir Next"/>
              </a:defRPr>
            </a:lvl6pPr>
            <a:lvl7pPr algn="l">
              <a:defRPr sz="1950" b="1">
                <a:solidFill>
                  <a:srgbClr val="122D32"/>
                </a:solidFill>
                <a:latin typeface="Avenir Next"/>
                <a:ea typeface="Avenir Next"/>
                <a:cs typeface="Avenir Next"/>
              </a:defRPr>
            </a:lvl7pPr>
            <a:lvl8pPr algn="l">
              <a:defRPr sz="1950" b="1">
                <a:solidFill>
                  <a:srgbClr val="122D32"/>
                </a:solidFill>
                <a:latin typeface="Avenir Next"/>
                <a:ea typeface="Avenir Next"/>
                <a:cs typeface="Avenir Next"/>
              </a:defRPr>
            </a:lvl8pPr>
            <a:lvl9pPr algn="l">
              <a:defRPr sz="1950" b="1">
                <a:solidFill>
                  <a:srgbClr val="122D32"/>
                </a:solidFill>
                <a:latin typeface="Avenir Next"/>
                <a:ea typeface="Avenir Next"/>
                <a:cs typeface="Avenir Next"/>
              </a:defRPr>
            </a:lvl9pPr>
          </a:lstStyle>
          <a:p xmlns:a="http://schemas.openxmlformats.org/drawingml/2006/main">
            <a:pPr algn="l">
              <a:defRPr sz="1950" b="1">
                <a:solidFill>
                  <a:srgbClr val="122D32"/>
                </a:solidFill>
                <a:latin typeface="Avenir Next"/>
                <a:ea typeface="Avenir Next"/>
                <a:cs typeface="Avenir Next"/>
              </a:defRPr>
            </a:pPr>
            <a:r>
              <a:rPr sz="1950" b="1">
                <a:solidFill>
                  <a:srgbClr val="122D32"/>
                </a:solidFill>
                <a:latin typeface="Avenir Next"/>
                <a:ea typeface="Avenir Next"/>
                <a:cs typeface="Avenir Next"/>
              </a:rPr>
              <a:t>La vista tardaba en pasar de</a:t>
            </a:r>
          </a:p>
          <a:p xmlns:a="http://schemas.openxmlformats.org/drawingml/2006/main">
            <a:pPr algn="l">
              <a:defRPr sz="1950" b="1">
                <a:solidFill>
                  <a:srgbClr val="122D32"/>
                </a:solidFill>
                <a:latin typeface="Avenir Next"/>
                <a:ea typeface="Avenir Next"/>
                <a:cs typeface="Avenir Next"/>
              </a:defRPr>
            </a:pPr>
            <a:r>
              <a:rPr sz="1950" b="1">
                <a:solidFill>
                  <a:srgbClr val="122D32"/>
                </a:solidFill>
                <a:latin typeface="Avenir Next"/>
                <a:ea typeface="Avenir Next"/>
                <a:cs typeface="Avenir Next"/>
              </a:rPr>
              <a:t>Pendiente a Aceptada.</a:t>
            </a:r>
          </a:p>
        </p:txBody>
      </p:sp>
      <p:sp>
        <p:nvSpPr>
          <p:cNvPr id="11" name="">
            <a:extLst xmlns:a="http://schemas.openxmlformats.org/drawingml/2006/main">
              <a:ext uri="{FF2B5EF4-FFF2-40B4-BE49-F238E27FC236}">
                <a16:creationId xmlns:a16="http://schemas.microsoft.com/office/drawing/2014/main" id="{E5D9B93A-BD63-40AA-B4F7-29831C46D179}"/>
              </a:ext>
            </a:extLst>
          </p:cNvPr>
          <p:cNvSpPr>
            <a:spLocks xmlns:a="http://schemas.openxmlformats.org/drawingml/2006/main" noGrp="1"/>
          </p:cNvSpPr>
          <p:nvPr/>
        </p:nvSpPr>
        <p:spPr>
          <a:xfrm xmlns:a="http://schemas.openxmlformats.org/drawingml/2006/main">
            <a:off x="4305300" y="1790700"/>
            <a:ext cx="3571875" cy="2305050"/>
          </a:xfrm>
          <a:prstGeom xmlns:a="http://schemas.openxmlformats.org/drawingml/2006/main" prst="roundRect">
            <a:avLst>
              <a:gd name="adj" fmla="val 3306"/>
            </a:avLst>
          </a:prstGeom>
          <a:solidFill xmlns:a="http://schemas.openxmlformats.org/drawingml/2006/main">
            <a:srgbClr val="DFF3E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6FAAC85-0DB4-4E15-93B9-2A7C8B20ECF8}"/>
              </a:ext>
            </a:extLst>
          </p:cNvPr>
          <p:cNvSpPr>
            <a:spLocks xmlns:a="http://schemas.openxmlformats.org/drawingml/2006/main" noGrp="1"/>
          </p:cNvSpPr>
          <p:nvPr/>
        </p:nvSpPr>
        <p:spPr>
          <a:xfrm xmlns:a="http://schemas.openxmlformats.org/drawingml/2006/main">
            <a:off x="4495800" y="1981200"/>
            <a:ext cx="318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1766E"/>
                </a:solidFill>
                <a:latin typeface="Avenir Next"/>
                <a:ea typeface="Avenir Next"/>
                <a:cs typeface="Avenir Next"/>
              </a:defRPr>
            </a:defPPr>
            <a:lvl1pPr algn="l">
              <a:defRPr sz="1425" b="1">
                <a:solidFill>
                  <a:srgbClr val="11766E"/>
                </a:solidFill>
                <a:latin typeface="Avenir Next"/>
                <a:ea typeface="Avenir Next"/>
                <a:cs typeface="Avenir Next"/>
              </a:defRPr>
            </a:lvl1pPr>
            <a:lvl2pPr algn="l">
              <a:defRPr sz="1425" b="1">
                <a:solidFill>
                  <a:srgbClr val="11766E"/>
                </a:solidFill>
                <a:latin typeface="Avenir Next"/>
                <a:ea typeface="Avenir Next"/>
                <a:cs typeface="Avenir Next"/>
              </a:defRPr>
            </a:lvl2pPr>
            <a:lvl3pPr algn="l">
              <a:defRPr sz="1425" b="1">
                <a:solidFill>
                  <a:srgbClr val="11766E"/>
                </a:solidFill>
                <a:latin typeface="Avenir Next"/>
                <a:ea typeface="Avenir Next"/>
                <a:cs typeface="Avenir Next"/>
              </a:defRPr>
            </a:lvl3pPr>
            <a:lvl4pPr algn="l">
              <a:defRPr sz="1425" b="1">
                <a:solidFill>
                  <a:srgbClr val="11766E"/>
                </a:solidFill>
                <a:latin typeface="Avenir Next"/>
                <a:ea typeface="Avenir Next"/>
                <a:cs typeface="Avenir Next"/>
              </a:defRPr>
            </a:lvl4pPr>
            <a:lvl5pPr algn="l">
              <a:defRPr sz="1425" b="1">
                <a:solidFill>
                  <a:srgbClr val="11766E"/>
                </a:solidFill>
                <a:latin typeface="Avenir Next"/>
                <a:ea typeface="Avenir Next"/>
                <a:cs typeface="Avenir Next"/>
              </a:defRPr>
            </a:lvl5pPr>
            <a:lvl6pPr algn="l">
              <a:defRPr sz="1425" b="1">
                <a:solidFill>
                  <a:srgbClr val="11766E"/>
                </a:solidFill>
                <a:latin typeface="Avenir Next"/>
                <a:ea typeface="Avenir Next"/>
                <a:cs typeface="Avenir Next"/>
              </a:defRPr>
            </a:lvl6pPr>
            <a:lvl7pPr algn="l">
              <a:defRPr sz="1425" b="1">
                <a:solidFill>
                  <a:srgbClr val="11766E"/>
                </a:solidFill>
                <a:latin typeface="Avenir Next"/>
                <a:ea typeface="Avenir Next"/>
                <a:cs typeface="Avenir Next"/>
              </a:defRPr>
            </a:lvl7pPr>
            <a:lvl8pPr algn="l">
              <a:defRPr sz="1425" b="1">
                <a:solidFill>
                  <a:srgbClr val="11766E"/>
                </a:solidFill>
                <a:latin typeface="Avenir Next"/>
                <a:ea typeface="Avenir Next"/>
                <a:cs typeface="Avenir Next"/>
              </a:defRPr>
            </a:lvl8pPr>
            <a:lvl9pPr algn="l">
              <a:defRPr sz="1425" b="1">
                <a:solidFill>
                  <a:srgbClr val="11766E"/>
                </a:solidFill>
                <a:latin typeface="Avenir Next"/>
                <a:ea typeface="Avenir Next"/>
                <a:cs typeface="Avenir Next"/>
              </a:defRPr>
            </a:lvl9pPr>
          </a:lstStyle>
          <a:p xmlns:a="http://schemas.openxmlformats.org/drawingml/2006/main">
            <a:pPr algn="l">
              <a:defRPr sz="1425" b="1">
                <a:solidFill>
                  <a:srgbClr val="11766E"/>
                </a:solidFill>
                <a:latin typeface="Avenir Next"/>
                <a:ea typeface="Avenir Next"/>
                <a:cs typeface="Avenir Next"/>
              </a:defRPr>
            </a:pPr>
            <a:r>
              <a:rPr sz="1425" b="1">
                <a:solidFill>
                  <a:srgbClr val="11766E"/>
                </a:solidFill>
                <a:latin typeface="Avenir Next"/>
                <a:ea typeface="Avenir Next"/>
                <a:cs typeface="Avenir Next"/>
              </a:rPr>
              <a:t>LÍMITES</a:t>
            </a:r>
          </a:p>
        </p:txBody>
      </p:sp>
      <p:sp>
        <p:nvSpPr>
          <p:cNvPr id="13" name="">
            <a:extLst xmlns:a="http://schemas.openxmlformats.org/drawingml/2006/main">
              <a:ext uri="{FF2B5EF4-FFF2-40B4-BE49-F238E27FC236}">
                <a16:creationId xmlns:a16="http://schemas.microsoft.com/office/drawing/2014/main" id="{112FC3F7-6565-4FF6-8B6B-562F1328925D}"/>
              </a:ext>
            </a:extLst>
          </p:cNvPr>
          <p:cNvSpPr>
            <a:spLocks xmlns:a="http://schemas.openxmlformats.org/drawingml/2006/main" noGrp="1"/>
          </p:cNvSpPr>
          <p:nvPr/>
        </p:nvSpPr>
        <p:spPr>
          <a:xfrm xmlns:a="http://schemas.openxmlformats.org/drawingml/2006/main">
            <a:off x="4495800" y="2533650"/>
            <a:ext cx="31813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122D32"/>
                </a:solidFill>
                <a:latin typeface="Avenir Next"/>
                <a:ea typeface="Avenir Next"/>
                <a:cs typeface="Avenir Next"/>
              </a:defRPr>
            </a:defPPr>
            <a:lvl1pPr algn="l">
              <a:defRPr sz="1950" b="1">
                <a:solidFill>
                  <a:srgbClr val="122D32"/>
                </a:solidFill>
                <a:latin typeface="Avenir Next"/>
                <a:ea typeface="Avenir Next"/>
                <a:cs typeface="Avenir Next"/>
              </a:defRPr>
            </a:lvl1pPr>
            <a:lvl2pPr algn="l">
              <a:defRPr sz="1950" b="1">
                <a:solidFill>
                  <a:srgbClr val="122D32"/>
                </a:solidFill>
                <a:latin typeface="Avenir Next"/>
                <a:ea typeface="Avenir Next"/>
                <a:cs typeface="Avenir Next"/>
              </a:defRPr>
            </a:lvl2pPr>
            <a:lvl3pPr algn="l">
              <a:defRPr sz="1950" b="1">
                <a:solidFill>
                  <a:srgbClr val="122D32"/>
                </a:solidFill>
                <a:latin typeface="Avenir Next"/>
                <a:ea typeface="Avenir Next"/>
                <a:cs typeface="Avenir Next"/>
              </a:defRPr>
            </a:lvl3pPr>
            <a:lvl4pPr algn="l">
              <a:defRPr sz="1950" b="1">
                <a:solidFill>
                  <a:srgbClr val="122D32"/>
                </a:solidFill>
                <a:latin typeface="Avenir Next"/>
                <a:ea typeface="Avenir Next"/>
                <a:cs typeface="Avenir Next"/>
              </a:defRPr>
            </a:lvl4pPr>
            <a:lvl5pPr algn="l">
              <a:defRPr sz="1950" b="1">
                <a:solidFill>
                  <a:srgbClr val="122D32"/>
                </a:solidFill>
                <a:latin typeface="Avenir Next"/>
                <a:ea typeface="Avenir Next"/>
                <a:cs typeface="Avenir Next"/>
              </a:defRPr>
            </a:lvl5pPr>
            <a:lvl6pPr algn="l">
              <a:defRPr sz="1950" b="1">
                <a:solidFill>
                  <a:srgbClr val="122D32"/>
                </a:solidFill>
                <a:latin typeface="Avenir Next"/>
                <a:ea typeface="Avenir Next"/>
                <a:cs typeface="Avenir Next"/>
              </a:defRPr>
            </a:lvl6pPr>
            <a:lvl7pPr algn="l">
              <a:defRPr sz="1950" b="1">
                <a:solidFill>
                  <a:srgbClr val="122D32"/>
                </a:solidFill>
                <a:latin typeface="Avenir Next"/>
                <a:ea typeface="Avenir Next"/>
                <a:cs typeface="Avenir Next"/>
              </a:defRPr>
            </a:lvl7pPr>
            <a:lvl8pPr algn="l">
              <a:defRPr sz="1950" b="1">
                <a:solidFill>
                  <a:srgbClr val="122D32"/>
                </a:solidFill>
                <a:latin typeface="Avenir Next"/>
                <a:ea typeface="Avenir Next"/>
                <a:cs typeface="Avenir Next"/>
              </a:defRPr>
            </a:lvl8pPr>
            <a:lvl9pPr algn="l">
              <a:defRPr sz="1950" b="1">
                <a:solidFill>
                  <a:srgbClr val="122D32"/>
                </a:solidFill>
                <a:latin typeface="Avenir Next"/>
                <a:ea typeface="Avenir Next"/>
                <a:cs typeface="Avenir Next"/>
              </a:defRPr>
            </a:lvl9pPr>
          </a:lstStyle>
          <a:p xmlns:a="http://schemas.openxmlformats.org/drawingml/2006/main">
            <a:pPr algn="l">
              <a:defRPr sz="1950" b="1">
                <a:solidFill>
                  <a:srgbClr val="122D32"/>
                </a:solidFill>
                <a:latin typeface="Avenir Next"/>
                <a:ea typeface="Avenir Next"/>
                <a:cs typeface="Avenir Next"/>
              </a:defRPr>
            </a:pPr>
            <a:r>
              <a:rPr sz="1950" b="1">
                <a:solidFill>
                  <a:srgbClr val="122D32"/>
                </a:solidFill>
                <a:latin typeface="Avenir Next"/>
                <a:ea typeface="Avenir Next"/>
                <a:cs typeface="Avenir Next"/>
              </a:rPr>
              <a:t>Instalación, velocidad de UI</a:t>
            </a:r>
          </a:p>
          <a:p xmlns:a="http://schemas.openxmlformats.org/drawingml/2006/main">
            <a:pPr algn="l">
              <a:defRPr sz="1950" b="1">
                <a:solidFill>
                  <a:srgbClr val="122D32"/>
                </a:solidFill>
                <a:latin typeface="Avenir Next"/>
                <a:ea typeface="Avenir Next"/>
                <a:cs typeface="Avenir Next"/>
              </a:defRPr>
            </a:pPr>
            <a:r>
              <a:rPr sz="1950" b="1">
                <a:solidFill>
                  <a:srgbClr val="122D32"/>
                </a:solidFill>
                <a:latin typeface="Avenir Next"/>
                <a:ea typeface="Avenir Next"/>
                <a:cs typeface="Avenir Next"/>
              </a:rPr>
              <a:t>y selectores cambiantes.</a:t>
            </a:r>
          </a:p>
        </p:txBody>
      </p:sp>
      <p:sp>
        <p:nvSpPr>
          <p:cNvPr id="14" name="">
            <a:extLst xmlns:a="http://schemas.openxmlformats.org/drawingml/2006/main">
              <a:ext uri="{FF2B5EF4-FFF2-40B4-BE49-F238E27FC236}">
                <a16:creationId xmlns:a16="http://schemas.microsoft.com/office/drawing/2014/main" id="{F8687B22-AC24-42C8-81B6-ED78002BE506}"/>
              </a:ext>
            </a:extLst>
          </p:cNvPr>
          <p:cNvSpPr>
            <a:spLocks xmlns:a="http://schemas.openxmlformats.org/drawingml/2006/main" noGrp="1"/>
          </p:cNvSpPr>
          <p:nvPr/>
        </p:nvSpPr>
        <p:spPr>
          <a:xfrm xmlns:a="http://schemas.openxmlformats.org/drawingml/2006/main">
            <a:off x="8048625" y="1790700"/>
            <a:ext cx="3571875" cy="2305050"/>
          </a:xfrm>
          <a:prstGeom xmlns:a="http://schemas.openxmlformats.org/drawingml/2006/main" prst="roundRect">
            <a:avLst>
              <a:gd name="adj" fmla="val 3306"/>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B3FF535-99F8-46A3-AC48-C0A5E37BBC83}"/>
              </a:ext>
            </a:extLst>
          </p:cNvPr>
          <p:cNvSpPr>
            <a:spLocks xmlns:a="http://schemas.openxmlformats.org/drawingml/2006/main" noGrp="1"/>
          </p:cNvSpPr>
          <p:nvPr/>
        </p:nvSpPr>
        <p:spPr>
          <a:xfrm xmlns:a="http://schemas.openxmlformats.org/drawingml/2006/main">
            <a:off x="8239125" y="1981200"/>
            <a:ext cx="318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1766E"/>
                </a:solidFill>
                <a:latin typeface="Avenir Next"/>
                <a:ea typeface="Avenir Next"/>
                <a:cs typeface="Avenir Next"/>
              </a:defRPr>
            </a:defPPr>
            <a:lvl1pPr algn="l">
              <a:defRPr sz="1425" b="1">
                <a:solidFill>
                  <a:srgbClr val="11766E"/>
                </a:solidFill>
                <a:latin typeface="Avenir Next"/>
                <a:ea typeface="Avenir Next"/>
                <a:cs typeface="Avenir Next"/>
              </a:defRPr>
            </a:lvl1pPr>
            <a:lvl2pPr algn="l">
              <a:defRPr sz="1425" b="1">
                <a:solidFill>
                  <a:srgbClr val="11766E"/>
                </a:solidFill>
                <a:latin typeface="Avenir Next"/>
                <a:ea typeface="Avenir Next"/>
                <a:cs typeface="Avenir Next"/>
              </a:defRPr>
            </a:lvl2pPr>
            <a:lvl3pPr algn="l">
              <a:defRPr sz="1425" b="1">
                <a:solidFill>
                  <a:srgbClr val="11766E"/>
                </a:solidFill>
                <a:latin typeface="Avenir Next"/>
                <a:ea typeface="Avenir Next"/>
                <a:cs typeface="Avenir Next"/>
              </a:defRPr>
            </a:lvl3pPr>
            <a:lvl4pPr algn="l">
              <a:defRPr sz="1425" b="1">
                <a:solidFill>
                  <a:srgbClr val="11766E"/>
                </a:solidFill>
                <a:latin typeface="Avenir Next"/>
                <a:ea typeface="Avenir Next"/>
                <a:cs typeface="Avenir Next"/>
              </a:defRPr>
            </a:lvl4pPr>
            <a:lvl5pPr algn="l">
              <a:defRPr sz="1425" b="1">
                <a:solidFill>
                  <a:srgbClr val="11766E"/>
                </a:solidFill>
                <a:latin typeface="Avenir Next"/>
                <a:ea typeface="Avenir Next"/>
                <a:cs typeface="Avenir Next"/>
              </a:defRPr>
            </a:lvl5pPr>
            <a:lvl6pPr algn="l">
              <a:defRPr sz="1425" b="1">
                <a:solidFill>
                  <a:srgbClr val="11766E"/>
                </a:solidFill>
                <a:latin typeface="Avenir Next"/>
                <a:ea typeface="Avenir Next"/>
                <a:cs typeface="Avenir Next"/>
              </a:defRPr>
            </a:lvl6pPr>
            <a:lvl7pPr algn="l">
              <a:defRPr sz="1425" b="1">
                <a:solidFill>
                  <a:srgbClr val="11766E"/>
                </a:solidFill>
                <a:latin typeface="Avenir Next"/>
                <a:ea typeface="Avenir Next"/>
                <a:cs typeface="Avenir Next"/>
              </a:defRPr>
            </a:lvl7pPr>
            <a:lvl8pPr algn="l">
              <a:defRPr sz="1425" b="1">
                <a:solidFill>
                  <a:srgbClr val="11766E"/>
                </a:solidFill>
                <a:latin typeface="Avenir Next"/>
                <a:ea typeface="Avenir Next"/>
                <a:cs typeface="Avenir Next"/>
              </a:defRPr>
            </a:lvl8pPr>
            <a:lvl9pPr algn="l">
              <a:defRPr sz="1425" b="1">
                <a:solidFill>
                  <a:srgbClr val="11766E"/>
                </a:solidFill>
                <a:latin typeface="Avenir Next"/>
                <a:ea typeface="Avenir Next"/>
                <a:cs typeface="Avenir Next"/>
              </a:defRPr>
            </a:lvl9pPr>
          </a:lstStyle>
          <a:p xmlns:a="http://schemas.openxmlformats.org/drawingml/2006/main">
            <a:pPr algn="l">
              <a:defRPr sz="1425" b="1">
                <a:solidFill>
                  <a:srgbClr val="11766E"/>
                </a:solidFill>
                <a:latin typeface="Avenir Next"/>
                <a:ea typeface="Avenir Next"/>
                <a:cs typeface="Avenir Next"/>
              </a:defRPr>
            </a:pPr>
            <a:r>
              <a:rPr sz="1425" b="1">
                <a:solidFill>
                  <a:srgbClr val="11766E"/>
                </a:solidFill>
                <a:latin typeface="Avenir Next"/>
                <a:ea typeface="Avenir Next"/>
                <a:cs typeface="Avenir Next"/>
              </a:rPr>
              <a:t>CUÁNDO NO USARLA</a:t>
            </a:r>
          </a:p>
        </p:txBody>
      </p:sp>
      <p:sp>
        <p:nvSpPr>
          <p:cNvPr id="16" name="">
            <a:extLst xmlns:a="http://schemas.openxmlformats.org/drawingml/2006/main">
              <a:ext uri="{FF2B5EF4-FFF2-40B4-BE49-F238E27FC236}">
                <a16:creationId xmlns:a16="http://schemas.microsoft.com/office/drawing/2014/main" id="{D110F4BD-09DE-4FA4-98EF-539CB8B62AB7}"/>
              </a:ext>
            </a:extLst>
          </p:cNvPr>
          <p:cNvSpPr>
            <a:spLocks xmlns:a="http://schemas.openxmlformats.org/drawingml/2006/main" noGrp="1"/>
          </p:cNvSpPr>
          <p:nvPr/>
        </p:nvSpPr>
        <p:spPr>
          <a:xfrm xmlns:a="http://schemas.openxmlformats.org/drawingml/2006/main">
            <a:off x="8239125" y="2533650"/>
            <a:ext cx="31813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950" b="1">
                <a:solidFill>
                  <a:srgbClr val="122D32"/>
                </a:solidFill>
                <a:latin typeface="Avenir Next"/>
                <a:ea typeface="Avenir Next"/>
                <a:cs typeface="Avenir Next"/>
              </a:defRPr>
            </a:defPPr>
            <a:lvl1pPr algn="l">
              <a:defRPr sz="1950" b="1">
                <a:solidFill>
                  <a:srgbClr val="122D32"/>
                </a:solidFill>
                <a:latin typeface="Avenir Next"/>
                <a:ea typeface="Avenir Next"/>
                <a:cs typeface="Avenir Next"/>
              </a:defRPr>
            </a:lvl1pPr>
            <a:lvl2pPr algn="l">
              <a:defRPr sz="1950" b="1">
                <a:solidFill>
                  <a:srgbClr val="122D32"/>
                </a:solidFill>
                <a:latin typeface="Avenir Next"/>
                <a:ea typeface="Avenir Next"/>
                <a:cs typeface="Avenir Next"/>
              </a:defRPr>
            </a:lvl2pPr>
            <a:lvl3pPr algn="l">
              <a:defRPr sz="1950" b="1">
                <a:solidFill>
                  <a:srgbClr val="122D32"/>
                </a:solidFill>
                <a:latin typeface="Avenir Next"/>
                <a:ea typeface="Avenir Next"/>
                <a:cs typeface="Avenir Next"/>
              </a:defRPr>
            </a:lvl3pPr>
            <a:lvl4pPr algn="l">
              <a:defRPr sz="1950" b="1">
                <a:solidFill>
                  <a:srgbClr val="122D32"/>
                </a:solidFill>
                <a:latin typeface="Avenir Next"/>
                <a:ea typeface="Avenir Next"/>
                <a:cs typeface="Avenir Next"/>
              </a:defRPr>
            </a:lvl4pPr>
            <a:lvl5pPr algn="l">
              <a:defRPr sz="1950" b="1">
                <a:solidFill>
                  <a:srgbClr val="122D32"/>
                </a:solidFill>
                <a:latin typeface="Avenir Next"/>
                <a:ea typeface="Avenir Next"/>
                <a:cs typeface="Avenir Next"/>
              </a:defRPr>
            </a:lvl5pPr>
            <a:lvl6pPr algn="l">
              <a:defRPr sz="1950" b="1">
                <a:solidFill>
                  <a:srgbClr val="122D32"/>
                </a:solidFill>
                <a:latin typeface="Avenir Next"/>
                <a:ea typeface="Avenir Next"/>
                <a:cs typeface="Avenir Next"/>
              </a:defRPr>
            </a:lvl6pPr>
            <a:lvl7pPr algn="l">
              <a:defRPr sz="1950" b="1">
                <a:solidFill>
                  <a:srgbClr val="122D32"/>
                </a:solidFill>
                <a:latin typeface="Avenir Next"/>
                <a:ea typeface="Avenir Next"/>
                <a:cs typeface="Avenir Next"/>
              </a:defRPr>
            </a:lvl7pPr>
            <a:lvl8pPr algn="l">
              <a:defRPr sz="1950" b="1">
                <a:solidFill>
                  <a:srgbClr val="122D32"/>
                </a:solidFill>
                <a:latin typeface="Avenir Next"/>
                <a:ea typeface="Avenir Next"/>
                <a:cs typeface="Avenir Next"/>
              </a:defRPr>
            </a:lvl8pPr>
            <a:lvl9pPr algn="l">
              <a:defRPr sz="1950" b="1">
                <a:solidFill>
                  <a:srgbClr val="122D32"/>
                </a:solidFill>
                <a:latin typeface="Avenir Next"/>
                <a:ea typeface="Avenir Next"/>
                <a:cs typeface="Avenir Next"/>
              </a:defRPr>
            </a:lvl9pPr>
          </a:lstStyle>
          <a:p xmlns:a="http://schemas.openxmlformats.org/drawingml/2006/main">
            <a:pPr algn="l">
              <a:defRPr sz="1950" b="1">
                <a:solidFill>
                  <a:srgbClr val="122D32"/>
                </a:solidFill>
                <a:latin typeface="Avenir Next"/>
                <a:ea typeface="Avenir Next"/>
                <a:cs typeface="Avenir Next"/>
              </a:defRPr>
            </a:pPr>
            <a:r>
              <a:rPr sz="1950" b="1">
                <a:solidFill>
                  <a:srgbClr val="122D32"/>
                </a:solidFill>
                <a:latin typeface="Avenir Next"/>
                <a:ea typeface="Avenir Next"/>
                <a:cs typeface="Avenir Next"/>
              </a:rPr>
              <a:t>Reglas pequeñas o servicios</a:t>
            </a:r>
          </a:p>
          <a:p xmlns:a="http://schemas.openxmlformats.org/drawingml/2006/main">
            <a:pPr algn="l">
              <a:defRPr sz="1950" b="1">
                <a:solidFill>
                  <a:srgbClr val="122D32"/>
                </a:solidFill>
                <a:latin typeface="Avenir Next"/>
                <a:ea typeface="Avenir Next"/>
                <a:cs typeface="Avenir Next"/>
              </a:defRPr>
            </a:pPr>
            <a:r>
              <a:rPr sz="1950" b="1">
                <a:solidFill>
                  <a:srgbClr val="122D32"/>
                </a:solidFill>
                <a:latin typeface="Avenir Next"/>
                <a:ea typeface="Avenir Next"/>
                <a:cs typeface="Avenir Next"/>
              </a:rPr>
              <a:t>externos sin control.</a:t>
            </a:r>
          </a:p>
        </p:txBody>
      </p:sp>
      <p:sp>
        <p:nvSpPr>
          <p:cNvPr id="17" name="">
            <a:extLst xmlns:a="http://schemas.openxmlformats.org/drawingml/2006/main">
              <a:ext uri="{FF2B5EF4-FFF2-40B4-BE49-F238E27FC236}">
                <a16:creationId xmlns:a16="http://schemas.microsoft.com/office/drawing/2014/main" id="{EF0B8F14-D8C5-4AD2-9C6C-A8909BDFB4DB}"/>
              </a:ext>
            </a:extLst>
          </p:cNvPr>
          <p:cNvSpPr>
            <a:spLocks xmlns:a="http://schemas.openxmlformats.org/drawingml/2006/main" noGrp="1"/>
          </p:cNvSpPr>
          <p:nvPr/>
        </p:nvSpPr>
        <p:spPr>
          <a:xfrm xmlns:a="http://schemas.openxmlformats.org/drawingml/2006/main">
            <a:off x="561975" y="4095750"/>
            <a:ext cx="110585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1766E"/>
                </a:solidFill>
                <a:latin typeface="Avenir Next"/>
                <a:ea typeface="Avenir Next"/>
                <a:cs typeface="Avenir Next"/>
              </a:defRPr>
            </a:defPPr>
            <a:lvl1pPr algn="l">
              <a:defRPr sz="1650" b="1">
                <a:solidFill>
                  <a:srgbClr val="11766E"/>
                </a:solidFill>
                <a:latin typeface="Avenir Next"/>
                <a:ea typeface="Avenir Next"/>
                <a:cs typeface="Avenir Next"/>
              </a:defRPr>
            </a:lvl1pPr>
            <a:lvl2pPr algn="l">
              <a:defRPr sz="1650" b="1">
                <a:solidFill>
                  <a:srgbClr val="11766E"/>
                </a:solidFill>
                <a:latin typeface="Avenir Next"/>
                <a:ea typeface="Avenir Next"/>
                <a:cs typeface="Avenir Next"/>
              </a:defRPr>
            </a:lvl2pPr>
            <a:lvl3pPr algn="l">
              <a:defRPr sz="1650" b="1">
                <a:solidFill>
                  <a:srgbClr val="11766E"/>
                </a:solidFill>
                <a:latin typeface="Avenir Next"/>
                <a:ea typeface="Avenir Next"/>
                <a:cs typeface="Avenir Next"/>
              </a:defRPr>
            </a:lvl3pPr>
            <a:lvl4pPr algn="l">
              <a:defRPr sz="1650" b="1">
                <a:solidFill>
                  <a:srgbClr val="11766E"/>
                </a:solidFill>
                <a:latin typeface="Avenir Next"/>
                <a:ea typeface="Avenir Next"/>
                <a:cs typeface="Avenir Next"/>
              </a:defRPr>
            </a:lvl4pPr>
            <a:lvl5pPr algn="l">
              <a:defRPr sz="1650" b="1">
                <a:solidFill>
                  <a:srgbClr val="11766E"/>
                </a:solidFill>
                <a:latin typeface="Avenir Next"/>
                <a:ea typeface="Avenir Next"/>
                <a:cs typeface="Avenir Next"/>
              </a:defRPr>
            </a:lvl5pPr>
            <a:lvl6pPr algn="l">
              <a:defRPr sz="1650" b="1">
                <a:solidFill>
                  <a:srgbClr val="11766E"/>
                </a:solidFill>
                <a:latin typeface="Avenir Next"/>
                <a:ea typeface="Avenir Next"/>
                <a:cs typeface="Avenir Next"/>
              </a:defRPr>
            </a:lvl6pPr>
            <a:lvl7pPr algn="l">
              <a:defRPr sz="1650" b="1">
                <a:solidFill>
                  <a:srgbClr val="11766E"/>
                </a:solidFill>
                <a:latin typeface="Avenir Next"/>
                <a:ea typeface="Avenir Next"/>
                <a:cs typeface="Avenir Next"/>
              </a:defRPr>
            </a:lvl7pPr>
            <a:lvl8pPr algn="l">
              <a:defRPr sz="1650" b="1">
                <a:solidFill>
                  <a:srgbClr val="11766E"/>
                </a:solidFill>
                <a:latin typeface="Avenir Next"/>
                <a:ea typeface="Avenir Next"/>
                <a:cs typeface="Avenir Next"/>
              </a:defRPr>
            </a:lvl8pPr>
            <a:lvl9pPr algn="l">
              <a:defRPr sz="1650" b="1">
                <a:solidFill>
                  <a:srgbClr val="11766E"/>
                </a:solidFill>
                <a:latin typeface="Avenir Next"/>
                <a:ea typeface="Avenir Next"/>
                <a:cs typeface="Avenir Next"/>
              </a:defRPr>
            </a:lvl9pPr>
          </a:lstStyle>
          <a:p xmlns:a="http://schemas.openxmlformats.org/drawingml/2006/main">
            <a:pPr algn="l">
              <a:defRPr sz="1650" b="1">
                <a:solidFill>
                  <a:srgbClr val="11766E"/>
                </a:solidFill>
                <a:latin typeface="Avenir Next"/>
                <a:ea typeface="Avenir Next"/>
                <a:cs typeface="Avenir Next"/>
              </a:defRPr>
            </a:pPr>
            <a:r>
              <a:rPr sz="1650" b="1">
                <a:solidFill>
                  <a:srgbClr val="11766E"/>
                </a:solidFill>
                <a:latin typeface="Avenir Next"/>
                <a:ea typeface="Avenir Next"/>
                <a:cs typeface="Avenir Next"/>
              </a:rPr>
              <a:t>Pendiente técnico: la prueba aún no valida los SMS simulados.</a:t>
            </a:r>
          </a:p>
        </p:txBody>
      </p:sp>
      <p:sp>
        <p:nvSpPr>
          <p:cNvPr id="18" name="">
            <a:extLst xmlns:a="http://schemas.openxmlformats.org/drawingml/2006/main">
              <a:ext uri="{FF2B5EF4-FFF2-40B4-BE49-F238E27FC236}">
                <a16:creationId xmlns:a16="http://schemas.microsoft.com/office/drawing/2014/main" id="{325AA86F-72F4-4B9C-8F32-C69F07725AAC}"/>
              </a:ext>
            </a:extLst>
          </p:cNvPr>
          <p:cNvSpPr>
            <a:spLocks xmlns:a="http://schemas.openxmlformats.org/drawingml/2006/main" noGrp="1"/>
          </p:cNvSpPr>
          <p:nvPr/>
        </p:nvSpPr>
        <p:spPr>
          <a:xfrm xmlns:a="http://schemas.openxmlformats.org/drawingml/2006/main">
            <a:off x="561975" y="4495800"/>
            <a:ext cx="11058525" cy="1285875"/>
          </a:xfrm>
          <a:prstGeom xmlns:a="http://schemas.openxmlformats.org/drawingml/2006/main" prst="roundRect">
            <a:avLst>
              <a:gd name="adj" fmla="val 5926"/>
            </a:avLst>
          </a:prstGeom>
          <a:solidFill xmlns:a="http://schemas.openxmlformats.org/drawingml/2006/main">
            <a:srgbClr val="122D3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F67EBF0-4D61-4C97-A17E-50C55F75A796}"/>
              </a:ext>
            </a:extLst>
          </p:cNvPr>
          <p:cNvSpPr>
            <a:spLocks xmlns:a="http://schemas.openxmlformats.org/drawingml/2006/main" noGrp="1"/>
          </p:cNvSpPr>
          <p:nvPr/>
        </p:nvSpPr>
        <p:spPr>
          <a:xfrm xmlns:a="http://schemas.openxmlformats.org/drawingml/2006/main">
            <a:off x="781050" y="4667250"/>
            <a:ext cx="2381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F5B96C"/>
                </a:solidFill>
                <a:latin typeface="Avenir Next"/>
                <a:ea typeface="Avenir Next"/>
                <a:cs typeface="Avenir Next"/>
              </a:defRPr>
            </a:defPPr>
            <a:lvl1pPr algn="l">
              <a:defRPr sz="1425" b="1">
                <a:solidFill>
                  <a:srgbClr val="F5B96C"/>
                </a:solidFill>
                <a:latin typeface="Avenir Next"/>
                <a:ea typeface="Avenir Next"/>
                <a:cs typeface="Avenir Next"/>
              </a:defRPr>
            </a:lvl1pPr>
            <a:lvl2pPr algn="l">
              <a:defRPr sz="1425" b="1">
                <a:solidFill>
                  <a:srgbClr val="F5B96C"/>
                </a:solidFill>
                <a:latin typeface="Avenir Next"/>
                <a:ea typeface="Avenir Next"/>
                <a:cs typeface="Avenir Next"/>
              </a:defRPr>
            </a:lvl2pPr>
            <a:lvl3pPr algn="l">
              <a:defRPr sz="1425" b="1">
                <a:solidFill>
                  <a:srgbClr val="F5B96C"/>
                </a:solidFill>
                <a:latin typeface="Avenir Next"/>
                <a:ea typeface="Avenir Next"/>
                <a:cs typeface="Avenir Next"/>
              </a:defRPr>
            </a:lvl3pPr>
            <a:lvl4pPr algn="l">
              <a:defRPr sz="1425" b="1">
                <a:solidFill>
                  <a:srgbClr val="F5B96C"/>
                </a:solidFill>
                <a:latin typeface="Avenir Next"/>
                <a:ea typeface="Avenir Next"/>
                <a:cs typeface="Avenir Next"/>
              </a:defRPr>
            </a:lvl4pPr>
            <a:lvl5pPr algn="l">
              <a:defRPr sz="1425" b="1">
                <a:solidFill>
                  <a:srgbClr val="F5B96C"/>
                </a:solidFill>
                <a:latin typeface="Avenir Next"/>
                <a:ea typeface="Avenir Next"/>
                <a:cs typeface="Avenir Next"/>
              </a:defRPr>
            </a:lvl5pPr>
            <a:lvl6pPr algn="l">
              <a:defRPr sz="1425" b="1">
                <a:solidFill>
                  <a:srgbClr val="F5B96C"/>
                </a:solidFill>
                <a:latin typeface="Avenir Next"/>
                <a:ea typeface="Avenir Next"/>
                <a:cs typeface="Avenir Next"/>
              </a:defRPr>
            </a:lvl6pPr>
            <a:lvl7pPr algn="l">
              <a:defRPr sz="1425" b="1">
                <a:solidFill>
                  <a:srgbClr val="F5B96C"/>
                </a:solidFill>
                <a:latin typeface="Avenir Next"/>
                <a:ea typeface="Avenir Next"/>
                <a:cs typeface="Avenir Next"/>
              </a:defRPr>
            </a:lvl7pPr>
            <a:lvl8pPr algn="l">
              <a:defRPr sz="1425" b="1">
                <a:solidFill>
                  <a:srgbClr val="F5B96C"/>
                </a:solidFill>
                <a:latin typeface="Avenir Next"/>
                <a:ea typeface="Avenir Next"/>
                <a:cs typeface="Avenir Next"/>
              </a:defRPr>
            </a:lvl8pPr>
            <a:lvl9pPr algn="l">
              <a:defRPr sz="1425" b="1">
                <a:solidFill>
                  <a:srgbClr val="F5B96C"/>
                </a:solidFill>
                <a:latin typeface="Avenir Next"/>
                <a:ea typeface="Avenir Next"/>
                <a:cs typeface="Avenir Next"/>
              </a:defRPr>
            </a:lvl9pPr>
          </a:lstStyle>
          <a:p xmlns:a="http://schemas.openxmlformats.org/drawingml/2006/main">
            <a:pPr algn="l">
              <a:defRPr sz="1425" b="1">
                <a:solidFill>
                  <a:srgbClr val="F5B96C"/>
                </a:solidFill>
                <a:latin typeface="Avenir Next"/>
                <a:ea typeface="Avenir Next"/>
                <a:cs typeface="Avenir Next"/>
              </a:defRPr>
            </a:pPr>
            <a:r>
              <a:rPr sz="1425" b="1">
                <a:solidFill>
                  <a:srgbClr val="F5B96C"/>
                </a:solidFill>
                <a:latin typeface="Avenir Next"/>
                <a:ea typeface="Avenir Next"/>
                <a:cs typeface="Avenir Next"/>
              </a:rPr>
              <a:t>ENTREGABLE</a:t>
            </a:r>
          </a:p>
        </p:txBody>
      </p:sp>
      <p:sp>
        <p:nvSpPr>
          <p:cNvPr id="20" name="">
            <a:extLst xmlns:a="http://schemas.openxmlformats.org/drawingml/2006/main">
              <a:ext uri="{FF2B5EF4-FFF2-40B4-BE49-F238E27FC236}">
                <a16:creationId xmlns:a16="http://schemas.microsoft.com/office/drawing/2014/main" id="{6C4C9526-2FA6-48F1-B511-3DFA62B79067}"/>
              </a:ext>
            </a:extLst>
          </p:cNvPr>
          <p:cNvSpPr>
            <a:spLocks xmlns:a="http://schemas.openxmlformats.org/drawingml/2006/main" noGrp="1"/>
          </p:cNvSpPr>
          <p:nvPr/>
        </p:nvSpPr>
        <p:spPr>
          <a:xfrm xmlns:a="http://schemas.openxmlformats.org/drawingml/2006/main">
            <a:off x="781050" y="5057775"/>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250" b="1">
                <a:solidFill>
                  <a:srgbClr val="FFFFFF"/>
                </a:solidFill>
                <a:latin typeface="Avenir Next"/>
                <a:ea typeface="Avenir Next"/>
                <a:cs typeface="Avenir Next"/>
              </a:defRPr>
            </a:defPPr>
            <a:lvl1pPr algn="l">
              <a:defRPr sz="2250" b="1">
                <a:solidFill>
                  <a:srgbClr val="FFFFFF"/>
                </a:solidFill>
                <a:latin typeface="Avenir Next"/>
                <a:ea typeface="Avenir Next"/>
                <a:cs typeface="Avenir Next"/>
              </a:defRPr>
            </a:lvl1pPr>
            <a:lvl2pPr algn="l">
              <a:defRPr sz="2250" b="1">
                <a:solidFill>
                  <a:srgbClr val="FFFFFF"/>
                </a:solidFill>
                <a:latin typeface="Avenir Next"/>
                <a:ea typeface="Avenir Next"/>
                <a:cs typeface="Avenir Next"/>
              </a:defRPr>
            </a:lvl2pPr>
            <a:lvl3pPr algn="l">
              <a:defRPr sz="2250" b="1">
                <a:solidFill>
                  <a:srgbClr val="FFFFFF"/>
                </a:solidFill>
                <a:latin typeface="Avenir Next"/>
                <a:ea typeface="Avenir Next"/>
                <a:cs typeface="Avenir Next"/>
              </a:defRPr>
            </a:lvl3pPr>
            <a:lvl4pPr algn="l">
              <a:defRPr sz="2250" b="1">
                <a:solidFill>
                  <a:srgbClr val="FFFFFF"/>
                </a:solidFill>
                <a:latin typeface="Avenir Next"/>
                <a:ea typeface="Avenir Next"/>
                <a:cs typeface="Avenir Next"/>
              </a:defRPr>
            </a:lvl4pPr>
            <a:lvl5pPr algn="l">
              <a:defRPr sz="2250" b="1">
                <a:solidFill>
                  <a:srgbClr val="FFFFFF"/>
                </a:solidFill>
                <a:latin typeface="Avenir Next"/>
                <a:ea typeface="Avenir Next"/>
                <a:cs typeface="Avenir Next"/>
              </a:defRPr>
            </a:lvl5pPr>
            <a:lvl6pPr algn="l">
              <a:defRPr sz="2250" b="1">
                <a:solidFill>
                  <a:srgbClr val="FFFFFF"/>
                </a:solidFill>
                <a:latin typeface="Avenir Next"/>
                <a:ea typeface="Avenir Next"/>
                <a:cs typeface="Avenir Next"/>
              </a:defRPr>
            </a:lvl6pPr>
            <a:lvl7pPr algn="l">
              <a:defRPr sz="2250" b="1">
                <a:solidFill>
                  <a:srgbClr val="FFFFFF"/>
                </a:solidFill>
                <a:latin typeface="Avenir Next"/>
                <a:ea typeface="Avenir Next"/>
                <a:cs typeface="Avenir Next"/>
              </a:defRPr>
            </a:lvl7pPr>
            <a:lvl8pPr algn="l">
              <a:defRPr sz="2250" b="1">
                <a:solidFill>
                  <a:srgbClr val="FFFFFF"/>
                </a:solidFill>
                <a:latin typeface="Avenir Next"/>
                <a:ea typeface="Avenir Next"/>
                <a:cs typeface="Avenir Next"/>
              </a:defRPr>
            </a:lvl8pPr>
            <a:lvl9pPr algn="l">
              <a:defRPr sz="2250" b="1">
                <a:solidFill>
                  <a:srgbClr val="FFFFFF"/>
                </a:solidFill>
                <a:latin typeface="Avenir Next"/>
                <a:ea typeface="Avenir Next"/>
                <a:cs typeface="Avenir Next"/>
              </a:defRPr>
            </a:lvl9pPr>
          </a:lstStyle>
          <a:p xmlns:a="http://schemas.openxmlformats.org/drawingml/2006/main">
            <a:pPr algn="l">
              <a:defRPr sz="2250" b="1">
                <a:solidFill>
                  <a:srgbClr val="FFFFFF"/>
                </a:solidFill>
                <a:latin typeface="Avenir Next"/>
                <a:ea typeface="Avenir Next"/>
                <a:cs typeface="Avenir Next"/>
              </a:defRPr>
            </a:pPr>
            <a:r>
              <a:rPr sz="2250" b="1">
                <a:solidFill>
                  <a:srgbClr val="FFFFFF"/>
                </a:solidFill>
                <a:latin typeface="Avenir Next"/>
                <a:ea typeface="Avenir Next"/>
                <a:cs typeface="Avenir Next"/>
              </a:rPr>
              <a:t>Presentación  +  pruebas Robot  +  README</a:t>
            </a:r>
          </a:p>
        </p:txBody>
      </p:sp>
      <p:sp>
        <p:nvSpPr>
          <p:cNvPr id="21" name="">
            <a:extLst xmlns:a="http://schemas.openxmlformats.org/drawingml/2006/main">
              <a:ext uri="{FF2B5EF4-FFF2-40B4-BE49-F238E27FC236}">
                <a16:creationId xmlns:a16="http://schemas.microsoft.com/office/drawing/2014/main" id="{B4AA0280-6FA2-45C5-9E4C-BB7212BDEDE1}"/>
              </a:ext>
            </a:extLst>
          </p:cNvPr>
          <p:cNvSpPr>
            <a:spLocks xmlns:a="http://schemas.openxmlformats.org/drawingml/2006/main" noGrp="1"/>
          </p:cNvSpPr>
          <p:nvPr/>
        </p:nvSpPr>
        <p:spPr>
          <a:xfrm xmlns:a="http://schemas.openxmlformats.org/drawingml/2006/main">
            <a:off x="561975" y="5829300"/>
            <a:ext cx="542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11766E"/>
                </a:solidFill>
                <a:latin typeface="Avenir Next"/>
                <a:ea typeface="Avenir Next"/>
                <a:cs typeface="Avenir Next"/>
              </a:defRPr>
            </a:defPPr>
            <a:lvl1pPr algn="l">
              <a:defRPr sz="1425" b="1">
                <a:solidFill>
                  <a:srgbClr val="11766E"/>
                </a:solidFill>
                <a:latin typeface="Avenir Next"/>
                <a:ea typeface="Avenir Next"/>
                <a:cs typeface="Avenir Next"/>
              </a:defRPr>
            </a:lvl1pPr>
            <a:lvl2pPr algn="l">
              <a:defRPr sz="1425" b="1">
                <a:solidFill>
                  <a:srgbClr val="11766E"/>
                </a:solidFill>
                <a:latin typeface="Avenir Next"/>
                <a:ea typeface="Avenir Next"/>
                <a:cs typeface="Avenir Next"/>
              </a:defRPr>
            </a:lvl2pPr>
            <a:lvl3pPr algn="l">
              <a:defRPr sz="1425" b="1">
                <a:solidFill>
                  <a:srgbClr val="11766E"/>
                </a:solidFill>
                <a:latin typeface="Avenir Next"/>
                <a:ea typeface="Avenir Next"/>
                <a:cs typeface="Avenir Next"/>
              </a:defRPr>
            </a:lvl3pPr>
            <a:lvl4pPr algn="l">
              <a:defRPr sz="1425" b="1">
                <a:solidFill>
                  <a:srgbClr val="11766E"/>
                </a:solidFill>
                <a:latin typeface="Avenir Next"/>
                <a:ea typeface="Avenir Next"/>
                <a:cs typeface="Avenir Next"/>
              </a:defRPr>
            </a:lvl4pPr>
            <a:lvl5pPr algn="l">
              <a:defRPr sz="1425" b="1">
                <a:solidFill>
                  <a:srgbClr val="11766E"/>
                </a:solidFill>
                <a:latin typeface="Avenir Next"/>
                <a:ea typeface="Avenir Next"/>
                <a:cs typeface="Avenir Next"/>
              </a:defRPr>
            </a:lvl5pPr>
            <a:lvl6pPr algn="l">
              <a:defRPr sz="1425" b="1">
                <a:solidFill>
                  <a:srgbClr val="11766E"/>
                </a:solidFill>
                <a:latin typeface="Avenir Next"/>
                <a:ea typeface="Avenir Next"/>
                <a:cs typeface="Avenir Next"/>
              </a:defRPr>
            </a:lvl6pPr>
            <a:lvl7pPr algn="l">
              <a:defRPr sz="1425" b="1">
                <a:solidFill>
                  <a:srgbClr val="11766E"/>
                </a:solidFill>
                <a:latin typeface="Avenir Next"/>
                <a:ea typeface="Avenir Next"/>
                <a:cs typeface="Avenir Next"/>
              </a:defRPr>
            </a:lvl7pPr>
            <a:lvl8pPr algn="l">
              <a:defRPr sz="1425" b="1">
                <a:solidFill>
                  <a:srgbClr val="11766E"/>
                </a:solidFill>
                <a:latin typeface="Avenir Next"/>
                <a:ea typeface="Avenir Next"/>
                <a:cs typeface="Avenir Next"/>
              </a:defRPr>
            </a:lvl8pPr>
            <a:lvl9pPr algn="l">
              <a:defRPr sz="1425" b="1">
                <a:solidFill>
                  <a:srgbClr val="11766E"/>
                </a:solidFill>
                <a:latin typeface="Avenir Next"/>
                <a:ea typeface="Avenir Next"/>
                <a:cs typeface="Avenir Next"/>
              </a:defRPr>
            </a:lvl9pPr>
          </a:lstStyle>
          <a:p xmlns:a="http://schemas.openxmlformats.org/drawingml/2006/main">
            <a:pPr algn="l">
              <a:defRPr sz="1425" b="1">
                <a:solidFill>
                  <a:srgbClr val="11766E"/>
                </a:solidFill>
                <a:latin typeface="Avenir Next"/>
                <a:ea typeface="Avenir Next"/>
                <a:cs typeface="Avenir Next"/>
              </a:defRPr>
            </a:pPr>
            <a:r>
              <a:rPr sz="1425" b="1" u="sng">
                <a:solidFill>
                  <a:srgbClr val="11766E"/>
                </a:solidFill>
                <a:latin typeface="Avenir Next"/>
                <a:ea typeface="Avenir Next"/>
                <a:cs typeface="Avenir Next"/>
                <a:hlinkClick xmlns:r="http://schemas.openxmlformats.org/officeDocument/2006/relationships" r:id="R78f5c63dbfcf4cc6"/>
              </a:rPr>
              <a:t>Repositorio y código</a:t>
            </a:r>
          </a:p>
        </p:txBody>
      </p:sp>
    </p:spTree>
    <p:extLst>
      <p:ext uri="{BB962C8B-B14F-4D97-AF65-F5344CB8AC3E}">
        <p14:creationId xmlns:p14="http://schemas.microsoft.com/office/powerpoint/2010/main" val="18556760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2026-10-24T20:37:35.3370000Z</dcterms:created>
  <dcterms:modified xsi:type="dcterms:W3CDTF">2026-10-24T20:37:35.3370000Z</dcterms:modified>
</coreProperties>
</file>