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e9f865c1f394b71" /><Relationship Type="http://schemas.openxmlformats.org/officeDocument/2006/relationships/extended-properties" Target="/docProps/app.xml" Id="Rffc322fa17a44e98" /><Relationship Type="http://schemas.openxmlformats.org/officeDocument/2006/relationships/officeDocument" Target="/ppt/presentation.xml" Id="R5c46c2dc6f884bc6" /></Relationships>
</file>

<file path=ppt/presentation.xml><?xml version="1.0" encoding="utf-8"?>
<p:presentation xmlns:p="http://schemas.openxmlformats.org/presentationml/2006/main">
  <p:sldMasterIdLst>
    <p:sldMasterId xmlns:r="http://schemas.openxmlformats.org/officeDocument/2006/relationships" id="2147483648" r:id="R77094ea0c5b4409e"/>
  </p:sldMasterIdLst>
  <p:notesMasterIdLst>
    <p:notesMasterId xmlns:r="http://schemas.openxmlformats.org/officeDocument/2006/relationships" r:id="Rd319968a02b4428b"/>
  </p:notesMasterIdLst>
  <p:sldIdLst>
    <p:sldId xmlns:r="http://schemas.openxmlformats.org/officeDocument/2006/relationships" id="256" r:id="R7706386af26b4551"/>
    <p:sldId xmlns:r="http://schemas.openxmlformats.org/officeDocument/2006/relationships" id="257" r:id="Rcd39407a570d4f24"/>
    <p:sldId xmlns:r="http://schemas.openxmlformats.org/officeDocument/2006/relationships" id="258" r:id="R32a8fceb39cf4459"/>
    <p:sldId xmlns:r="http://schemas.openxmlformats.org/officeDocument/2006/relationships" id="259" r:id="R37ecc1e101954d72"/>
    <p:sldId xmlns:r="http://schemas.openxmlformats.org/officeDocument/2006/relationships" id="260" r:id="Rd9c875ccdd4b4a7b"/>
    <p:sldId xmlns:r="http://schemas.openxmlformats.org/officeDocument/2006/relationships" id="261" r:id="R72f5ef6fc8d24553"/>
    <p:sldId xmlns:r="http://schemas.openxmlformats.org/officeDocument/2006/relationships" id="262" r:id="R9cbeff7d84144e60"/>
    <p:sldId xmlns:r="http://schemas.openxmlformats.org/officeDocument/2006/relationships" id="263" r:id="R92b6895ee4e84252"/>
    <p:sldId xmlns:r="http://schemas.openxmlformats.org/officeDocument/2006/relationships" id="264" r:id="R5b8df72c1a154d9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e1f27c501ff4889" /><Relationship Type="http://schemas.openxmlformats.org/officeDocument/2006/relationships/slideMaster" Target="/ppt/slideMasters/slideMaster1.xml" Id="R77094ea0c5b4409e" /><Relationship Type="http://schemas.openxmlformats.org/officeDocument/2006/relationships/notesMaster" Target="/ppt/notesMasters/notesMaster1.xml" Id="Rd319968a02b4428b" /><Relationship Type="http://schemas.openxmlformats.org/officeDocument/2006/relationships/presProps" Target="/ppt/presProps.xml" Id="Ra40090f7cd8140e0" /><Relationship Type="http://schemas.openxmlformats.org/officeDocument/2006/relationships/tableStyles" Target="/ppt/tableStyles.xml" Id="R8604171841914039" /><Relationship Type="http://schemas.openxmlformats.org/officeDocument/2006/relationships/slide" Target="/ppt/slides/slide1.xml" Id="R7706386af26b4551" /><Relationship Type="http://schemas.openxmlformats.org/officeDocument/2006/relationships/slide" Target="/ppt/slides/slide2.xml" Id="Rcd39407a570d4f24" /><Relationship Type="http://schemas.openxmlformats.org/officeDocument/2006/relationships/slide" Target="/ppt/slides/slide3.xml" Id="R32a8fceb39cf4459" /><Relationship Type="http://schemas.openxmlformats.org/officeDocument/2006/relationships/slide" Target="/ppt/slides/slide4.xml" Id="R37ecc1e101954d72" /><Relationship Type="http://schemas.openxmlformats.org/officeDocument/2006/relationships/slide" Target="/ppt/slides/slide5.xml" Id="Rd9c875ccdd4b4a7b" /><Relationship Type="http://schemas.openxmlformats.org/officeDocument/2006/relationships/slide" Target="/ppt/slides/slide6.xml" Id="R72f5ef6fc8d24553" /><Relationship Type="http://schemas.openxmlformats.org/officeDocument/2006/relationships/slide" Target="/ppt/slides/slide7.xml" Id="R9cbeff7d84144e60" /><Relationship Type="http://schemas.openxmlformats.org/officeDocument/2006/relationships/slide" Target="/ppt/slides/slide8.xml" Id="R92b6895ee4e84252" /><Relationship Type="http://schemas.openxmlformats.org/officeDocument/2006/relationships/slide" Target="/ppt/slides/slide9.xml" Id="R5b8df72c1a154d9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a4b6d02a8fa49c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f2c0c034b414639" /><Relationship Type="http://schemas.openxmlformats.org/officeDocument/2006/relationships/notesMaster" Target="/ppt/notesMasters/notesMaster1.xml" Id="Raae6a8498a50462e" /></Relationships>
</file>

<file path=ppt/notesSlides/_rels/notesSlide2.xml.rels>&#65279;<?xml version="1.0" encoding="utf-8"?><Relationships xmlns="http://schemas.openxmlformats.org/package/2006/relationships"><Relationship Type="http://schemas.openxmlformats.org/officeDocument/2006/relationships/slide" Target="/ppt/slides/slide2.xml" Id="R0ae37fa9feeb42fc" /><Relationship Type="http://schemas.openxmlformats.org/officeDocument/2006/relationships/notesMaster" Target="/ppt/notesMasters/notesMaster1.xml" Id="Ra43e9ab9d3724aaf" /></Relationships>
</file>

<file path=ppt/notesSlides/_rels/notesSlide3.xml.rels>&#65279;<?xml version="1.0" encoding="utf-8"?><Relationships xmlns="http://schemas.openxmlformats.org/package/2006/relationships"><Relationship Type="http://schemas.openxmlformats.org/officeDocument/2006/relationships/slide" Target="/ppt/slides/slide3.xml" Id="Ra792d83224c74f55" /><Relationship Type="http://schemas.openxmlformats.org/officeDocument/2006/relationships/notesMaster" Target="/ppt/notesMasters/notesMaster1.xml" Id="Ra3dce542856b4397" /></Relationships>
</file>

<file path=ppt/notesSlides/_rels/notesSlide4.xml.rels>&#65279;<?xml version="1.0" encoding="utf-8"?><Relationships xmlns="http://schemas.openxmlformats.org/package/2006/relationships"><Relationship Type="http://schemas.openxmlformats.org/officeDocument/2006/relationships/slide" Target="/ppt/slides/slide4.xml" Id="Rdba8f152f8584e6c" /><Relationship Type="http://schemas.openxmlformats.org/officeDocument/2006/relationships/notesMaster" Target="/ppt/notesMasters/notesMaster1.xml" Id="Raa2d82cd9e7c4fcc" /></Relationships>
</file>

<file path=ppt/notesSlides/_rels/notesSlide5.xml.rels>&#65279;<?xml version="1.0" encoding="utf-8"?><Relationships xmlns="http://schemas.openxmlformats.org/package/2006/relationships"><Relationship Type="http://schemas.openxmlformats.org/officeDocument/2006/relationships/slide" Target="/ppt/slides/slide5.xml" Id="R7cac98af2ca74f94" /><Relationship Type="http://schemas.openxmlformats.org/officeDocument/2006/relationships/notesMaster" Target="/ppt/notesMasters/notesMaster1.xml" Id="Rc99207abd4b646f6" /></Relationships>
</file>

<file path=ppt/notesSlides/_rels/notesSlide6.xml.rels>&#65279;<?xml version="1.0" encoding="utf-8"?><Relationships xmlns="http://schemas.openxmlformats.org/package/2006/relationships"><Relationship Type="http://schemas.openxmlformats.org/officeDocument/2006/relationships/slide" Target="/ppt/slides/slide6.xml" Id="Ref24f2fc635c4111" /><Relationship Type="http://schemas.openxmlformats.org/officeDocument/2006/relationships/notesMaster" Target="/ppt/notesMasters/notesMaster1.xml" Id="R30589c68ae86407c" /></Relationships>
</file>

<file path=ppt/notesSlides/_rels/notesSlide7.xml.rels>&#65279;<?xml version="1.0" encoding="utf-8"?><Relationships xmlns="http://schemas.openxmlformats.org/package/2006/relationships"><Relationship Type="http://schemas.openxmlformats.org/officeDocument/2006/relationships/slide" Target="/ppt/slides/slide7.xml" Id="R1767c5e208d14d9d" /><Relationship Type="http://schemas.openxmlformats.org/officeDocument/2006/relationships/notesMaster" Target="/ppt/notesMasters/notesMaster1.xml" Id="R7d3ea25e37944816" /></Relationships>
</file>

<file path=ppt/notesSlides/_rels/notesSlide8.xml.rels>&#65279;<?xml version="1.0" encoding="utf-8"?><Relationships xmlns="http://schemas.openxmlformats.org/package/2006/relationships"><Relationship Type="http://schemas.openxmlformats.org/officeDocument/2006/relationships/slide" Target="/ppt/slides/slide8.xml" Id="Rc8f789ed14844a4a" /><Relationship Type="http://schemas.openxmlformats.org/officeDocument/2006/relationships/notesMaster" Target="/ppt/notesMasters/notesMaster1.xml" Id="Rc42a8700be314201" /></Relationships>
</file>

<file path=ppt/notesSlides/_rels/notesSlide9.xml.rels>&#65279;<?xml version="1.0" encoding="utf-8"?><Relationships xmlns="http://schemas.openxmlformats.org/package/2006/relationships"><Relationship Type="http://schemas.openxmlformats.org/officeDocument/2006/relationships/slide" Target="/ppt/slides/slide9.xml" Id="R8d63dda8bed9487c" /><Relationship Type="http://schemas.openxmlformats.org/officeDocument/2006/relationships/notesMaster" Target="/ppt/notesMasters/notesMaster1.xml" Id="Rc7983b7e525841d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 Presentar el objetivo: un recorrido de dos usuarios con Robot Framework y Browser Library. Fuente del encargo: Canvas, Clase 11 - Automatización.pdf, archivo 4957072; tarea 349599.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 Robot Framework es un marco abierto de automatización basado en palabras clave; el núcleo interpreta pruebas y las bibliotecas interactúan con el sistema. Fuente: https://robotframework.org/robotframework/latest/RobotFrameworkUserGuide ; Canvas Clase 11, secciones automatización web y patrones.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s. La evolución se presenta por capacidades documentadas, no como cronología exhaustiva. Robot Framework 3.1 añadió soporte oficial para tareas de RPA. En 2026 se verificó la versión 7.5 en el entorno local; Browser Library 20.6.0 usa Playwright. Fuentes: https://robotframework.org/robotframework/latest/RobotFrameworkUserGuide ; https://forum.robotframework.org/t/robot-framework-7-5-has-been-released/9832 ; https://github.com/MarketSquare/robotframework-browser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 s. De izquierda a derecha: caso Robot, keywords por pantalla, motor Robot, Browser Library, Playwright, navegador y Qolqe. El motor no conoce el SUT; esa interacción pertenece a la biblioteca. Los tres resultados son report.html, log.html y output.xml. Fuentes: https://robotframework.org/robotframework/latest/RobotFrameworkUserGuide ; https://robotframework.org/robotframework-RFCP-syllabus/docs/chapter-01/architecture ; https://github.com/MarketSquare/robotframework-browser ; repositorio Qolqe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75 s. Las acciones del caso están en g4_solicitud_happy_path.robot; los localizadores y acciones de cada pantalla en los cuatro recursos .resource. En Robot Framework se implementa con user keywords por pantalla, no requiere clases. La separación reduce los cambios cuando varía un selector. Fuentes: Canvas Clase 11, bloque 4; https://robotframework.org/robotframework/latest/RobotFrameworkUserGuide ; archivos tests/e2e/pages/ del repositorio.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90 s. Requisitos: HU-G4-01 CA1 alta contacto; HU-G4-06 CA1-2 solicitud PENDIENTE; HU-G4-07 vista enviada/recibida; HU-G4-08 CA1 y CA3 aceptación y transferencia; RN-09 comisión cero; RN-10 código. Precondición: reinicio local de la semilla de Qolqe. Fuente: docs/requisitos.md y README.md del repositorio Qolqe.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90 s. Ejecutar las dos terminales del README, la segunda con HEADLESS:False. Mostrar el navegador pasando por contactos y solicitudes; luego abrir reportes/report.html y reportes/log.html. La corrida verificada localmente el 24 de octubre de 2026 dio 1 prueba aprobada. La prueba restablece solo la instancia local en modo de pruebas. Fuente: ejecución del repositorio, reportes/output.xml; README sección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90 s. En Codex, ejecutar el prompt de docs/demo-robot-ia.md con output.xml y requisitos visibles. La IA debe identificar una validación faltante: SMS simulado al destinatario al crear la solicitud y al solicitante al aceptarla. No es una función integrada del motor Robot; es asistencia para analizar y proponer. Contrastar siempre con el requisito y ejecutar cualquier cambio. Fuente: docs/demo-robot-ia.md; docs/requisitos.md HU-G4-06 CA2 y HU-G4-08 CA3; https://robotframework.org/robotframework/latest/RobotFrameworkUserGuide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90 s. Dificultad observada: carrera después de aceptar; una lectura inmediata vio Pendiente y se corrigió con espera de estado visible. Limitaciones: instalación de Chromium y librería, prueba UI más lenta que API/unidad, mantenimiento de selectores y preparación de datos. No usar para cada regla pequeña ni para flujos inestables, CAPTCHA o SMS reales. En este caso el SMS es simulado y quedó fuera de la prueba. Fuentes: Canvas Clase 11, secciones beneficios/riesgos, pirámide, esperas y fragilidad; ejecución local del primer intento y segunda corrida.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8538c857c02489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bef8f1ad624477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08c7df50c14416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416984245f04c0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7677ee3ee1d479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f4cd976191940a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FE03514-7794-41D0-8EAF-C0E68C27312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6DB22C3-D3A7-4168-ADFF-14AD5750FF2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AE2DFE3-5E7F-4981-8C9E-F3F92CE0EB0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4866597-5194-4E4C-8963-8462DCBA42C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36D6AC3-7649-4955-905D-E91112215DF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7BE92AD-F96E-4C8B-84C9-5B27259FE4A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899376F-2F72-44CF-8CAB-BD566BE63A9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E91B004-E0B6-4C0F-AAF5-8053F90F188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0B78932-0A9E-444D-9B3C-50458E6E22E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3DA16FC-C0CA-41FE-9B31-FD5DBF05CA0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3a908196f874880" /><Relationship Type="http://schemas.openxmlformats.org/officeDocument/2006/relationships/slideLayout" Target="/ppt/slideLayouts/slideLayout1.xml" Id="R9d36160e86244423" /><Relationship Type="http://schemas.openxmlformats.org/officeDocument/2006/relationships/slideLayout" Target="/ppt/slideLayouts/slideLayout2.xml" Id="R74f5e1d6e3ee41ce" /><Relationship Type="http://schemas.openxmlformats.org/officeDocument/2006/relationships/slideLayout" Target="/ppt/slideLayouts/slideLayout3.xml" Id="Rde84ec0f1e3942d7" /><Relationship Type="http://schemas.openxmlformats.org/officeDocument/2006/relationships/slideLayout" Target="/ppt/slideLayouts/slideLayout4.xml" Id="R455f95dff5954f32" /><Relationship Type="http://schemas.openxmlformats.org/officeDocument/2006/relationships/slideLayout" Target="/ppt/slideLayouts/slideLayout5.xml" Id="R4787cb9149064938" /><Relationship Type="http://schemas.openxmlformats.org/officeDocument/2006/relationships/slideLayout" Target="/ppt/slideLayouts/slideLayout6.xml" Id="Rad78355c9cdb4c1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d36160e86244423"/>
    <p:sldLayoutId xmlns:r="http://schemas.openxmlformats.org/officeDocument/2006/relationships" id="2147483650" r:id="R74f5e1d6e3ee41ce"/>
    <p:sldLayoutId xmlns:r="http://schemas.openxmlformats.org/officeDocument/2006/relationships" id="2147483651" r:id="Rde84ec0f1e3942d7"/>
    <p:sldLayoutId xmlns:r="http://schemas.openxmlformats.org/officeDocument/2006/relationships" id="2147483652" r:id="R455f95dff5954f32"/>
    <p:sldLayoutId xmlns:r="http://schemas.openxmlformats.org/officeDocument/2006/relationships" id="2147483653" r:id="R4787cb9149064938"/>
    <p:sldLayoutId xmlns:r="http://schemas.openxmlformats.org/officeDocument/2006/relationships" id="2147483654" r:id="Rad78355c9cdb4c1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7033d74dce64702" /><Relationship Type="http://schemas.openxmlformats.org/officeDocument/2006/relationships/notesSlide" Target="/ppt/notesSlides/notesSlide1.xml" Id="Rb67adde9e824435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5db868f87d84232" /><Relationship Type="http://schemas.openxmlformats.org/officeDocument/2006/relationships/notesSlide" Target="/ppt/notesSlides/notesSlide2.xml" Id="R4b29c342265e4ec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5e90086d0714f8a" /><Relationship Type="http://schemas.openxmlformats.org/officeDocument/2006/relationships/notesSlide" Target="/ppt/notesSlides/notesSlide3.xml" Id="R4dfd00abf5e2400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884d4c459604c05" /><Relationship Type="http://schemas.openxmlformats.org/officeDocument/2006/relationships/notesSlide" Target="/ppt/notesSlides/notesSlide4.xml" Id="R65794c896ec343e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af8fce8533d4b73" /><Relationship Type="http://schemas.openxmlformats.org/officeDocument/2006/relationships/notesSlide" Target="/ppt/notesSlides/notesSlide5.xml" Id="R752238be18144dd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8d9afbf6df846e5" /><Relationship Type="http://schemas.openxmlformats.org/officeDocument/2006/relationships/notesSlide" Target="/ppt/notesSlides/notesSlide6.xml" Id="R57aa91518a894e4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694e36384c94bd8" /><Relationship Type="http://schemas.openxmlformats.org/officeDocument/2006/relationships/notesSlide" Target="/ppt/notesSlides/notesSlide7.xml" Id="Rb375027bff41477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2fec07028994003" /><Relationship Type="http://schemas.openxmlformats.org/officeDocument/2006/relationships/notesSlide" Target="/ppt/notesSlides/notesSlide8.xml" Id="Radce4ca4bc1845a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7d264a3751b4b95" /><Relationship Type="http://schemas.openxmlformats.org/officeDocument/2006/relationships/notesSlide" Target="/ppt/notesSlides/notesSlide9.xml" Id="Rd73f4959cf984d94" /></Relationships>
</file>

<file path=ppt/slides/slide1.xml><?xml version="1.0" encoding="utf-8"?>
<p:sld xmlns:p="http://schemas.openxmlformats.org/presentationml/2006/main">
  <p:cSld>
    <p:bg>
      <p:bgPr>
        <a:solidFill xmlns:a="http://schemas.openxmlformats.org/drawingml/2006/main">
          <a:srgbClr val="142B3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D7EF65D-5F77-45FF-B4CB-5918DC6FDF83}"/>
              </a:ext>
            </a:extLst>
          </p:cNvPr>
          <p:cNvSpPr>
            <a:spLocks xmlns:a="http://schemas.openxmlformats.org/drawingml/2006/main" noGrp="1"/>
          </p:cNvSpPr>
          <p:nvPr/>
        </p:nvSpPr>
        <p:spPr>
          <a:xfrm xmlns:a="http://schemas.openxmlformats.org/drawingml/2006/main">
            <a:off x="0" y="0"/>
            <a:ext cx="180975" cy="6858000"/>
          </a:xfrm>
          <a:prstGeom xmlns:a="http://schemas.openxmlformats.org/drawingml/2006/main" prst="rect">
            <a:avLst/>
          </a:prstGeom>
          <a:solidFill xmlns:a="http://schemas.openxmlformats.org/drawingml/2006/main">
            <a:srgbClr val="0A777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D048A7C-A3F5-446F-AD72-0FC8DAAF4015}"/>
              </a:ext>
            </a:extLst>
          </p:cNvPr>
          <p:cNvSpPr>
            <a:spLocks xmlns:a="http://schemas.openxmlformats.org/drawingml/2006/main" noGrp="1"/>
          </p:cNvSpPr>
          <p:nvPr/>
        </p:nvSpPr>
        <p:spPr>
          <a:xfrm xmlns:a="http://schemas.openxmlformats.org/drawingml/2006/main">
            <a:off x="685800" y="1381125"/>
            <a:ext cx="10001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4650" b="1">
                <a:solidFill>
                  <a:srgbClr val="FFFFFF"/>
                </a:solidFill>
                <a:latin typeface="Avenir Next"/>
                <a:ea typeface="Avenir Next"/>
                <a:cs typeface="Avenir Next"/>
              </a:defRPr>
            </a:defPPr>
            <a:lvl1pPr algn="l">
              <a:defRPr sz="4650" b="1">
                <a:solidFill>
                  <a:srgbClr val="FFFFFF"/>
                </a:solidFill>
                <a:latin typeface="Avenir Next"/>
                <a:ea typeface="Avenir Next"/>
                <a:cs typeface="Avenir Next"/>
              </a:defRPr>
            </a:lvl1pPr>
            <a:lvl2pPr algn="l">
              <a:defRPr sz="4650" b="1">
                <a:solidFill>
                  <a:srgbClr val="FFFFFF"/>
                </a:solidFill>
                <a:latin typeface="Avenir Next"/>
                <a:ea typeface="Avenir Next"/>
                <a:cs typeface="Avenir Next"/>
              </a:defRPr>
            </a:lvl2pPr>
            <a:lvl3pPr algn="l">
              <a:defRPr sz="4650" b="1">
                <a:solidFill>
                  <a:srgbClr val="FFFFFF"/>
                </a:solidFill>
                <a:latin typeface="Avenir Next"/>
                <a:ea typeface="Avenir Next"/>
                <a:cs typeface="Avenir Next"/>
              </a:defRPr>
            </a:lvl3pPr>
            <a:lvl4pPr algn="l">
              <a:defRPr sz="4650" b="1">
                <a:solidFill>
                  <a:srgbClr val="FFFFFF"/>
                </a:solidFill>
                <a:latin typeface="Avenir Next"/>
                <a:ea typeface="Avenir Next"/>
                <a:cs typeface="Avenir Next"/>
              </a:defRPr>
            </a:lvl4pPr>
            <a:lvl5pPr algn="l">
              <a:defRPr sz="4650" b="1">
                <a:solidFill>
                  <a:srgbClr val="FFFFFF"/>
                </a:solidFill>
                <a:latin typeface="Avenir Next"/>
                <a:ea typeface="Avenir Next"/>
                <a:cs typeface="Avenir Next"/>
              </a:defRPr>
            </a:lvl5pPr>
            <a:lvl6pPr algn="l">
              <a:defRPr sz="4650" b="1">
                <a:solidFill>
                  <a:srgbClr val="FFFFFF"/>
                </a:solidFill>
                <a:latin typeface="Avenir Next"/>
                <a:ea typeface="Avenir Next"/>
                <a:cs typeface="Avenir Next"/>
              </a:defRPr>
            </a:lvl6pPr>
            <a:lvl7pPr algn="l">
              <a:defRPr sz="4650" b="1">
                <a:solidFill>
                  <a:srgbClr val="FFFFFF"/>
                </a:solidFill>
                <a:latin typeface="Avenir Next"/>
                <a:ea typeface="Avenir Next"/>
                <a:cs typeface="Avenir Next"/>
              </a:defRPr>
            </a:lvl7pPr>
            <a:lvl8pPr algn="l">
              <a:defRPr sz="4650" b="1">
                <a:solidFill>
                  <a:srgbClr val="FFFFFF"/>
                </a:solidFill>
                <a:latin typeface="Avenir Next"/>
                <a:ea typeface="Avenir Next"/>
                <a:cs typeface="Avenir Next"/>
              </a:defRPr>
            </a:lvl8pPr>
            <a:lvl9pPr algn="l">
              <a:defRPr sz="4650" b="1">
                <a:solidFill>
                  <a:srgbClr val="FFFFFF"/>
                </a:solidFill>
                <a:latin typeface="Avenir Next"/>
                <a:ea typeface="Avenir Next"/>
                <a:cs typeface="Avenir Next"/>
              </a:defRPr>
            </a:lvl9pPr>
          </a:lstStyle>
          <a:p xmlns:a="http://schemas.openxmlformats.org/drawingml/2006/main">
            <a:pPr algn="l">
              <a:defRPr sz="4650" b="1">
                <a:solidFill>
                  <a:srgbClr val="FFFFFF"/>
                </a:solidFill>
                <a:latin typeface="Avenir Next"/>
                <a:ea typeface="Avenir Next"/>
                <a:cs typeface="Avenir Next"/>
              </a:defRPr>
            </a:pPr>
            <a:r>
              <a:rPr sz="4650" b="1">
                <a:solidFill>
                  <a:srgbClr val="FFFFFF"/>
                </a:solidFill>
                <a:latin typeface="Avenir Next"/>
                <a:ea typeface="Avenir Next"/>
                <a:cs typeface="Avenir Next"/>
              </a:rPr>
              <a:t>Robot Framework</a:t>
            </a:r>
          </a:p>
        </p:txBody>
      </p:sp>
      <p:sp>
        <p:nvSpPr>
          <p:cNvPr id="3" name="">
            <a:extLst xmlns:a="http://schemas.openxmlformats.org/drawingml/2006/main">
              <a:ext uri="{FF2B5EF4-FFF2-40B4-BE49-F238E27FC236}">
                <a16:creationId xmlns:a16="http://schemas.microsoft.com/office/drawing/2014/main" id="{3FE92D83-1051-4CE7-A458-4D88A796F757}"/>
              </a:ext>
            </a:extLst>
          </p:cNvPr>
          <p:cNvSpPr>
            <a:spLocks xmlns:a="http://schemas.openxmlformats.org/drawingml/2006/main" noGrp="1"/>
          </p:cNvSpPr>
          <p:nvPr/>
        </p:nvSpPr>
        <p:spPr>
          <a:xfrm xmlns:a="http://schemas.openxmlformats.org/drawingml/2006/main">
            <a:off x="714375" y="2457450"/>
            <a:ext cx="10001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0">
                <a:solidFill>
                  <a:srgbClr val="DCECEA"/>
                </a:solidFill>
                <a:latin typeface="Avenir Next"/>
                <a:ea typeface="Avenir Next"/>
                <a:cs typeface="Avenir Next"/>
              </a:defRPr>
            </a:defPPr>
            <a:lvl1pPr algn="l">
              <a:defRPr sz="2550" b="0">
                <a:solidFill>
                  <a:srgbClr val="DCECEA"/>
                </a:solidFill>
                <a:latin typeface="Avenir Next"/>
                <a:ea typeface="Avenir Next"/>
                <a:cs typeface="Avenir Next"/>
              </a:defRPr>
            </a:lvl1pPr>
            <a:lvl2pPr algn="l">
              <a:defRPr sz="2550" b="0">
                <a:solidFill>
                  <a:srgbClr val="DCECEA"/>
                </a:solidFill>
                <a:latin typeface="Avenir Next"/>
                <a:ea typeface="Avenir Next"/>
                <a:cs typeface="Avenir Next"/>
              </a:defRPr>
            </a:lvl2pPr>
            <a:lvl3pPr algn="l">
              <a:defRPr sz="2550" b="0">
                <a:solidFill>
                  <a:srgbClr val="DCECEA"/>
                </a:solidFill>
                <a:latin typeface="Avenir Next"/>
                <a:ea typeface="Avenir Next"/>
                <a:cs typeface="Avenir Next"/>
              </a:defRPr>
            </a:lvl3pPr>
            <a:lvl4pPr algn="l">
              <a:defRPr sz="2550" b="0">
                <a:solidFill>
                  <a:srgbClr val="DCECEA"/>
                </a:solidFill>
                <a:latin typeface="Avenir Next"/>
                <a:ea typeface="Avenir Next"/>
                <a:cs typeface="Avenir Next"/>
              </a:defRPr>
            </a:lvl4pPr>
            <a:lvl5pPr algn="l">
              <a:defRPr sz="2550" b="0">
                <a:solidFill>
                  <a:srgbClr val="DCECEA"/>
                </a:solidFill>
                <a:latin typeface="Avenir Next"/>
                <a:ea typeface="Avenir Next"/>
                <a:cs typeface="Avenir Next"/>
              </a:defRPr>
            </a:lvl5pPr>
            <a:lvl6pPr algn="l">
              <a:defRPr sz="2550" b="0">
                <a:solidFill>
                  <a:srgbClr val="DCECEA"/>
                </a:solidFill>
                <a:latin typeface="Avenir Next"/>
                <a:ea typeface="Avenir Next"/>
                <a:cs typeface="Avenir Next"/>
              </a:defRPr>
            </a:lvl6pPr>
            <a:lvl7pPr algn="l">
              <a:defRPr sz="2550" b="0">
                <a:solidFill>
                  <a:srgbClr val="DCECEA"/>
                </a:solidFill>
                <a:latin typeface="Avenir Next"/>
                <a:ea typeface="Avenir Next"/>
                <a:cs typeface="Avenir Next"/>
              </a:defRPr>
            </a:lvl7pPr>
            <a:lvl8pPr algn="l">
              <a:defRPr sz="2550" b="0">
                <a:solidFill>
                  <a:srgbClr val="DCECEA"/>
                </a:solidFill>
                <a:latin typeface="Avenir Next"/>
                <a:ea typeface="Avenir Next"/>
                <a:cs typeface="Avenir Next"/>
              </a:defRPr>
            </a:lvl8pPr>
            <a:lvl9pPr algn="l">
              <a:defRPr sz="2550" b="0">
                <a:solidFill>
                  <a:srgbClr val="DCECEA"/>
                </a:solidFill>
                <a:latin typeface="Avenir Next"/>
                <a:ea typeface="Avenir Next"/>
                <a:cs typeface="Avenir Next"/>
              </a:defRPr>
            </a:lvl9pPr>
          </a:lstStyle>
          <a:p xmlns:a="http://schemas.openxmlformats.org/drawingml/2006/main">
            <a:pPr algn="l">
              <a:defRPr sz="2550" b="0">
                <a:solidFill>
                  <a:srgbClr val="DCECEA"/>
                </a:solidFill>
                <a:latin typeface="Avenir Next"/>
                <a:ea typeface="Avenir Next"/>
                <a:cs typeface="Avenir Next"/>
              </a:defRPr>
            </a:pPr>
            <a:r>
              <a:rPr sz="2550" b="0">
                <a:solidFill>
                  <a:srgbClr val="DCECEA"/>
                </a:solidFill>
                <a:latin typeface="Avenir Next"/>
                <a:ea typeface="Avenir Next"/>
                <a:cs typeface="Avenir Next"/>
              </a:rPr>
              <a:t>Automatización E2E del módulo G4 de Qolqe</a:t>
            </a:r>
          </a:p>
        </p:txBody>
      </p:sp>
      <p:sp>
        <p:nvSpPr>
          <p:cNvPr id="4" name="">
            <a:extLst xmlns:a="http://schemas.openxmlformats.org/drawingml/2006/main">
              <a:ext uri="{FF2B5EF4-FFF2-40B4-BE49-F238E27FC236}">
                <a16:creationId xmlns:a16="http://schemas.microsoft.com/office/drawing/2014/main" id="{9B430DD9-40E1-40F1-90BC-A6C716C47ADD}"/>
              </a:ext>
            </a:extLst>
          </p:cNvPr>
          <p:cNvSpPr>
            <a:spLocks xmlns:a="http://schemas.openxmlformats.org/drawingml/2006/main" noGrp="1"/>
          </p:cNvSpPr>
          <p:nvPr/>
        </p:nvSpPr>
        <p:spPr>
          <a:xfrm xmlns:a="http://schemas.openxmlformats.org/drawingml/2006/main">
            <a:off x="714375" y="3562350"/>
            <a:ext cx="1666875" cy="57150"/>
          </a:xfrm>
          <a:prstGeom xmlns:a="http://schemas.openxmlformats.org/drawingml/2006/main" prst="rect">
            <a:avLst/>
          </a:prstGeom>
          <a:solidFill xmlns:a="http://schemas.openxmlformats.org/drawingml/2006/main">
            <a:srgbClr val="E9A26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E9EC541-0E94-4EB8-BDA8-CF25FCD851EA}"/>
              </a:ext>
            </a:extLst>
          </p:cNvPr>
          <p:cNvSpPr>
            <a:spLocks xmlns:a="http://schemas.openxmlformats.org/drawingml/2006/main" noGrp="1"/>
          </p:cNvSpPr>
          <p:nvPr/>
        </p:nvSpPr>
        <p:spPr>
          <a:xfrm xmlns:a="http://schemas.openxmlformats.org/drawingml/2006/main">
            <a:off x="714375" y="3914775"/>
            <a:ext cx="1000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75" b="0">
                <a:solidFill>
                  <a:srgbClr val="FFFFFF"/>
                </a:solidFill>
                <a:latin typeface="Avenir Next"/>
                <a:ea typeface="Avenir Next"/>
                <a:cs typeface="Avenir Next"/>
              </a:defRPr>
            </a:defPPr>
            <a:lvl1pPr algn="l">
              <a:defRPr sz="2175" b="0">
                <a:solidFill>
                  <a:srgbClr val="FFFFFF"/>
                </a:solidFill>
                <a:latin typeface="Avenir Next"/>
                <a:ea typeface="Avenir Next"/>
                <a:cs typeface="Avenir Next"/>
              </a:defRPr>
            </a:lvl1pPr>
            <a:lvl2pPr algn="l">
              <a:defRPr sz="2175" b="0">
                <a:solidFill>
                  <a:srgbClr val="FFFFFF"/>
                </a:solidFill>
                <a:latin typeface="Avenir Next"/>
                <a:ea typeface="Avenir Next"/>
                <a:cs typeface="Avenir Next"/>
              </a:defRPr>
            </a:lvl2pPr>
            <a:lvl3pPr algn="l">
              <a:defRPr sz="2175" b="0">
                <a:solidFill>
                  <a:srgbClr val="FFFFFF"/>
                </a:solidFill>
                <a:latin typeface="Avenir Next"/>
                <a:ea typeface="Avenir Next"/>
                <a:cs typeface="Avenir Next"/>
              </a:defRPr>
            </a:lvl3pPr>
            <a:lvl4pPr algn="l">
              <a:defRPr sz="2175" b="0">
                <a:solidFill>
                  <a:srgbClr val="FFFFFF"/>
                </a:solidFill>
                <a:latin typeface="Avenir Next"/>
                <a:ea typeface="Avenir Next"/>
                <a:cs typeface="Avenir Next"/>
              </a:defRPr>
            </a:lvl4pPr>
            <a:lvl5pPr algn="l">
              <a:defRPr sz="2175" b="0">
                <a:solidFill>
                  <a:srgbClr val="FFFFFF"/>
                </a:solidFill>
                <a:latin typeface="Avenir Next"/>
                <a:ea typeface="Avenir Next"/>
                <a:cs typeface="Avenir Next"/>
              </a:defRPr>
            </a:lvl5pPr>
            <a:lvl6pPr algn="l">
              <a:defRPr sz="2175" b="0">
                <a:solidFill>
                  <a:srgbClr val="FFFFFF"/>
                </a:solidFill>
                <a:latin typeface="Avenir Next"/>
                <a:ea typeface="Avenir Next"/>
                <a:cs typeface="Avenir Next"/>
              </a:defRPr>
            </a:lvl6pPr>
            <a:lvl7pPr algn="l">
              <a:defRPr sz="2175" b="0">
                <a:solidFill>
                  <a:srgbClr val="FFFFFF"/>
                </a:solidFill>
                <a:latin typeface="Avenir Next"/>
                <a:ea typeface="Avenir Next"/>
                <a:cs typeface="Avenir Next"/>
              </a:defRPr>
            </a:lvl7pPr>
            <a:lvl8pPr algn="l">
              <a:defRPr sz="2175" b="0">
                <a:solidFill>
                  <a:srgbClr val="FFFFFF"/>
                </a:solidFill>
                <a:latin typeface="Avenir Next"/>
                <a:ea typeface="Avenir Next"/>
                <a:cs typeface="Avenir Next"/>
              </a:defRPr>
            </a:lvl8pPr>
            <a:lvl9pPr algn="l">
              <a:defRPr sz="2175" b="0">
                <a:solidFill>
                  <a:srgbClr val="FFFFFF"/>
                </a:solidFill>
                <a:latin typeface="Avenir Next"/>
                <a:ea typeface="Avenir Next"/>
                <a:cs typeface="Avenir Next"/>
              </a:defRPr>
            </a:lvl9pPr>
          </a:lstStyle>
          <a:p xmlns:a="http://schemas.openxmlformats.org/drawingml/2006/main">
            <a:pPr algn="l">
              <a:defRPr sz="2175" b="0">
                <a:solidFill>
                  <a:srgbClr val="FFFFFF"/>
                </a:solidFill>
                <a:latin typeface="Avenir Next"/>
                <a:ea typeface="Avenir Next"/>
                <a:cs typeface="Avenir Next"/>
              </a:defRPr>
            </a:pPr>
            <a:r>
              <a:rPr sz="2175" b="0">
                <a:solidFill>
                  <a:srgbClr val="FFFFFF"/>
                </a:solidFill>
                <a:latin typeface="Avenir Next"/>
                <a:ea typeface="Avenir Next"/>
                <a:cs typeface="Avenir Next"/>
              </a:rPr>
              <a:t>Contacto → solicitud → aceptación</a:t>
            </a:r>
          </a:p>
        </p:txBody>
      </p:sp>
      <p:sp>
        <p:nvSpPr>
          <p:cNvPr id="6" name="">
            <a:extLst xmlns:a="http://schemas.openxmlformats.org/drawingml/2006/main">
              <a:ext uri="{FF2B5EF4-FFF2-40B4-BE49-F238E27FC236}">
                <a16:creationId xmlns:a16="http://schemas.microsoft.com/office/drawing/2014/main" id="{6D57F719-8E3F-42EC-91D5-F91FC3C59469}"/>
              </a:ext>
            </a:extLst>
          </p:cNvPr>
          <p:cNvSpPr>
            <a:spLocks xmlns:a="http://schemas.openxmlformats.org/drawingml/2006/main" noGrp="1"/>
          </p:cNvSpPr>
          <p:nvPr/>
        </p:nvSpPr>
        <p:spPr>
          <a:xfrm xmlns:a="http://schemas.openxmlformats.org/drawingml/2006/main">
            <a:off x="714375" y="5715000"/>
            <a:ext cx="7905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0">
                <a:solidFill>
                  <a:srgbClr val="BFD3D0"/>
                </a:solidFill>
                <a:latin typeface="Avenir Next"/>
                <a:ea typeface="Avenir Next"/>
                <a:cs typeface="Avenir Next"/>
              </a:defRPr>
            </a:defPPr>
            <a:lvl1pPr algn="l">
              <a:defRPr sz="1650" b="0">
                <a:solidFill>
                  <a:srgbClr val="BFD3D0"/>
                </a:solidFill>
                <a:latin typeface="Avenir Next"/>
                <a:ea typeface="Avenir Next"/>
                <a:cs typeface="Avenir Next"/>
              </a:defRPr>
            </a:lvl1pPr>
            <a:lvl2pPr algn="l">
              <a:defRPr sz="1650" b="0">
                <a:solidFill>
                  <a:srgbClr val="BFD3D0"/>
                </a:solidFill>
                <a:latin typeface="Avenir Next"/>
                <a:ea typeface="Avenir Next"/>
                <a:cs typeface="Avenir Next"/>
              </a:defRPr>
            </a:lvl2pPr>
            <a:lvl3pPr algn="l">
              <a:defRPr sz="1650" b="0">
                <a:solidFill>
                  <a:srgbClr val="BFD3D0"/>
                </a:solidFill>
                <a:latin typeface="Avenir Next"/>
                <a:ea typeface="Avenir Next"/>
                <a:cs typeface="Avenir Next"/>
              </a:defRPr>
            </a:lvl3pPr>
            <a:lvl4pPr algn="l">
              <a:defRPr sz="1650" b="0">
                <a:solidFill>
                  <a:srgbClr val="BFD3D0"/>
                </a:solidFill>
                <a:latin typeface="Avenir Next"/>
                <a:ea typeface="Avenir Next"/>
                <a:cs typeface="Avenir Next"/>
              </a:defRPr>
            </a:lvl4pPr>
            <a:lvl5pPr algn="l">
              <a:defRPr sz="1650" b="0">
                <a:solidFill>
                  <a:srgbClr val="BFD3D0"/>
                </a:solidFill>
                <a:latin typeface="Avenir Next"/>
                <a:ea typeface="Avenir Next"/>
                <a:cs typeface="Avenir Next"/>
              </a:defRPr>
            </a:lvl5pPr>
            <a:lvl6pPr algn="l">
              <a:defRPr sz="1650" b="0">
                <a:solidFill>
                  <a:srgbClr val="BFD3D0"/>
                </a:solidFill>
                <a:latin typeface="Avenir Next"/>
                <a:ea typeface="Avenir Next"/>
                <a:cs typeface="Avenir Next"/>
              </a:defRPr>
            </a:lvl6pPr>
            <a:lvl7pPr algn="l">
              <a:defRPr sz="1650" b="0">
                <a:solidFill>
                  <a:srgbClr val="BFD3D0"/>
                </a:solidFill>
                <a:latin typeface="Avenir Next"/>
                <a:ea typeface="Avenir Next"/>
                <a:cs typeface="Avenir Next"/>
              </a:defRPr>
            </a:lvl7pPr>
            <a:lvl8pPr algn="l">
              <a:defRPr sz="1650" b="0">
                <a:solidFill>
                  <a:srgbClr val="BFD3D0"/>
                </a:solidFill>
                <a:latin typeface="Avenir Next"/>
                <a:ea typeface="Avenir Next"/>
                <a:cs typeface="Avenir Next"/>
              </a:defRPr>
            </a:lvl8pPr>
            <a:lvl9pPr algn="l">
              <a:defRPr sz="1650" b="0">
                <a:solidFill>
                  <a:srgbClr val="BFD3D0"/>
                </a:solidFill>
                <a:latin typeface="Avenir Next"/>
                <a:ea typeface="Avenir Next"/>
                <a:cs typeface="Avenir Next"/>
              </a:defRPr>
            </a:lvl9pPr>
          </a:lstStyle>
          <a:p xmlns:a="http://schemas.openxmlformats.org/drawingml/2006/main">
            <a:pPr algn="l">
              <a:defRPr sz="1650" b="0">
                <a:solidFill>
                  <a:srgbClr val="BFD3D0"/>
                </a:solidFill>
                <a:latin typeface="Avenir Next"/>
                <a:ea typeface="Avenir Next"/>
                <a:cs typeface="Avenir Next"/>
              </a:defRPr>
            </a:pPr>
            <a:r>
              <a:rPr sz="1650" b="0">
                <a:solidFill>
                  <a:srgbClr val="BFD3D0"/>
                </a:solidFill>
                <a:latin typeface="Avenir Next"/>
                <a:ea typeface="Avenir Next"/>
                <a:cs typeface="Avenir Next"/>
              </a:rPr>
              <a:t>CS5383 · Grupo 4 · Johar</a:t>
            </a:r>
          </a:p>
        </p:txBody>
      </p:sp>
    </p:spTree>
    <p:extLst>
      <p:ext uri="{BB962C8B-B14F-4D97-AF65-F5344CB8AC3E}">
        <p14:creationId xmlns:p14="http://schemas.microsoft.com/office/powerpoint/2010/main" val="284708514"/>
      </p:ext>
    </p:extLst>
  </p:cSld>
</p:sld>
</file>

<file path=ppt/slides/slide2.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BB160E1-B284-43E5-B74C-F37DB827A7C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A777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FF1D169-6211-4D18-B992-AB1E7C095C19}"/>
              </a:ext>
            </a:extLst>
          </p:cNvPr>
          <p:cNvSpPr>
            <a:spLocks xmlns:a="http://schemas.openxmlformats.org/drawingml/2006/main" noGrp="1"/>
          </p:cNvSpPr>
          <p:nvPr/>
        </p:nvSpPr>
        <p:spPr>
          <a:xfrm xmlns:a="http://schemas.openxmlformats.org/drawingml/2006/main">
            <a:off x="666750" y="428625"/>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000" b="1">
                <a:solidFill>
                  <a:srgbClr val="142B3D"/>
                </a:solidFill>
                <a:latin typeface="Avenir Next"/>
                <a:ea typeface="Avenir Next"/>
                <a:cs typeface="Avenir Next"/>
              </a:defRPr>
            </a:defPPr>
            <a:lvl1pPr algn="l">
              <a:defRPr sz="3000" b="1">
                <a:solidFill>
                  <a:srgbClr val="142B3D"/>
                </a:solidFill>
                <a:latin typeface="Avenir Next"/>
                <a:ea typeface="Avenir Next"/>
                <a:cs typeface="Avenir Next"/>
              </a:defRPr>
            </a:lvl1pPr>
            <a:lvl2pPr algn="l">
              <a:defRPr sz="3000" b="1">
                <a:solidFill>
                  <a:srgbClr val="142B3D"/>
                </a:solidFill>
                <a:latin typeface="Avenir Next"/>
                <a:ea typeface="Avenir Next"/>
                <a:cs typeface="Avenir Next"/>
              </a:defRPr>
            </a:lvl2pPr>
            <a:lvl3pPr algn="l">
              <a:defRPr sz="3000" b="1">
                <a:solidFill>
                  <a:srgbClr val="142B3D"/>
                </a:solidFill>
                <a:latin typeface="Avenir Next"/>
                <a:ea typeface="Avenir Next"/>
                <a:cs typeface="Avenir Next"/>
              </a:defRPr>
            </a:lvl3pPr>
            <a:lvl4pPr algn="l">
              <a:defRPr sz="3000" b="1">
                <a:solidFill>
                  <a:srgbClr val="142B3D"/>
                </a:solidFill>
                <a:latin typeface="Avenir Next"/>
                <a:ea typeface="Avenir Next"/>
                <a:cs typeface="Avenir Next"/>
              </a:defRPr>
            </a:lvl4pPr>
            <a:lvl5pPr algn="l">
              <a:defRPr sz="3000" b="1">
                <a:solidFill>
                  <a:srgbClr val="142B3D"/>
                </a:solidFill>
                <a:latin typeface="Avenir Next"/>
                <a:ea typeface="Avenir Next"/>
                <a:cs typeface="Avenir Next"/>
              </a:defRPr>
            </a:lvl5pPr>
            <a:lvl6pPr algn="l">
              <a:defRPr sz="3000" b="1">
                <a:solidFill>
                  <a:srgbClr val="142B3D"/>
                </a:solidFill>
                <a:latin typeface="Avenir Next"/>
                <a:ea typeface="Avenir Next"/>
                <a:cs typeface="Avenir Next"/>
              </a:defRPr>
            </a:lvl6pPr>
            <a:lvl7pPr algn="l">
              <a:defRPr sz="3000" b="1">
                <a:solidFill>
                  <a:srgbClr val="142B3D"/>
                </a:solidFill>
                <a:latin typeface="Avenir Next"/>
                <a:ea typeface="Avenir Next"/>
                <a:cs typeface="Avenir Next"/>
              </a:defRPr>
            </a:lvl7pPr>
            <a:lvl8pPr algn="l">
              <a:defRPr sz="3000" b="1">
                <a:solidFill>
                  <a:srgbClr val="142B3D"/>
                </a:solidFill>
                <a:latin typeface="Avenir Next"/>
                <a:ea typeface="Avenir Next"/>
                <a:cs typeface="Avenir Next"/>
              </a:defRPr>
            </a:lvl8pPr>
            <a:lvl9pPr algn="l">
              <a:defRPr sz="3000" b="1">
                <a:solidFill>
                  <a:srgbClr val="142B3D"/>
                </a:solidFill>
                <a:latin typeface="Avenir Next"/>
                <a:ea typeface="Avenir Next"/>
                <a:cs typeface="Avenir Next"/>
              </a:defRPr>
            </a:lvl9pPr>
          </a:lstStyle>
          <a:p xmlns:a="http://schemas.openxmlformats.org/drawingml/2006/main">
            <a:pPr algn="l">
              <a:defRPr sz="3000" b="1">
                <a:solidFill>
                  <a:srgbClr val="142B3D"/>
                </a:solidFill>
                <a:latin typeface="Avenir Next"/>
                <a:ea typeface="Avenir Next"/>
                <a:cs typeface="Avenir Next"/>
              </a:defRPr>
            </a:pPr>
            <a:r>
              <a:rPr sz="3000" b="1">
                <a:solidFill>
                  <a:srgbClr val="142B3D"/>
                </a:solidFill>
                <a:latin typeface="Avenir Next"/>
                <a:ea typeface="Avenir Next"/>
                <a:cs typeface="Avenir Next"/>
              </a:rPr>
              <a:t>Qué es y qué problema resuelve</a:t>
            </a:r>
          </a:p>
        </p:txBody>
      </p:sp>
      <p:sp>
        <p:nvSpPr>
          <p:cNvPr id="3" name="">
            <a:extLst xmlns:a="http://schemas.openxmlformats.org/drawingml/2006/main">
              <a:ext uri="{FF2B5EF4-FFF2-40B4-BE49-F238E27FC236}">
                <a16:creationId xmlns:a16="http://schemas.microsoft.com/office/drawing/2014/main" id="{88BB55C6-85A8-45CE-AEE2-606F82953D8B}"/>
              </a:ext>
            </a:extLst>
          </p:cNvPr>
          <p:cNvSpPr>
            <a:spLocks xmlns:a="http://schemas.openxmlformats.org/drawingml/2006/main" noGrp="1"/>
          </p:cNvSpPr>
          <p:nvPr/>
        </p:nvSpPr>
        <p:spPr>
          <a:xfrm xmlns:a="http://schemas.openxmlformats.org/drawingml/2006/main">
            <a:off x="666750" y="1257300"/>
            <a:ext cx="10668000" cy="19050"/>
          </a:xfrm>
          <a:prstGeom xmlns:a="http://schemas.openxmlformats.org/drawingml/2006/main" prst="rect">
            <a:avLst/>
          </a:prstGeom>
          <a:solidFill xmlns:a="http://schemas.openxmlformats.org/drawingml/2006/main">
            <a:srgbClr val="B9C8C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7B976DC-69DC-421E-978F-0245AD2AFA53}"/>
              </a:ext>
            </a:extLst>
          </p:cNvPr>
          <p:cNvSpPr>
            <a:spLocks xmlns:a="http://schemas.openxmlformats.org/drawingml/2006/main" noGrp="1"/>
          </p:cNvSpPr>
          <p:nvPr/>
        </p:nvSpPr>
        <p:spPr>
          <a:xfrm xmlns:a="http://schemas.openxmlformats.org/drawingml/2006/main">
            <a:off x="10858500" y="630555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526271"/>
                </a:solidFill>
                <a:latin typeface="Avenir Next"/>
                <a:ea typeface="Avenir Next"/>
                <a:cs typeface="Avenir Next"/>
              </a:defRPr>
            </a:defPPr>
            <a:lvl1pPr algn="r">
              <a:defRPr sz="1125" b="1">
                <a:solidFill>
                  <a:srgbClr val="526271"/>
                </a:solidFill>
                <a:latin typeface="Avenir Next"/>
                <a:ea typeface="Avenir Next"/>
                <a:cs typeface="Avenir Next"/>
              </a:defRPr>
            </a:lvl1pPr>
            <a:lvl2pPr algn="r">
              <a:defRPr sz="1125" b="1">
                <a:solidFill>
                  <a:srgbClr val="526271"/>
                </a:solidFill>
                <a:latin typeface="Avenir Next"/>
                <a:ea typeface="Avenir Next"/>
                <a:cs typeface="Avenir Next"/>
              </a:defRPr>
            </a:lvl2pPr>
            <a:lvl3pPr algn="r">
              <a:defRPr sz="1125" b="1">
                <a:solidFill>
                  <a:srgbClr val="526271"/>
                </a:solidFill>
                <a:latin typeface="Avenir Next"/>
                <a:ea typeface="Avenir Next"/>
                <a:cs typeface="Avenir Next"/>
              </a:defRPr>
            </a:lvl3pPr>
            <a:lvl4pPr algn="r">
              <a:defRPr sz="1125" b="1">
                <a:solidFill>
                  <a:srgbClr val="526271"/>
                </a:solidFill>
                <a:latin typeface="Avenir Next"/>
                <a:ea typeface="Avenir Next"/>
                <a:cs typeface="Avenir Next"/>
              </a:defRPr>
            </a:lvl4pPr>
            <a:lvl5pPr algn="r">
              <a:defRPr sz="1125" b="1">
                <a:solidFill>
                  <a:srgbClr val="526271"/>
                </a:solidFill>
                <a:latin typeface="Avenir Next"/>
                <a:ea typeface="Avenir Next"/>
                <a:cs typeface="Avenir Next"/>
              </a:defRPr>
            </a:lvl5pPr>
            <a:lvl6pPr algn="r">
              <a:defRPr sz="1125" b="1">
                <a:solidFill>
                  <a:srgbClr val="526271"/>
                </a:solidFill>
                <a:latin typeface="Avenir Next"/>
                <a:ea typeface="Avenir Next"/>
                <a:cs typeface="Avenir Next"/>
              </a:defRPr>
            </a:lvl6pPr>
            <a:lvl7pPr algn="r">
              <a:defRPr sz="1125" b="1">
                <a:solidFill>
                  <a:srgbClr val="526271"/>
                </a:solidFill>
                <a:latin typeface="Avenir Next"/>
                <a:ea typeface="Avenir Next"/>
                <a:cs typeface="Avenir Next"/>
              </a:defRPr>
            </a:lvl7pPr>
            <a:lvl8pPr algn="r">
              <a:defRPr sz="1125" b="1">
                <a:solidFill>
                  <a:srgbClr val="526271"/>
                </a:solidFill>
                <a:latin typeface="Avenir Next"/>
                <a:ea typeface="Avenir Next"/>
                <a:cs typeface="Avenir Next"/>
              </a:defRPr>
            </a:lvl8pPr>
            <a:lvl9pPr algn="r">
              <a:defRPr sz="1125" b="1">
                <a:solidFill>
                  <a:srgbClr val="526271"/>
                </a:solidFill>
                <a:latin typeface="Avenir Next"/>
                <a:ea typeface="Avenir Next"/>
                <a:cs typeface="Avenir Next"/>
              </a:defRPr>
            </a:lvl9pPr>
          </a:lstStyle>
          <a:p xmlns:a="http://schemas.openxmlformats.org/drawingml/2006/main">
            <a:pPr algn="r">
              <a:defRPr sz="1125" b="1">
                <a:solidFill>
                  <a:srgbClr val="526271"/>
                </a:solidFill>
                <a:latin typeface="Avenir Next"/>
                <a:ea typeface="Avenir Next"/>
                <a:cs typeface="Avenir Next"/>
              </a:defRPr>
            </a:pPr>
            <a:r>
              <a:rPr sz="1125" b="1">
                <a:solidFill>
                  <a:srgbClr val="526271"/>
                </a:solidFill>
                <a:latin typeface="Avenir Next"/>
                <a:ea typeface="Avenir Next"/>
                <a:cs typeface="Avenir Next"/>
              </a:rPr>
              <a:t>02</a:t>
            </a:r>
          </a:p>
        </p:txBody>
      </p:sp>
      <p:sp>
        <p:nvSpPr>
          <p:cNvPr id="5" name="">
            <a:extLst xmlns:a="http://schemas.openxmlformats.org/drawingml/2006/main">
              <a:ext uri="{FF2B5EF4-FFF2-40B4-BE49-F238E27FC236}">
                <a16:creationId xmlns:a16="http://schemas.microsoft.com/office/drawing/2014/main" id="{11DC2B6A-3FA4-4B1F-85EE-A443FE113510}"/>
              </a:ext>
            </a:extLst>
          </p:cNvPr>
          <p:cNvSpPr>
            <a:spLocks xmlns:a="http://schemas.openxmlformats.org/drawingml/2006/main" noGrp="1"/>
          </p:cNvSpPr>
          <p:nvPr/>
        </p:nvSpPr>
        <p:spPr>
          <a:xfrm xmlns:a="http://schemas.openxmlformats.org/drawingml/2006/main">
            <a:off x="714375" y="1704975"/>
            <a:ext cx="4286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0A7777"/>
                </a:solidFill>
                <a:latin typeface="Avenir Next"/>
                <a:ea typeface="Avenir Next"/>
                <a:cs typeface="Avenir Next"/>
              </a:defRPr>
            </a:defPPr>
            <a:lvl1pPr algn="l">
              <a:defRPr sz="1275" b="1">
                <a:solidFill>
                  <a:srgbClr val="0A7777"/>
                </a:solidFill>
                <a:latin typeface="Avenir Next"/>
                <a:ea typeface="Avenir Next"/>
                <a:cs typeface="Avenir Next"/>
              </a:defRPr>
            </a:lvl1pPr>
            <a:lvl2pPr algn="l">
              <a:defRPr sz="1275" b="1">
                <a:solidFill>
                  <a:srgbClr val="0A7777"/>
                </a:solidFill>
                <a:latin typeface="Avenir Next"/>
                <a:ea typeface="Avenir Next"/>
                <a:cs typeface="Avenir Next"/>
              </a:defRPr>
            </a:lvl2pPr>
            <a:lvl3pPr algn="l">
              <a:defRPr sz="1275" b="1">
                <a:solidFill>
                  <a:srgbClr val="0A7777"/>
                </a:solidFill>
                <a:latin typeface="Avenir Next"/>
                <a:ea typeface="Avenir Next"/>
                <a:cs typeface="Avenir Next"/>
              </a:defRPr>
            </a:lvl3pPr>
            <a:lvl4pPr algn="l">
              <a:defRPr sz="1275" b="1">
                <a:solidFill>
                  <a:srgbClr val="0A7777"/>
                </a:solidFill>
                <a:latin typeface="Avenir Next"/>
                <a:ea typeface="Avenir Next"/>
                <a:cs typeface="Avenir Next"/>
              </a:defRPr>
            </a:lvl4pPr>
            <a:lvl5pPr algn="l">
              <a:defRPr sz="1275" b="1">
                <a:solidFill>
                  <a:srgbClr val="0A7777"/>
                </a:solidFill>
                <a:latin typeface="Avenir Next"/>
                <a:ea typeface="Avenir Next"/>
                <a:cs typeface="Avenir Next"/>
              </a:defRPr>
            </a:lvl5pPr>
            <a:lvl6pPr algn="l">
              <a:defRPr sz="1275" b="1">
                <a:solidFill>
                  <a:srgbClr val="0A7777"/>
                </a:solidFill>
                <a:latin typeface="Avenir Next"/>
                <a:ea typeface="Avenir Next"/>
                <a:cs typeface="Avenir Next"/>
              </a:defRPr>
            </a:lvl6pPr>
            <a:lvl7pPr algn="l">
              <a:defRPr sz="1275" b="1">
                <a:solidFill>
                  <a:srgbClr val="0A7777"/>
                </a:solidFill>
                <a:latin typeface="Avenir Next"/>
                <a:ea typeface="Avenir Next"/>
                <a:cs typeface="Avenir Next"/>
              </a:defRPr>
            </a:lvl7pPr>
            <a:lvl8pPr algn="l">
              <a:defRPr sz="1275" b="1">
                <a:solidFill>
                  <a:srgbClr val="0A7777"/>
                </a:solidFill>
                <a:latin typeface="Avenir Next"/>
                <a:ea typeface="Avenir Next"/>
                <a:cs typeface="Avenir Next"/>
              </a:defRPr>
            </a:lvl8pPr>
            <a:lvl9pPr algn="l">
              <a:defRPr sz="1275" b="1">
                <a:solidFill>
                  <a:srgbClr val="0A7777"/>
                </a:solidFill>
                <a:latin typeface="Avenir Next"/>
                <a:ea typeface="Avenir Next"/>
                <a:cs typeface="Avenir Next"/>
              </a:defRPr>
            </a:lvl9pPr>
          </a:lstStyle>
          <a:p xmlns:a="http://schemas.openxmlformats.org/drawingml/2006/main">
            <a:pPr algn="l">
              <a:defRPr sz="1275" b="1">
                <a:solidFill>
                  <a:srgbClr val="0A7777"/>
                </a:solidFill>
                <a:latin typeface="Avenir Next"/>
                <a:ea typeface="Avenir Next"/>
                <a:cs typeface="Avenir Next"/>
              </a:defRPr>
            </a:pPr>
            <a:r>
              <a:rPr sz="1275" b="1">
                <a:solidFill>
                  <a:srgbClr val="0A7777"/>
                </a:solidFill>
                <a:latin typeface="Avenir Next"/>
                <a:ea typeface="Avenir Next"/>
                <a:cs typeface="Avenir Next"/>
              </a:rPr>
              <a:t>QUÉ ES</a:t>
            </a:r>
          </a:p>
        </p:txBody>
      </p:sp>
      <p:sp>
        <p:nvSpPr>
          <p:cNvPr id="6" name="">
            <a:extLst xmlns:a="http://schemas.openxmlformats.org/drawingml/2006/main">
              <a:ext uri="{FF2B5EF4-FFF2-40B4-BE49-F238E27FC236}">
                <a16:creationId xmlns:a16="http://schemas.microsoft.com/office/drawing/2014/main" id="{86F960DC-C3B7-4BDE-8DF4-C5B2B8D34897}"/>
              </a:ext>
            </a:extLst>
          </p:cNvPr>
          <p:cNvSpPr>
            <a:spLocks xmlns:a="http://schemas.openxmlformats.org/drawingml/2006/main" noGrp="1"/>
          </p:cNvSpPr>
          <p:nvPr/>
        </p:nvSpPr>
        <p:spPr>
          <a:xfrm xmlns:a="http://schemas.openxmlformats.org/drawingml/2006/main">
            <a:off x="714375" y="2124075"/>
            <a:ext cx="4762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00" b="0">
                <a:solidFill>
                  <a:srgbClr val="142B3D"/>
                </a:solidFill>
                <a:latin typeface="Avenir Next"/>
                <a:ea typeface="Avenir Next"/>
                <a:cs typeface="Avenir Next"/>
              </a:defRPr>
            </a:defPPr>
            <a:lvl1pPr algn="l">
              <a:defRPr sz="2400" b="0">
                <a:solidFill>
                  <a:srgbClr val="142B3D"/>
                </a:solidFill>
                <a:latin typeface="Avenir Next"/>
                <a:ea typeface="Avenir Next"/>
                <a:cs typeface="Avenir Next"/>
              </a:defRPr>
            </a:lvl1pPr>
            <a:lvl2pPr algn="l">
              <a:defRPr sz="2400" b="0">
                <a:solidFill>
                  <a:srgbClr val="142B3D"/>
                </a:solidFill>
                <a:latin typeface="Avenir Next"/>
                <a:ea typeface="Avenir Next"/>
                <a:cs typeface="Avenir Next"/>
              </a:defRPr>
            </a:lvl2pPr>
            <a:lvl3pPr algn="l">
              <a:defRPr sz="2400" b="0">
                <a:solidFill>
                  <a:srgbClr val="142B3D"/>
                </a:solidFill>
                <a:latin typeface="Avenir Next"/>
                <a:ea typeface="Avenir Next"/>
                <a:cs typeface="Avenir Next"/>
              </a:defRPr>
            </a:lvl3pPr>
            <a:lvl4pPr algn="l">
              <a:defRPr sz="2400" b="0">
                <a:solidFill>
                  <a:srgbClr val="142B3D"/>
                </a:solidFill>
                <a:latin typeface="Avenir Next"/>
                <a:ea typeface="Avenir Next"/>
                <a:cs typeface="Avenir Next"/>
              </a:defRPr>
            </a:lvl4pPr>
            <a:lvl5pPr algn="l">
              <a:defRPr sz="2400" b="0">
                <a:solidFill>
                  <a:srgbClr val="142B3D"/>
                </a:solidFill>
                <a:latin typeface="Avenir Next"/>
                <a:ea typeface="Avenir Next"/>
                <a:cs typeface="Avenir Next"/>
              </a:defRPr>
            </a:lvl5pPr>
            <a:lvl6pPr algn="l">
              <a:defRPr sz="2400" b="0">
                <a:solidFill>
                  <a:srgbClr val="142B3D"/>
                </a:solidFill>
                <a:latin typeface="Avenir Next"/>
                <a:ea typeface="Avenir Next"/>
                <a:cs typeface="Avenir Next"/>
              </a:defRPr>
            </a:lvl6pPr>
            <a:lvl7pPr algn="l">
              <a:defRPr sz="2400" b="0">
                <a:solidFill>
                  <a:srgbClr val="142B3D"/>
                </a:solidFill>
                <a:latin typeface="Avenir Next"/>
                <a:ea typeface="Avenir Next"/>
                <a:cs typeface="Avenir Next"/>
              </a:defRPr>
            </a:lvl7pPr>
            <a:lvl8pPr algn="l">
              <a:defRPr sz="2400" b="0">
                <a:solidFill>
                  <a:srgbClr val="142B3D"/>
                </a:solidFill>
                <a:latin typeface="Avenir Next"/>
                <a:ea typeface="Avenir Next"/>
                <a:cs typeface="Avenir Next"/>
              </a:defRPr>
            </a:lvl8pPr>
            <a:lvl9pPr algn="l">
              <a:defRPr sz="2400" b="0">
                <a:solidFill>
                  <a:srgbClr val="142B3D"/>
                </a:solidFill>
                <a:latin typeface="Avenir Next"/>
                <a:ea typeface="Avenir Next"/>
                <a:cs typeface="Avenir Next"/>
              </a:defRPr>
            </a:lvl9pPr>
          </a:lstStyle>
          <a:p xmlns:a="http://schemas.openxmlformats.org/drawingml/2006/main">
            <a:pPr algn="l">
              <a:defRPr sz="2400" b="0">
                <a:solidFill>
                  <a:srgbClr val="142B3D"/>
                </a:solidFill>
                <a:latin typeface="Avenir Next"/>
                <a:ea typeface="Avenir Next"/>
                <a:cs typeface="Avenir Next"/>
              </a:defRPr>
            </a:pPr>
            <a:r>
              <a:rPr sz="2400" b="0">
                <a:solidFill>
                  <a:srgbClr val="142B3D"/>
                </a:solidFill>
                <a:latin typeface="Avenir Next"/>
                <a:ea typeface="Avenir Next"/>
                <a:cs typeface="Avenir Next"/>
              </a:rPr>
              <a:t>Un marco de pruebas que expresa acciones y verificaciones con palabras clave legibles.</a:t>
            </a:r>
          </a:p>
        </p:txBody>
      </p:sp>
      <p:sp>
        <p:nvSpPr>
          <p:cNvPr id="7" name="">
            <a:extLst xmlns:a="http://schemas.openxmlformats.org/drawingml/2006/main">
              <a:ext uri="{FF2B5EF4-FFF2-40B4-BE49-F238E27FC236}">
                <a16:creationId xmlns:a16="http://schemas.microsoft.com/office/drawing/2014/main" id="{3FAEB301-0E67-409F-ADEB-EC560B229590}"/>
              </a:ext>
            </a:extLst>
          </p:cNvPr>
          <p:cNvSpPr>
            <a:spLocks xmlns:a="http://schemas.openxmlformats.org/drawingml/2006/main" noGrp="1"/>
          </p:cNvSpPr>
          <p:nvPr/>
        </p:nvSpPr>
        <p:spPr>
          <a:xfrm xmlns:a="http://schemas.openxmlformats.org/drawingml/2006/main">
            <a:off x="6286500" y="1704975"/>
            <a:ext cx="4286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0A7777"/>
                </a:solidFill>
                <a:latin typeface="Avenir Next"/>
                <a:ea typeface="Avenir Next"/>
                <a:cs typeface="Avenir Next"/>
              </a:defRPr>
            </a:defPPr>
            <a:lvl1pPr algn="l">
              <a:defRPr sz="1275" b="1">
                <a:solidFill>
                  <a:srgbClr val="0A7777"/>
                </a:solidFill>
                <a:latin typeface="Avenir Next"/>
                <a:ea typeface="Avenir Next"/>
                <a:cs typeface="Avenir Next"/>
              </a:defRPr>
            </a:lvl1pPr>
            <a:lvl2pPr algn="l">
              <a:defRPr sz="1275" b="1">
                <a:solidFill>
                  <a:srgbClr val="0A7777"/>
                </a:solidFill>
                <a:latin typeface="Avenir Next"/>
                <a:ea typeface="Avenir Next"/>
                <a:cs typeface="Avenir Next"/>
              </a:defRPr>
            </a:lvl2pPr>
            <a:lvl3pPr algn="l">
              <a:defRPr sz="1275" b="1">
                <a:solidFill>
                  <a:srgbClr val="0A7777"/>
                </a:solidFill>
                <a:latin typeface="Avenir Next"/>
                <a:ea typeface="Avenir Next"/>
                <a:cs typeface="Avenir Next"/>
              </a:defRPr>
            </a:lvl3pPr>
            <a:lvl4pPr algn="l">
              <a:defRPr sz="1275" b="1">
                <a:solidFill>
                  <a:srgbClr val="0A7777"/>
                </a:solidFill>
                <a:latin typeface="Avenir Next"/>
                <a:ea typeface="Avenir Next"/>
                <a:cs typeface="Avenir Next"/>
              </a:defRPr>
            </a:lvl4pPr>
            <a:lvl5pPr algn="l">
              <a:defRPr sz="1275" b="1">
                <a:solidFill>
                  <a:srgbClr val="0A7777"/>
                </a:solidFill>
                <a:latin typeface="Avenir Next"/>
                <a:ea typeface="Avenir Next"/>
                <a:cs typeface="Avenir Next"/>
              </a:defRPr>
            </a:lvl5pPr>
            <a:lvl6pPr algn="l">
              <a:defRPr sz="1275" b="1">
                <a:solidFill>
                  <a:srgbClr val="0A7777"/>
                </a:solidFill>
                <a:latin typeface="Avenir Next"/>
                <a:ea typeface="Avenir Next"/>
                <a:cs typeface="Avenir Next"/>
              </a:defRPr>
            </a:lvl6pPr>
            <a:lvl7pPr algn="l">
              <a:defRPr sz="1275" b="1">
                <a:solidFill>
                  <a:srgbClr val="0A7777"/>
                </a:solidFill>
                <a:latin typeface="Avenir Next"/>
                <a:ea typeface="Avenir Next"/>
                <a:cs typeface="Avenir Next"/>
              </a:defRPr>
            </a:lvl7pPr>
            <a:lvl8pPr algn="l">
              <a:defRPr sz="1275" b="1">
                <a:solidFill>
                  <a:srgbClr val="0A7777"/>
                </a:solidFill>
                <a:latin typeface="Avenir Next"/>
                <a:ea typeface="Avenir Next"/>
                <a:cs typeface="Avenir Next"/>
              </a:defRPr>
            </a:lvl8pPr>
            <a:lvl9pPr algn="l">
              <a:defRPr sz="1275" b="1">
                <a:solidFill>
                  <a:srgbClr val="0A7777"/>
                </a:solidFill>
                <a:latin typeface="Avenir Next"/>
                <a:ea typeface="Avenir Next"/>
                <a:cs typeface="Avenir Next"/>
              </a:defRPr>
            </a:lvl9pPr>
          </a:lstStyle>
          <a:p xmlns:a="http://schemas.openxmlformats.org/drawingml/2006/main">
            <a:pPr algn="l">
              <a:defRPr sz="1275" b="1">
                <a:solidFill>
                  <a:srgbClr val="0A7777"/>
                </a:solidFill>
                <a:latin typeface="Avenir Next"/>
                <a:ea typeface="Avenir Next"/>
                <a:cs typeface="Avenir Next"/>
              </a:defRPr>
            </a:pPr>
            <a:r>
              <a:rPr sz="1275" b="1">
                <a:solidFill>
                  <a:srgbClr val="0A7777"/>
                </a:solidFill>
                <a:latin typeface="Avenir Next"/>
                <a:ea typeface="Avenir Next"/>
                <a:cs typeface="Avenir Next"/>
              </a:rPr>
              <a:t>PROBLEMA</a:t>
            </a:r>
          </a:p>
        </p:txBody>
      </p:sp>
      <p:sp>
        <p:nvSpPr>
          <p:cNvPr id="8" name="">
            <a:extLst xmlns:a="http://schemas.openxmlformats.org/drawingml/2006/main">
              <a:ext uri="{FF2B5EF4-FFF2-40B4-BE49-F238E27FC236}">
                <a16:creationId xmlns:a16="http://schemas.microsoft.com/office/drawing/2014/main" id="{F191A4F6-72BA-4485-BB3F-29896B41AAD9}"/>
              </a:ext>
            </a:extLst>
          </p:cNvPr>
          <p:cNvSpPr>
            <a:spLocks xmlns:a="http://schemas.openxmlformats.org/drawingml/2006/main" noGrp="1"/>
          </p:cNvSpPr>
          <p:nvPr/>
        </p:nvSpPr>
        <p:spPr>
          <a:xfrm xmlns:a="http://schemas.openxmlformats.org/drawingml/2006/main">
            <a:off x="6286500" y="2124075"/>
            <a:ext cx="4762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00" b="0">
                <a:solidFill>
                  <a:srgbClr val="142B3D"/>
                </a:solidFill>
                <a:latin typeface="Avenir Next"/>
                <a:ea typeface="Avenir Next"/>
                <a:cs typeface="Avenir Next"/>
              </a:defRPr>
            </a:defPPr>
            <a:lvl1pPr algn="l">
              <a:defRPr sz="2400" b="0">
                <a:solidFill>
                  <a:srgbClr val="142B3D"/>
                </a:solidFill>
                <a:latin typeface="Avenir Next"/>
                <a:ea typeface="Avenir Next"/>
                <a:cs typeface="Avenir Next"/>
              </a:defRPr>
            </a:lvl1pPr>
            <a:lvl2pPr algn="l">
              <a:defRPr sz="2400" b="0">
                <a:solidFill>
                  <a:srgbClr val="142B3D"/>
                </a:solidFill>
                <a:latin typeface="Avenir Next"/>
                <a:ea typeface="Avenir Next"/>
                <a:cs typeface="Avenir Next"/>
              </a:defRPr>
            </a:lvl2pPr>
            <a:lvl3pPr algn="l">
              <a:defRPr sz="2400" b="0">
                <a:solidFill>
                  <a:srgbClr val="142B3D"/>
                </a:solidFill>
                <a:latin typeface="Avenir Next"/>
                <a:ea typeface="Avenir Next"/>
                <a:cs typeface="Avenir Next"/>
              </a:defRPr>
            </a:lvl3pPr>
            <a:lvl4pPr algn="l">
              <a:defRPr sz="2400" b="0">
                <a:solidFill>
                  <a:srgbClr val="142B3D"/>
                </a:solidFill>
                <a:latin typeface="Avenir Next"/>
                <a:ea typeface="Avenir Next"/>
                <a:cs typeface="Avenir Next"/>
              </a:defRPr>
            </a:lvl4pPr>
            <a:lvl5pPr algn="l">
              <a:defRPr sz="2400" b="0">
                <a:solidFill>
                  <a:srgbClr val="142B3D"/>
                </a:solidFill>
                <a:latin typeface="Avenir Next"/>
                <a:ea typeface="Avenir Next"/>
                <a:cs typeface="Avenir Next"/>
              </a:defRPr>
            </a:lvl5pPr>
            <a:lvl6pPr algn="l">
              <a:defRPr sz="2400" b="0">
                <a:solidFill>
                  <a:srgbClr val="142B3D"/>
                </a:solidFill>
                <a:latin typeface="Avenir Next"/>
                <a:ea typeface="Avenir Next"/>
                <a:cs typeface="Avenir Next"/>
              </a:defRPr>
            </a:lvl6pPr>
            <a:lvl7pPr algn="l">
              <a:defRPr sz="2400" b="0">
                <a:solidFill>
                  <a:srgbClr val="142B3D"/>
                </a:solidFill>
                <a:latin typeface="Avenir Next"/>
                <a:ea typeface="Avenir Next"/>
                <a:cs typeface="Avenir Next"/>
              </a:defRPr>
            </a:lvl7pPr>
            <a:lvl8pPr algn="l">
              <a:defRPr sz="2400" b="0">
                <a:solidFill>
                  <a:srgbClr val="142B3D"/>
                </a:solidFill>
                <a:latin typeface="Avenir Next"/>
                <a:ea typeface="Avenir Next"/>
                <a:cs typeface="Avenir Next"/>
              </a:defRPr>
            </a:lvl8pPr>
            <a:lvl9pPr algn="l">
              <a:defRPr sz="2400" b="0">
                <a:solidFill>
                  <a:srgbClr val="142B3D"/>
                </a:solidFill>
                <a:latin typeface="Avenir Next"/>
                <a:ea typeface="Avenir Next"/>
                <a:cs typeface="Avenir Next"/>
              </a:defRPr>
            </a:lvl9pPr>
          </a:lstStyle>
          <a:p xmlns:a="http://schemas.openxmlformats.org/drawingml/2006/main">
            <a:pPr algn="l">
              <a:defRPr sz="2400" b="0">
                <a:solidFill>
                  <a:srgbClr val="142B3D"/>
                </a:solidFill>
                <a:latin typeface="Avenir Next"/>
                <a:ea typeface="Avenir Next"/>
                <a:cs typeface="Avenir Next"/>
              </a:defRPr>
            </a:pPr>
            <a:r>
              <a:rPr sz="2400" b="0">
                <a:solidFill>
                  <a:srgbClr val="142B3D"/>
                </a:solidFill>
                <a:latin typeface="Avenir Next"/>
                <a:ea typeface="Avenir Next"/>
                <a:cs typeface="Avenir Next"/>
              </a:rPr>
              <a:t>Repetir recorridos críticos sin depender de clics manuales ni perder evidencia de cada paso.</a:t>
            </a:r>
          </a:p>
        </p:txBody>
      </p:sp>
      <p:sp>
        <p:nvSpPr>
          <p:cNvPr id="9" name="">
            <a:extLst xmlns:a="http://schemas.openxmlformats.org/drawingml/2006/main">
              <a:ext uri="{FF2B5EF4-FFF2-40B4-BE49-F238E27FC236}">
                <a16:creationId xmlns:a16="http://schemas.microsoft.com/office/drawing/2014/main" id="{1DDB4219-E8A2-4EF3-AC1C-7875D3D19BD5}"/>
              </a:ext>
            </a:extLst>
          </p:cNvPr>
          <p:cNvSpPr>
            <a:spLocks xmlns:a="http://schemas.openxmlformats.org/drawingml/2006/main" noGrp="1"/>
          </p:cNvSpPr>
          <p:nvPr/>
        </p:nvSpPr>
        <p:spPr>
          <a:xfrm xmlns:a="http://schemas.openxmlformats.org/drawingml/2006/main">
            <a:off x="714375" y="4629150"/>
            <a:ext cx="10382250" cy="19050"/>
          </a:xfrm>
          <a:prstGeom xmlns:a="http://schemas.openxmlformats.org/drawingml/2006/main" prst="rect">
            <a:avLst/>
          </a:prstGeom>
          <a:solidFill xmlns:a="http://schemas.openxmlformats.org/drawingml/2006/main">
            <a:srgbClr val="B9C8C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7494BEE-F231-46DA-9E58-7F4D4582C7CD}"/>
              </a:ext>
            </a:extLst>
          </p:cNvPr>
          <p:cNvSpPr>
            <a:spLocks xmlns:a="http://schemas.openxmlformats.org/drawingml/2006/main" noGrp="1"/>
          </p:cNvSpPr>
          <p:nvPr/>
        </p:nvSpPr>
        <p:spPr>
          <a:xfrm xmlns:a="http://schemas.openxmlformats.org/drawingml/2006/main">
            <a:off x="714375" y="4905375"/>
            <a:ext cx="103822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0A7777"/>
                </a:solidFill>
                <a:latin typeface="Avenir Next"/>
                <a:ea typeface="Avenir Next"/>
                <a:cs typeface="Avenir Next"/>
              </a:defRPr>
            </a:defPPr>
            <a:lvl1pPr algn="l">
              <a:defRPr sz="2100" b="1">
                <a:solidFill>
                  <a:srgbClr val="0A7777"/>
                </a:solidFill>
                <a:latin typeface="Avenir Next"/>
                <a:ea typeface="Avenir Next"/>
                <a:cs typeface="Avenir Next"/>
              </a:defRPr>
            </a:lvl1pPr>
            <a:lvl2pPr algn="l">
              <a:defRPr sz="2100" b="1">
                <a:solidFill>
                  <a:srgbClr val="0A7777"/>
                </a:solidFill>
                <a:latin typeface="Avenir Next"/>
                <a:ea typeface="Avenir Next"/>
                <a:cs typeface="Avenir Next"/>
              </a:defRPr>
            </a:lvl2pPr>
            <a:lvl3pPr algn="l">
              <a:defRPr sz="2100" b="1">
                <a:solidFill>
                  <a:srgbClr val="0A7777"/>
                </a:solidFill>
                <a:latin typeface="Avenir Next"/>
                <a:ea typeface="Avenir Next"/>
                <a:cs typeface="Avenir Next"/>
              </a:defRPr>
            </a:lvl3pPr>
            <a:lvl4pPr algn="l">
              <a:defRPr sz="2100" b="1">
                <a:solidFill>
                  <a:srgbClr val="0A7777"/>
                </a:solidFill>
                <a:latin typeface="Avenir Next"/>
                <a:ea typeface="Avenir Next"/>
                <a:cs typeface="Avenir Next"/>
              </a:defRPr>
            </a:lvl4pPr>
            <a:lvl5pPr algn="l">
              <a:defRPr sz="2100" b="1">
                <a:solidFill>
                  <a:srgbClr val="0A7777"/>
                </a:solidFill>
                <a:latin typeface="Avenir Next"/>
                <a:ea typeface="Avenir Next"/>
                <a:cs typeface="Avenir Next"/>
              </a:defRPr>
            </a:lvl5pPr>
            <a:lvl6pPr algn="l">
              <a:defRPr sz="2100" b="1">
                <a:solidFill>
                  <a:srgbClr val="0A7777"/>
                </a:solidFill>
                <a:latin typeface="Avenir Next"/>
                <a:ea typeface="Avenir Next"/>
                <a:cs typeface="Avenir Next"/>
              </a:defRPr>
            </a:lvl6pPr>
            <a:lvl7pPr algn="l">
              <a:defRPr sz="2100" b="1">
                <a:solidFill>
                  <a:srgbClr val="0A7777"/>
                </a:solidFill>
                <a:latin typeface="Avenir Next"/>
                <a:ea typeface="Avenir Next"/>
                <a:cs typeface="Avenir Next"/>
              </a:defRPr>
            </a:lvl7pPr>
            <a:lvl8pPr algn="l">
              <a:defRPr sz="2100" b="1">
                <a:solidFill>
                  <a:srgbClr val="0A7777"/>
                </a:solidFill>
                <a:latin typeface="Avenir Next"/>
                <a:ea typeface="Avenir Next"/>
                <a:cs typeface="Avenir Next"/>
              </a:defRPr>
            </a:lvl8pPr>
            <a:lvl9pPr algn="l">
              <a:defRPr sz="2100" b="1">
                <a:solidFill>
                  <a:srgbClr val="0A7777"/>
                </a:solidFill>
                <a:latin typeface="Avenir Next"/>
                <a:ea typeface="Avenir Next"/>
                <a:cs typeface="Avenir Next"/>
              </a:defRPr>
            </a:lvl9pPr>
          </a:lstStyle>
          <a:p xmlns:a="http://schemas.openxmlformats.org/drawingml/2006/main">
            <a:pPr algn="l">
              <a:defRPr sz="2100" b="1">
                <a:solidFill>
                  <a:srgbClr val="0A7777"/>
                </a:solidFill>
                <a:latin typeface="Avenir Next"/>
                <a:ea typeface="Avenir Next"/>
                <a:cs typeface="Avenir Next"/>
              </a:defRPr>
            </a:pPr>
            <a:r>
              <a:rPr sz="2100" b="1">
                <a:solidFill>
                  <a:srgbClr val="0A7777"/>
                </a:solidFill>
                <a:latin typeface="Avenir Next"/>
                <a:ea typeface="Avenir Next"/>
                <a:cs typeface="Avenir Next"/>
              </a:rPr>
              <a:t>Caso elegido: solicitar dinero y aceptarlo en Qolqe</a:t>
            </a:r>
          </a:p>
        </p:txBody>
      </p:sp>
    </p:spTree>
    <p:extLst>
      <p:ext uri="{BB962C8B-B14F-4D97-AF65-F5344CB8AC3E}">
        <p14:creationId xmlns:p14="http://schemas.microsoft.com/office/powerpoint/2010/main" val="288168039"/>
      </p:ext>
    </p:extLst>
  </p:cSld>
</p:sld>
</file>

<file path=ppt/slides/slide3.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4E69724-7B64-4F1B-A7EF-220F0794409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A777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C099292-97A2-4B3E-BA40-39985CAFDF4A}"/>
              </a:ext>
            </a:extLst>
          </p:cNvPr>
          <p:cNvSpPr>
            <a:spLocks xmlns:a="http://schemas.openxmlformats.org/drawingml/2006/main" noGrp="1"/>
          </p:cNvSpPr>
          <p:nvPr/>
        </p:nvSpPr>
        <p:spPr>
          <a:xfrm xmlns:a="http://schemas.openxmlformats.org/drawingml/2006/main">
            <a:off x="666750" y="428625"/>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000" b="1">
                <a:solidFill>
                  <a:srgbClr val="142B3D"/>
                </a:solidFill>
                <a:latin typeface="Avenir Next"/>
                <a:ea typeface="Avenir Next"/>
                <a:cs typeface="Avenir Next"/>
              </a:defRPr>
            </a:defPPr>
            <a:lvl1pPr algn="l">
              <a:defRPr sz="3000" b="1">
                <a:solidFill>
                  <a:srgbClr val="142B3D"/>
                </a:solidFill>
                <a:latin typeface="Avenir Next"/>
                <a:ea typeface="Avenir Next"/>
                <a:cs typeface="Avenir Next"/>
              </a:defRPr>
            </a:lvl1pPr>
            <a:lvl2pPr algn="l">
              <a:defRPr sz="3000" b="1">
                <a:solidFill>
                  <a:srgbClr val="142B3D"/>
                </a:solidFill>
                <a:latin typeface="Avenir Next"/>
                <a:ea typeface="Avenir Next"/>
                <a:cs typeface="Avenir Next"/>
              </a:defRPr>
            </a:lvl2pPr>
            <a:lvl3pPr algn="l">
              <a:defRPr sz="3000" b="1">
                <a:solidFill>
                  <a:srgbClr val="142B3D"/>
                </a:solidFill>
                <a:latin typeface="Avenir Next"/>
                <a:ea typeface="Avenir Next"/>
                <a:cs typeface="Avenir Next"/>
              </a:defRPr>
            </a:lvl3pPr>
            <a:lvl4pPr algn="l">
              <a:defRPr sz="3000" b="1">
                <a:solidFill>
                  <a:srgbClr val="142B3D"/>
                </a:solidFill>
                <a:latin typeface="Avenir Next"/>
                <a:ea typeface="Avenir Next"/>
                <a:cs typeface="Avenir Next"/>
              </a:defRPr>
            </a:lvl4pPr>
            <a:lvl5pPr algn="l">
              <a:defRPr sz="3000" b="1">
                <a:solidFill>
                  <a:srgbClr val="142B3D"/>
                </a:solidFill>
                <a:latin typeface="Avenir Next"/>
                <a:ea typeface="Avenir Next"/>
                <a:cs typeface="Avenir Next"/>
              </a:defRPr>
            </a:lvl5pPr>
            <a:lvl6pPr algn="l">
              <a:defRPr sz="3000" b="1">
                <a:solidFill>
                  <a:srgbClr val="142B3D"/>
                </a:solidFill>
                <a:latin typeface="Avenir Next"/>
                <a:ea typeface="Avenir Next"/>
                <a:cs typeface="Avenir Next"/>
              </a:defRPr>
            </a:lvl6pPr>
            <a:lvl7pPr algn="l">
              <a:defRPr sz="3000" b="1">
                <a:solidFill>
                  <a:srgbClr val="142B3D"/>
                </a:solidFill>
                <a:latin typeface="Avenir Next"/>
                <a:ea typeface="Avenir Next"/>
                <a:cs typeface="Avenir Next"/>
              </a:defRPr>
            </a:lvl7pPr>
            <a:lvl8pPr algn="l">
              <a:defRPr sz="3000" b="1">
                <a:solidFill>
                  <a:srgbClr val="142B3D"/>
                </a:solidFill>
                <a:latin typeface="Avenir Next"/>
                <a:ea typeface="Avenir Next"/>
                <a:cs typeface="Avenir Next"/>
              </a:defRPr>
            </a:lvl8pPr>
            <a:lvl9pPr algn="l">
              <a:defRPr sz="3000" b="1">
                <a:solidFill>
                  <a:srgbClr val="142B3D"/>
                </a:solidFill>
                <a:latin typeface="Avenir Next"/>
                <a:ea typeface="Avenir Next"/>
                <a:cs typeface="Avenir Next"/>
              </a:defRPr>
            </a:lvl9pPr>
          </a:lstStyle>
          <a:p xmlns:a="http://schemas.openxmlformats.org/drawingml/2006/main">
            <a:pPr algn="l">
              <a:defRPr sz="3000" b="1">
                <a:solidFill>
                  <a:srgbClr val="142B3D"/>
                </a:solidFill>
                <a:latin typeface="Avenir Next"/>
                <a:ea typeface="Avenir Next"/>
                <a:cs typeface="Avenir Next"/>
              </a:defRPr>
            </a:pPr>
            <a:r>
              <a:rPr sz="3000" b="1">
                <a:solidFill>
                  <a:srgbClr val="142B3D"/>
                </a:solidFill>
                <a:latin typeface="Avenir Next"/>
                <a:ea typeface="Avenir Next"/>
                <a:cs typeface="Avenir Next"/>
              </a:rPr>
              <a:t>Cómo ha evolucionado</a:t>
            </a:r>
          </a:p>
        </p:txBody>
      </p:sp>
      <p:sp>
        <p:nvSpPr>
          <p:cNvPr id="3" name="">
            <a:extLst xmlns:a="http://schemas.openxmlformats.org/drawingml/2006/main">
              <a:ext uri="{FF2B5EF4-FFF2-40B4-BE49-F238E27FC236}">
                <a16:creationId xmlns:a16="http://schemas.microsoft.com/office/drawing/2014/main" id="{A0736659-CD7E-45C1-A1B9-535FF823FB7D}"/>
              </a:ext>
            </a:extLst>
          </p:cNvPr>
          <p:cNvSpPr>
            <a:spLocks xmlns:a="http://schemas.openxmlformats.org/drawingml/2006/main" noGrp="1"/>
          </p:cNvSpPr>
          <p:nvPr/>
        </p:nvSpPr>
        <p:spPr>
          <a:xfrm xmlns:a="http://schemas.openxmlformats.org/drawingml/2006/main">
            <a:off x="666750" y="1257300"/>
            <a:ext cx="10668000" cy="19050"/>
          </a:xfrm>
          <a:prstGeom xmlns:a="http://schemas.openxmlformats.org/drawingml/2006/main" prst="rect">
            <a:avLst/>
          </a:prstGeom>
          <a:solidFill xmlns:a="http://schemas.openxmlformats.org/drawingml/2006/main">
            <a:srgbClr val="B9C8C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A0C9CA7-0EF8-488C-B74B-FC16BE8A8F10}"/>
              </a:ext>
            </a:extLst>
          </p:cNvPr>
          <p:cNvSpPr>
            <a:spLocks xmlns:a="http://schemas.openxmlformats.org/drawingml/2006/main" noGrp="1"/>
          </p:cNvSpPr>
          <p:nvPr/>
        </p:nvSpPr>
        <p:spPr>
          <a:xfrm xmlns:a="http://schemas.openxmlformats.org/drawingml/2006/main">
            <a:off x="10858500" y="630555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526271"/>
                </a:solidFill>
                <a:latin typeface="Avenir Next"/>
                <a:ea typeface="Avenir Next"/>
                <a:cs typeface="Avenir Next"/>
              </a:defRPr>
            </a:defPPr>
            <a:lvl1pPr algn="r">
              <a:defRPr sz="1125" b="1">
                <a:solidFill>
                  <a:srgbClr val="526271"/>
                </a:solidFill>
                <a:latin typeface="Avenir Next"/>
                <a:ea typeface="Avenir Next"/>
                <a:cs typeface="Avenir Next"/>
              </a:defRPr>
            </a:lvl1pPr>
            <a:lvl2pPr algn="r">
              <a:defRPr sz="1125" b="1">
                <a:solidFill>
                  <a:srgbClr val="526271"/>
                </a:solidFill>
                <a:latin typeface="Avenir Next"/>
                <a:ea typeface="Avenir Next"/>
                <a:cs typeface="Avenir Next"/>
              </a:defRPr>
            </a:lvl2pPr>
            <a:lvl3pPr algn="r">
              <a:defRPr sz="1125" b="1">
                <a:solidFill>
                  <a:srgbClr val="526271"/>
                </a:solidFill>
                <a:latin typeface="Avenir Next"/>
                <a:ea typeface="Avenir Next"/>
                <a:cs typeface="Avenir Next"/>
              </a:defRPr>
            </a:lvl3pPr>
            <a:lvl4pPr algn="r">
              <a:defRPr sz="1125" b="1">
                <a:solidFill>
                  <a:srgbClr val="526271"/>
                </a:solidFill>
                <a:latin typeface="Avenir Next"/>
                <a:ea typeface="Avenir Next"/>
                <a:cs typeface="Avenir Next"/>
              </a:defRPr>
            </a:lvl4pPr>
            <a:lvl5pPr algn="r">
              <a:defRPr sz="1125" b="1">
                <a:solidFill>
                  <a:srgbClr val="526271"/>
                </a:solidFill>
                <a:latin typeface="Avenir Next"/>
                <a:ea typeface="Avenir Next"/>
                <a:cs typeface="Avenir Next"/>
              </a:defRPr>
            </a:lvl5pPr>
            <a:lvl6pPr algn="r">
              <a:defRPr sz="1125" b="1">
                <a:solidFill>
                  <a:srgbClr val="526271"/>
                </a:solidFill>
                <a:latin typeface="Avenir Next"/>
                <a:ea typeface="Avenir Next"/>
                <a:cs typeface="Avenir Next"/>
              </a:defRPr>
            </a:lvl6pPr>
            <a:lvl7pPr algn="r">
              <a:defRPr sz="1125" b="1">
                <a:solidFill>
                  <a:srgbClr val="526271"/>
                </a:solidFill>
                <a:latin typeface="Avenir Next"/>
                <a:ea typeface="Avenir Next"/>
                <a:cs typeface="Avenir Next"/>
              </a:defRPr>
            </a:lvl7pPr>
            <a:lvl8pPr algn="r">
              <a:defRPr sz="1125" b="1">
                <a:solidFill>
                  <a:srgbClr val="526271"/>
                </a:solidFill>
                <a:latin typeface="Avenir Next"/>
                <a:ea typeface="Avenir Next"/>
                <a:cs typeface="Avenir Next"/>
              </a:defRPr>
            </a:lvl8pPr>
            <a:lvl9pPr algn="r">
              <a:defRPr sz="1125" b="1">
                <a:solidFill>
                  <a:srgbClr val="526271"/>
                </a:solidFill>
                <a:latin typeface="Avenir Next"/>
                <a:ea typeface="Avenir Next"/>
                <a:cs typeface="Avenir Next"/>
              </a:defRPr>
            </a:lvl9pPr>
          </a:lstStyle>
          <a:p xmlns:a="http://schemas.openxmlformats.org/drawingml/2006/main">
            <a:pPr algn="r">
              <a:defRPr sz="1125" b="1">
                <a:solidFill>
                  <a:srgbClr val="526271"/>
                </a:solidFill>
                <a:latin typeface="Avenir Next"/>
                <a:ea typeface="Avenir Next"/>
                <a:cs typeface="Avenir Next"/>
              </a:defRPr>
            </a:pPr>
            <a:r>
              <a:rPr sz="1125" b="1">
                <a:solidFill>
                  <a:srgbClr val="526271"/>
                </a:solidFill>
                <a:latin typeface="Avenir Next"/>
                <a:ea typeface="Avenir Next"/>
                <a:cs typeface="Avenir Next"/>
              </a:rPr>
              <a:t>03</a:t>
            </a:r>
          </a:p>
        </p:txBody>
      </p:sp>
      <p:sp>
        <p:nvSpPr>
          <p:cNvPr id="5" name="">
            <a:extLst xmlns:a="http://schemas.openxmlformats.org/drawingml/2006/main">
              <a:ext uri="{FF2B5EF4-FFF2-40B4-BE49-F238E27FC236}">
                <a16:creationId xmlns:a16="http://schemas.microsoft.com/office/drawing/2014/main" id="{783B98F1-95A3-41AD-ADAE-519C930C9BE7}"/>
              </a:ext>
            </a:extLst>
          </p:cNvPr>
          <p:cNvSpPr>
            <a:spLocks xmlns:a="http://schemas.openxmlformats.org/drawingml/2006/main" noGrp="1"/>
          </p:cNvSpPr>
          <p:nvPr/>
        </p:nvSpPr>
        <p:spPr>
          <a:xfrm xmlns:a="http://schemas.openxmlformats.org/drawingml/2006/main">
            <a:off x="714375" y="1866900"/>
            <a:ext cx="2905125" cy="47625"/>
          </a:xfrm>
          <a:prstGeom xmlns:a="http://schemas.openxmlformats.org/drawingml/2006/main" prst="rect">
            <a:avLst/>
          </a:prstGeom>
          <a:solidFill xmlns:a="http://schemas.openxmlformats.org/drawingml/2006/main">
            <a:srgbClr val="0A777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B64C786-9239-4040-A840-C4A1F9F1958B}"/>
              </a:ext>
            </a:extLst>
          </p:cNvPr>
          <p:cNvSpPr>
            <a:spLocks xmlns:a="http://schemas.openxmlformats.org/drawingml/2006/main" noGrp="1"/>
          </p:cNvSpPr>
          <p:nvPr/>
        </p:nvSpPr>
        <p:spPr>
          <a:xfrm xmlns:a="http://schemas.openxmlformats.org/drawingml/2006/main">
            <a:off x="714375" y="2190750"/>
            <a:ext cx="314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142B3D"/>
                </a:solidFill>
                <a:latin typeface="Avenir Next"/>
                <a:ea typeface="Avenir Next"/>
                <a:cs typeface="Avenir Next"/>
              </a:defRPr>
            </a:defPPr>
            <a:lvl1pPr algn="l">
              <a:defRPr sz="2100" b="1">
                <a:solidFill>
                  <a:srgbClr val="142B3D"/>
                </a:solidFill>
                <a:latin typeface="Avenir Next"/>
                <a:ea typeface="Avenir Next"/>
                <a:cs typeface="Avenir Next"/>
              </a:defRPr>
            </a:lvl1pPr>
            <a:lvl2pPr algn="l">
              <a:defRPr sz="2100" b="1">
                <a:solidFill>
                  <a:srgbClr val="142B3D"/>
                </a:solidFill>
                <a:latin typeface="Avenir Next"/>
                <a:ea typeface="Avenir Next"/>
                <a:cs typeface="Avenir Next"/>
              </a:defRPr>
            </a:lvl2pPr>
            <a:lvl3pPr algn="l">
              <a:defRPr sz="2100" b="1">
                <a:solidFill>
                  <a:srgbClr val="142B3D"/>
                </a:solidFill>
                <a:latin typeface="Avenir Next"/>
                <a:ea typeface="Avenir Next"/>
                <a:cs typeface="Avenir Next"/>
              </a:defRPr>
            </a:lvl3pPr>
            <a:lvl4pPr algn="l">
              <a:defRPr sz="2100" b="1">
                <a:solidFill>
                  <a:srgbClr val="142B3D"/>
                </a:solidFill>
                <a:latin typeface="Avenir Next"/>
                <a:ea typeface="Avenir Next"/>
                <a:cs typeface="Avenir Next"/>
              </a:defRPr>
            </a:lvl4pPr>
            <a:lvl5pPr algn="l">
              <a:defRPr sz="2100" b="1">
                <a:solidFill>
                  <a:srgbClr val="142B3D"/>
                </a:solidFill>
                <a:latin typeface="Avenir Next"/>
                <a:ea typeface="Avenir Next"/>
                <a:cs typeface="Avenir Next"/>
              </a:defRPr>
            </a:lvl5pPr>
            <a:lvl6pPr algn="l">
              <a:defRPr sz="2100" b="1">
                <a:solidFill>
                  <a:srgbClr val="142B3D"/>
                </a:solidFill>
                <a:latin typeface="Avenir Next"/>
                <a:ea typeface="Avenir Next"/>
                <a:cs typeface="Avenir Next"/>
              </a:defRPr>
            </a:lvl6pPr>
            <a:lvl7pPr algn="l">
              <a:defRPr sz="2100" b="1">
                <a:solidFill>
                  <a:srgbClr val="142B3D"/>
                </a:solidFill>
                <a:latin typeface="Avenir Next"/>
                <a:ea typeface="Avenir Next"/>
                <a:cs typeface="Avenir Next"/>
              </a:defRPr>
            </a:lvl7pPr>
            <a:lvl8pPr algn="l">
              <a:defRPr sz="2100" b="1">
                <a:solidFill>
                  <a:srgbClr val="142B3D"/>
                </a:solidFill>
                <a:latin typeface="Avenir Next"/>
                <a:ea typeface="Avenir Next"/>
                <a:cs typeface="Avenir Next"/>
              </a:defRPr>
            </a:lvl8pPr>
            <a:lvl9pPr algn="l">
              <a:defRPr sz="2100" b="1">
                <a:solidFill>
                  <a:srgbClr val="142B3D"/>
                </a:solidFill>
                <a:latin typeface="Avenir Next"/>
                <a:ea typeface="Avenir Next"/>
                <a:cs typeface="Avenir Next"/>
              </a:defRPr>
            </a:lvl9pPr>
          </a:lstStyle>
          <a:p xmlns:a="http://schemas.openxmlformats.org/drawingml/2006/main">
            <a:pPr algn="l">
              <a:defRPr sz="2100" b="1">
                <a:solidFill>
                  <a:srgbClr val="142B3D"/>
                </a:solidFill>
                <a:latin typeface="Avenir Next"/>
                <a:ea typeface="Avenir Next"/>
                <a:cs typeface="Avenir Next"/>
              </a:defRPr>
            </a:pPr>
            <a:r>
              <a:rPr sz="2100" b="1">
                <a:solidFill>
                  <a:srgbClr val="142B3D"/>
                </a:solidFill>
                <a:latin typeface="Avenir Next"/>
                <a:ea typeface="Avenir Next"/>
                <a:cs typeface="Avenir Next"/>
              </a:rPr>
              <a:t>Pruebas de aceptación</a:t>
            </a:r>
          </a:p>
        </p:txBody>
      </p:sp>
      <p:sp>
        <p:nvSpPr>
          <p:cNvPr id="7" name="">
            <a:extLst xmlns:a="http://schemas.openxmlformats.org/drawingml/2006/main">
              <a:ext uri="{FF2B5EF4-FFF2-40B4-BE49-F238E27FC236}">
                <a16:creationId xmlns:a16="http://schemas.microsoft.com/office/drawing/2014/main" id="{881F4250-78F0-422D-9FC3-191F07569061}"/>
              </a:ext>
            </a:extLst>
          </p:cNvPr>
          <p:cNvSpPr>
            <a:spLocks xmlns:a="http://schemas.openxmlformats.org/drawingml/2006/main" noGrp="1"/>
          </p:cNvSpPr>
          <p:nvPr/>
        </p:nvSpPr>
        <p:spPr>
          <a:xfrm xmlns:a="http://schemas.openxmlformats.org/drawingml/2006/main">
            <a:off x="714375" y="3095625"/>
            <a:ext cx="314325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0">
                <a:solidFill>
                  <a:srgbClr val="526271"/>
                </a:solidFill>
                <a:latin typeface="Avenir Next"/>
                <a:ea typeface="Avenir Next"/>
                <a:cs typeface="Avenir Next"/>
              </a:defRPr>
            </a:defPPr>
            <a:lvl1pPr algn="l">
              <a:defRPr sz="1875" b="0">
                <a:solidFill>
                  <a:srgbClr val="526271"/>
                </a:solidFill>
                <a:latin typeface="Avenir Next"/>
                <a:ea typeface="Avenir Next"/>
                <a:cs typeface="Avenir Next"/>
              </a:defRPr>
            </a:lvl1pPr>
            <a:lvl2pPr algn="l">
              <a:defRPr sz="1875" b="0">
                <a:solidFill>
                  <a:srgbClr val="526271"/>
                </a:solidFill>
                <a:latin typeface="Avenir Next"/>
                <a:ea typeface="Avenir Next"/>
                <a:cs typeface="Avenir Next"/>
              </a:defRPr>
            </a:lvl2pPr>
            <a:lvl3pPr algn="l">
              <a:defRPr sz="1875" b="0">
                <a:solidFill>
                  <a:srgbClr val="526271"/>
                </a:solidFill>
                <a:latin typeface="Avenir Next"/>
                <a:ea typeface="Avenir Next"/>
                <a:cs typeface="Avenir Next"/>
              </a:defRPr>
            </a:lvl3pPr>
            <a:lvl4pPr algn="l">
              <a:defRPr sz="1875" b="0">
                <a:solidFill>
                  <a:srgbClr val="526271"/>
                </a:solidFill>
                <a:latin typeface="Avenir Next"/>
                <a:ea typeface="Avenir Next"/>
                <a:cs typeface="Avenir Next"/>
              </a:defRPr>
            </a:lvl4pPr>
            <a:lvl5pPr algn="l">
              <a:defRPr sz="1875" b="0">
                <a:solidFill>
                  <a:srgbClr val="526271"/>
                </a:solidFill>
                <a:latin typeface="Avenir Next"/>
                <a:ea typeface="Avenir Next"/>
                <a:cs typeface="Avenir Next"/>
              </a:defRPr>
            </a:lvl5pPr>
            <a:lvl6pPr algn="l">
              <a:defRPr sz="1875" b="0">
                <a:solidFill>
                  <a:srgbClr val="526271"/>
                </a:solidFill>
                <a:latin typeface="Avenir Next"/>
                <a:ea typeface="Avenir Next"/>
                <a:cs typeface="Avenir Next"/>
              </a:defRPr>
            </a:lvl6pPr>
            <a:lvl7pPr algn="l">
              <a:defRPr sz="1875" b="0">
                <a:solidFill>
                  <a:srgbClr val="526271"/>
                </a:solidFill>
                <a:latin typeface="Avenir Next"/>
                <a:ea typeface="Avenir Next"/>
                <a:cs typeface="Avenir Next"/>
              </a:defRPr>
            </a:lvl7pPr>
            <a:lvl8pPr algn="l">
              <a:defRPr sz="1875" b="0">
                <a:solidFill>
                  <a:srgbClr val="526271"/>
                </a:solidFill>
                <a:latin typeface="Avenir Next"/>
                <a:ea typeface="Avenir Next"/>
                <a:cs typeface="Avenir Next"/>
              </a:defRPr>
            </a:lvl8pPr>
            <a:lvl9pPr algn="l">
              <a:defRPr sz="1875" b="0">
                <a:solidFill>
                  <a:srgbClr val="526271"/>
                </a:solidFill>
                <a:latin typeface="Avenir Next"/>
                <a:ea typeface="Avenir Next"/>
                <a:cs typeface="Avenir Next"/>
              </a:defRPr>
            </a:lvl9pPr>
          </a:lstStyle>
          <a:p xmlns:a="http://schemas.openxmlformats.org/drawingml/2006/main">
            <a:pPr algn="l">
              <a:defRPr sz="1875" b="0">
                <a:solidFill>
                  <a:srgbClr val="526271"/>
                </a:solidFill>
                <a:latin typeface="Avenir Next"/>
                <a:ea typeface="Avenir Next"/>
                <a:cs typeface="Avenir Next"/>
              </a:defRPr>
            </a:pPr>
            <a:r>
              <a:rPr sz="1875" b="0">
                <a:solidFill>
                  <a:srgbClr val="526271"/>
                </a:solidFill>
                <a:latin typeface="Avenir Next"/>
                <a:ea typeface="Avenir Next"/>
                <a:cs typeface="Avenir Next"/>
              </a:rPr>
              <a:t>Palabras clave, bibliotecas externas y reportes detallados.</a:t>
            </a:r>
          </a:p>
        </p:txBody>
      </p:sp>
      <p:sp>
        <p:nvSpPr>
          <p:cNvPr id="8" name="">
            <a:extLst xmlns:a="http://schemas.openxmlformats.org/drawingml/2006/main">
              <a:ext uri="{FF2B5EF4-FFF2-40B4-BE49-F238E27FC236}">
                <a16:creationId xmlns:a16="http://schemas.microsoft.com/office/drawing/2014/main" id="{76C5B20C-5CB7-4EC4-BC69-706071DE59E6}"/>
              </a:ext>
            </a:extLst>
          </p:cNvPr>
          <p:cNvSpPr>
            <a:spLocks xmlns:a="http://schemas.openxmlformats.org/drawingml/2006/main" noGrp="1"/>
          </p:cNvSpPr>
          <p:nvPr/>
        </p:nvSpPr>
        <p:spPr>
          <a:xfrm xmlns:a="http://schemas.openxmlformats.org/drawingml/2006/main">
            <a:off x="4381500" y="1866900"/>
            <a:ext cx="2905125" cy="47625"/>
          </a:xfrm>
          <a:prstGeom xmlns:a="http://schemas.openxmlformats.org/drawingml/2006/main" prst="rect">
            <a:avLst/>
          </a:prstGeom>
          <a:solidFill xmlns:a="http://schemas.openxmlformats.org/drawingml/2006/main">
            <a:srgbClr val="0A777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1C758E0-B125-4E4C-8717-EA00A7D8CA94}"/>
              </a:ext>
            </a:extLst>
          </p:cNvPr>
          <p:cNvSpPr>
            <a:spLocks xmlns:a="http://schemas.openxmlformats.org/drawingml/2006/main" noGrp="1"/>
          </p:cNvSpPr>
          <p:nvPr/>
        </p:nvSpPr>
        <p:spPr>
          <a:xfrm xmlns:a="http://schemas.openxmlformats.org/drawingml/2006/main">
            <a:off x="4381500" y="2190750"/>
            <a:ext cx="314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142B3D"/>
                </a:solidFill>
                <a:latin typeface="Avenir Next"/>
                <a:ea typeface="Avenir Next"/>
                <a:cs typeface="Avenir Next"/>
              </a:defRPr>
            </a:defPPr>
            <a:lvl1pPr algn="l">
              <a:defRPr sz="2100" b="1">
                <a:solidFill>
                  <a:srgbClr val="142B3D"/>
                </a:solidFill>
                <a:latin typeface="Avenir Next"/>
                <a:ea typeface="Avenir Next"/>
                <a:cs typeface="Avenir Next"/>
              </a:defRPr>
            </a:lvl1pPr>
            <a:lvl2pPr algn="l">
              <a:defRPr sz="2100" b="1">
                <a:solidFill>
                  <a:srgbClr val="142B3D"/>
                </a:solidFill>
                <a:latin typeface="Avenir Next"/>
                <a:ea typeface="Avenir Next"/>
                <a:cs typeface="Avenir Next"/>
              </a:defRPr>
            </a:lvl2pPr>
            <a:lvl3pPr algn="l">
              <a:defRPr sz="2100" b="1">
                <a:solidFill>
                  <a:srgbClr val="142B3D"/>
                </a:solidFill>
                <a:latin typeface="Avenir Next"/>
                <a:ea typeface="Avenir Next"/>
                <a:cs typeface="Avenir Next"/>
              </a:defRPr>
            </a:lvl3pPr>
            <a:lvl4pPr algn="l">
              <a:defRPr sz="2100" b="1">
                <a:solidFill>
                  <a:srgbClr val="142B3D"/>
                </a:solidFill>
                <a:latin typeface="Avenir Next"/>
                <a:ea typeface="Avenir Next"/>
                <a:cs typeface="Avenir Next"/>
              </a:defRPr>
            </a:lvl4pPr>
            <a:lvl5pPr algn="l">
              <a:defRPr sz="2100" b="1">
                <a:solidFill>
                  <a:srgbClr val="142B3D"/>
                </a:solidFill>
                <a:latin typeface="Avenir Next"/>
                <a:ea typeface="Avenir Next"/>
                <a:cs typeface="Avenir Next"/>
              </a:defRPr>
            </a:lvl5pPr>
            <a:lvl6pPr algn="l">
              <a:defRPr sz="2100" b="1">
                <a:solidFill>
                  <a:srgbClr val="142B3D"/>
                </a:solidFill>
                <a:latin typeface="Avenir Next"/>
                <a:ea typeface="Avenir Next"/>
                <a:cs typeface="Avenir Next"/>
              </a:defRPr>
            </a:lvl6pPr>
            <a:lvl7pPr algn="l">
              <a:defRPr sz="2100" b="1">
                <a:solidFill>
                  <a:srgbClr val="142B3D"/>
                </a:solidFill>
                <a:latin typeface="Avenir Next"/>
                <a:ea typeface="Avenir Next"/>
                <a:cs typeface="Avenir Next"/>
              </a:defRPr>
            </a:lvl7pPr>
            <a:lvl8pPr algn="l">
              <a:defRPr sz="2100" b="1">
                <a:solidFill>
                  <a:srgbClr val="142B3D"/>
                </a:solidFill>
                <a:latin typeface="Avenir Next"/>
                <a:ea typeface="Avenir Next"/>
                <a:cs typeface="Avenir Next"/>
              </a:defRPr>
            </a:lvl8pPr>
            <a:lvl9pPr algn="l">
              <a:defRPr sz="2100" b="1">
                <a:solidFill>
                  <a:srgbClr val="142B3D"/>
                </a:solidFill>
                <a:latin typeface="Avenir Next"/>
                <a:ea typeface="Avenir Next"/>
                <a:cs typeface="Avenir Next"/>
              </a:defRPr>
            </a:lvl9pPr>
          </a:lstStyle>
          <a:p xmlns:a="http://schemas.openxmlformats.org/drawingml/2006/main">
            <a:pPr algn="l">
              <a:defRPr sz="2100" b="1">
                <a:solidFill>
                  <a:srgbClr val="142B3D"/>
                </a:solidFill>
                <a:latin typeface="Avenir Next"/>
                <a:ea typeface="Avenir Next"/>
                <a:cs typeface="Avenir Next"/>
              </a:defRPr>
            </a:pPr>
            <a:r>
              <a:rPr sz="2100" b="1">
                <a:solidFill>
                  <a:srgbClr val="142B3D"/>
                </a:solidFill>
                <a:latin typeface="Avenir Next"/>
                <a:ea typeface="Avenir Next"/>
                <a:cs typeface="Avenir Next"/>
              </a:rPr>
              <a:t>Automatización de tareas</a:t>
            </a:r>
          </a:p>
        </p:txBody>
      </p:sp>
      <p:sp>
        <p:nvSpPr>
          <p:cNvPr id="10" name="">
            <a:extLst xmlns:a="http://schemas.openxmlformats.org/drawingml/2006/main">
              <a:ext uri="{FF2B5EF4-FFF2-40B4-BE49-F238E27FC236}">
                <a16:creationId xmlns:a16="http://schemas.microsoft.com/office/drawing/2014/main" id="{EEE12AC3-6EE8-44DF-9582-D2851A9AEA5E}"/>
              </a:ext>
            </a:extLst>
          </p:cNvPr>
          <p:cNvSpPr>
            <a:spLocks xmlns:a="http://schemas.openxmlformats.org/drawingml/2006/main" noGrp="1"/>
          </p:cNvSpPr>
          <p:nvPr/>
        </p:nvSpPr>
        <p:spPr>
          <a:xfrm xmlns:a="http://schemas.openxmlformats.org/drawingml/2006/main">
            <a:off x="4381500" y="3095625"/>
            <a:ext cx="314325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0">
                <a:solidFill>
                  <a:srgbClr val="526271"/>
                </a:solidFill>
                <a:latin typeface="Avenir Next"/>
                <a:ea typeface="Avenir Next"/>
                <a:cs typeface="Avenir Next"/>
              </a:defRPr>
            </a:defPPr>
            <a:lvl1pPr algn="l">
              <a:defRPr sz="1875" b="0">
                <a:solidFill>
                  <a:srgbClr val="526271"/>
                </a:solidFill>
                <a:latin typeface="Avenir Next"/>
                <a:ea typeface="Avenir Next"/>
                <a:cs typeface="Avenir Next"/>
              </a:defRPr>
            </a:lvl1pPr>
            <a:lvl2pPr algn="l">
              <a:defRPr sz="1875" b="0">
                <a:solidFill>
                  <a:srgbClr val="526271"/>
                </a:solidFill>
                <a:latin typeface="Avenir Next"/>
                <a:ea typeface="Avenir Next"/>
                <a:cs typeface="Avenir Next"/>
              </a:defRPr>
            </a:lvl2pPr>
            <a:lvl3pPr algn="l">
              <a:defRPr sz="1875" b="0">
                <a:solidFill>
                  <a:srgbClr val="526271"/>
                </a:solidFill>
                <a:latin typeface="Avenir Next"/>
                <a:ea typeface="Avenir Next"/>
                <a:cs typeface="Avenir Next"/>
              </a:defRPr>
            </a:lvl3pPr>
            <a:lvl4pPr algn="l">
              <a:defRPr sz="1875" b="0">
                <a:solidFill>
                  <a:srgbClr val="526271"/>
                </a:solidFill>
                <a:latin typeface="Avenir Next"/>
                <a:ea typeface="Avenir Next"/>
                <a:cs typeface="Avenir Next"/>
              </a:defRPr>
            </a:lvl4pPr>
            <a:lvl5pPr algn="l">
              <a:defRPr sz="1875" b="0">
                <a:solidFill>
                  <a:srgbClr val="526271"/>
                </a:solidFill>
                <a:latin typeface="Avenir Next"/>
                <a:ea typeface="Avenir Next"/>
                <a:cs typeface="Avenir Next"/>
              </a:defRPr>
            </a:lvl5pPr>
            <a:lvl6pPr algn="l">
              <a:defRPr sz="1875" b="0">
                <a:solidFill>
                  <a:srgbClr val="526271"/>
                </a:solidFill>
                <a:latin typeface="Avenir Next"/>
                <a:ea typeface="Avenir Next"/>
                <a:cs typeface="Avenir Next"/>
              </a:defRPr>
            </a:lvl6pPr>
            <a:lvl7pPr algn="l">
              <a:defRPr sz="1875" b="0">
                <a:solidFill>
                  <a:srgbClr val="526271"/>
                </a:solidFill>
                <a:latin typeface="Avenir Next"/>
                <a:ea typeface="Avenir Next"/>
                <a:cs typeface="Avenir Next"/>
              </a:defRPr>
            </a:lvl7pPr>
            <a:lvl8pPr algn="l">
              <a:defRPr sz="1875" b="0">
                <a:solidFill>
                  <a:srgbClr val="526271"/>
                </a:solidFill>
                <a:latin typeface="Avenir Next"/>
                <a:ea typeface="Avenir Next"/>
                <a:cs typeface="Avenir Next"/>
              </a:defRPr>
            </a:lvl8pPr>
            <a:lvl9pPr algn="l">
              <a:defRPr sz="1875" b="0">
                <a:solidFill>
                  <a:srgbClr val="526271"/>
                </a:solidFill>
                <a:latin typeface="Avenir Next"/>
                <a:ea typeface="Avenir Next"/>
                <a:cs typeface="Avenir Next"/>
              </a:defRPr>
            </a:lvl9pPr>
          </a:lstStyle>
          <a:p xmlns:a="http://schemas.openxmlformats.org/drawingml/2006/main">
            <a:pPr algn="l">
              <a:defRPr sz="1875" b="0">
                <a:solidFill>
                  <a:srgbClr val="526271"/>
                </a:solidFill>
                <a:latin typeface="Avenir Next"/>
                <a:ea typeface="Avenir Next"/>
                <a:cs typeface="Avenir Next"/>
              </a:defRPr>
            </a:pPr>
            <a:r>
              <a:rPr sz="1875" b="0">
                <a:solidFill>
                  <a:srgbClr val="526271"/>
                </a:solidFill>
                <a:latin typeface="Avenir Next"/>
                <a:ea typeface="Avenir Next"/>
                <a:cs typeface="Avenir Next"/>
              </a:rPr>
              <a:t>Desde 3.1 también admite tareas de RPA de forma oficial.</a:t>
            </a:r>
          </a:p>
        </p:txBody>
      </p:sp>
      <p:sp>
        <p:nvSpPr>
          <p:cNvPr id="11" name="">
            <a:extLst xmlns:a="http://schemas.openxmlformats.org/drawingml/2006/main">
              <a:ext uri="{FF2B5EF4-FFF2-40B4-BE49-F238E27FC236}">
                <a16:creationId xmlns:a16="http://schemas.microsoft.com/office/drawing/2014/main" id="{A3EA8E19-C4B2-46FD-9BEC-371074A4FBCE}"/>
              </a:ext>
            </a:extLst>
          </p:cNvPr>
          <p:cNvSpPr>
            <a:spLocks xmlns:a="http://schemas.openxmlformats.org/drawingml/2006/main" noGrp="1"/>
          </p:cNvSpPr>
          <p:nvPr/>
        </p:nvSpPr>
        <p:spPr>
          <a:xfrm xmlns:a="http://schemas.openxmlformats.org/drawingml/2006/main">
            <a:off x="8048625" y="1866900"/>
            <a:ext cx="2905125" cy="47625"/>
          </a:xfrm>
          <a:prstGeom xmlns:a="http://schemas.openxmlformats.org/drawingml/2006/main" prst="rect">
            <a:avLst/>
          </a:prstGeom>
          <a:solidFill xmlns:a="http://schemas.openxmlformats.org/drawingml/2006/main">
            <a:srgbClr val="E9A26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C839D14-16B9-4E51-98F9-E3CAFF4784A7}"/>
              </a:ext>
            </a:extLst>
          </p:cNvPr>
          <p:cNvSpPr>
            <a:spLocks xmlns:a="http://schemas.openxmlformats.org/drawingml/2006/main" noGrp="1"/>
          </p:cNvSpPr>
          <p:nvPr/>
        </p:nvSpPr>
        <p:spPr>
          <a:xfrm xmlns:a="http://schemas.openxmlformats.org/drawingml/2006/main">
            <a:off x="8048625" y="2190750"/>
            <a:ext cx="314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142B3D"/>
                </a:solidFill>
                <a:latin typeface="Avenir Next"/>
                <a:ea typeface="Avenir Next"/>
                <a:cs typeface="Avenir Next"/>
              </a:defRPr>
            </a:defPPr>
            <a:lvl1pPr algn="l">
              <a:defRPr sz="2100" b="1">
                <a:solidFill>
                  <a:srgbClr val="142B3D"/>
                </a:solidFill>
                <a:latin typeface="Avenir Next"/>
                <a:ea typeface="Avenir Next"/>
                <a:cs typeface="Avenir Next"/>
              </a:defRPr>
            </a:lvl1pPr>
            <a:lvl2pPr algn="l">
              <a:defRPr sz="2100" b="1">
                <a:solidFill>
                  <a:srgbClr val="142B3D"/>
                </a:solidFill>
                <a:latin typeface="Avenir Next"/>
                <a:ea typeface="Avenir Next"/>
                <a:cs typeface="Avenir Next"/>
              </a:defRPr>
            </a:lvl2pPr>
            <a:lvl3pPr algn="l">
              <a:defRPr sz="2100" b="1">
                <a:solidFill>
                  <a:srgbClr val="142B3D"/>
                </a:solidFill>
                <a:latin typeface="Avenir Next"/>
                <a:ea typeface="Avenir Next"/>
                <a:cs typeface="Avenir Next"/>
              </a:defRPr>
            </a:lvl3pPr>
            <a:lvl4pPr algn="l">
              <a:defRPr sz="2100" b="1">
                <a:solidFill>
                  <a:srgbClr val="142B3D"/>
                </a:solidFill>
                <a:latin typeface="Avenir Next"/>
                <a:ea typeface="Avenir Next"/>
                <a:cs typeface="Avenir Next"/>
              </a:defRPr>
            </a:lvl4pPr>
            <a:lvl5pPr algn="l">
              <a:defRPr sz="2100" b="1">
                <a:solidFill>
                  <a:srgbClr val="142B3D"/>
                </a:solidFill>
                <a:latin typeface="Avenir Next"/>
                <a:ea typeface="Avenir Next"/>
                <a:cs typeface="Avenir Next"/>
              </a:defRPr>
            </a:lvl5pPr>
            <a:lvl6pPr algn="l">
              <a:defRPr sz="2100" b="1">
                <a:solidFill>
                  <a:srgbClr val="142B3D"/>
                </a:solidFill>
                <a:latin typeface="Avenir Next"/>
                <a:ea typeface="Avenir Next"/>
                <a:cs typeface="Avenir Next"/>
              </a:defRPr>
            </a:lvl6pPr>
            <a:lvl7pPr algn="l">
              <a:defRPr sz="2100" b="1">
                <a:solidFill>
                  <a:srgbClr val="142B3D"/>
                </a:solidFill>
                <a:latin typeface="Avenir Next"/>
                <a:ea typeface="Avenir Next"/>
                <a:cs typeface="Avenir Next"/>
              </a:defRPr>
            </a:lvl7pPr>
            <a:lvl8pPr algn="l">
              <a:defRPr sz="2100" b="1">
                <a:solidFill>
                  <a:srgbClr val="142B3D"/>
                </a:solidFill>
                <a:latin typeface="Avenir Next"/>
                <a:ea typeface="Avenir Next"/>
                <a:cs typeface="Avenir Next"/>
              </a:defRPr>
            </a:lvl8pPr>
            <a:lvl9pPr algn="l">
              <a:defRPr sz="2100" b="1">
                <a:solidFill>
                  <a:srgbClr val="142B3D"/>
                </a:solidFill>
                <a:latin typeface="Avenir Next"/>
                <a:ea typeface="Avenir Next"/>
                <a:cs typeface="Avenir Next"/>
              </a:defRPr>
            </a:lvl9pPr>
          </a:lstStyle>
          <a:p xmlns:a="http://schemas.openxmlformats.org/drawingml/2006/main">
            <a:pPr algn="l">
              <a:defRPr sz="2100" b="1">
                <a:solidFill>
                  <a:srgbClr val="142B3D"/>
                </a:solidFill>
                <a:latin typeface="Avenir Next"/>
                <a:ea typeface="Avenir Next"/>
                <a:cs typeface="Avenir Next"/>
              </a:defRPr>
            </a:pPr>
            <a:r>
              <a:rPr sz="2100" b="1">
                <a:solidFill>
                  <a:srgbClr val="142B3D"/>
                </a:solidFill>
                <a:latin typeface="Avenir Next"/>
                <a:ea typeface="Avenir Next"/>
                <a:cs typeface="Avenir Next"/>
              </a:rPr>
              <a:t>Navegadores modernos</a:t>
            </a:r>
          </a:p>
        </p:txBody>
      </p:sp>
      <p:sp>
        <p:nvSpPr>
          <p:cNvPr id="13" name="">
            <a:extLst xmlns:a="http://schemas.openxmlformats.org/drawingml/2006/main">
              <a:ext uri="{FF2B5EF4-FFF2-40B4-BE49-F238E27FC236}">
                <a16:creationId xmlns:a16="http://schemas.microsoft.com/office/drawing/2014/main" id="{349EC711-3C8C-4904-AA03-70026D2D0215}"/>
              </a:ext>
            </a:extLst>
          </p:cNvPr>
          <p:cNvSpPr>
            <a:spLocks xmlns:a="http://schemas.openxmlformats.org/drawingml/2006/main" noGrp="1"/>
          </p:cNvSpPr>
          <p:nvPr/>
        </p:nvSpPr>
        <p:spPr>
          <a:xfrm xmlns:a="http://schemas.openxmlformats.org/drawingml/2006/main">
            <a:off x="8048625" y="3095625"/>
            <a:ext cx="314325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0">
                <a:solidFill>
                  <a:srgbClr val="526271"/>
                </a:solidFill>
                <a:latin typeface="Avenir Next"/>
                <a:ea typeface="Avenir Next"/>
                <a:cs typeface="Avenir Next"/>
              </a:defRPr>
            </a:defPPr>
            <a:lvl1pPr algn="l">
              <a:defRPr sz="1875" b="0">
                <a:solidFill>
                  <a:srgbClr val="526271"/>
                </a:solidFill>
                <a:latin typeface="Avenir Next"/>
                <a:ea typeface="Avenir Next"/>
                <a:cs typeface="Avenir Next"/>
              </a:defRPr>
            </a:lvl1pPr>
            <a:lvl2pPr algn="l">
              <a:defRPr sz="1875" b="0">
                <a:solidFill>
                  <a:srgbClr val="526271"/>
                </a:solidFill>
                <a:latin typeface="Avenir Next"/>
                <a:ea typeface="Avenir Next"/>
                <a:cs typeface="Avenir Next"/>
              </a:defRPr>
            </a:lvl2pPr>
            <a:lvl3pPr algn="l">
              <a:defRPr sz="1875" b="0">
                <a:solidFill>
                  <a:srgbClr val="526271"/>
                </a:solidFill>
                <a:latin typeface="Avenir Next"/>
                <a:ea typeface="Avenir Next"/>
                <a:cs typeface="Avenir Next"/>
              </a:defRPr>
            </a:lvl3pPr>
            <a:lvl4pPr algn="l">
              <a:defRPr sz="1875" b="0">
                <a:solidFill>
                  <a:srgbClr val="526271"/>
                </a:solidFill>
                <a:latin typeface="Avenir Next"/>
                <a:ea typeface="Avenir Next"/>
                <a:cs typeface="Avenir Next"/>
              </a:defRPr>
            </a:lvl4pPr>
            <a:lvl5pPr algn="l">
              <a:defRPr sz="1875" b="0">
                <a:solidFill>
                  <a:srgbClr val="526271"/>
                </a:solidFill>
                <a:latin typeface="Avenir Next"/>
                <a:ea typeface="Avenir Next"/>
                <a:cs typeface="Avenir Next"/>
              </a:defRPr>
            </a:lvl5pPr>
            <a:lvl6pPr algn="l">
              <a:defRPr sz="1875" b="0">
                <a:solidFill>
                  <a:srgbClr val="526271"/>
                </a:solidFill>
                <a:latin typeface="Avenir Next"/>
                <a:ea typeface="Avenir Next"/>
                <a:cs typeface="Avenir Next"/>
              </a:defRPr>
            </a:lvl6pPr>
            <a:lvl7pPr algn="l">
              <a:defRPr sz="1875" b="0">
                <a:solidFill>
                  <a:srgbClr val="526271"/>
                </a:solidFill>
                <a:latin typeface="Avenir Next"/>
                <a:ea typeface="Avenir Next"/>
                <a:cs typeface="Avenir Next"/>
              </a:defRPr>
            </a:lvl7pPr>
            <a:lvl8pPr algn="l">
              <a:defRPr sz="1875" b="0">
                <a:solidFill>
                  <a:srgbClr val="526271"/>
                </a:solidFill>
                <a:latin typeface="Avenir Next"/>
                <a:ea typeface="Avenir Next"/>
                <a:cs typeface="Avenir Next"/>
              </a:defRPr>
            </a:lvl8pPr>
            <a:lvl9pPr algn="l">
              <a:defRPr sz="1875" b="0">
                <a:solidFill>
                  <a:srgbClr val="526271"/>
                </a:solidFill>
                <a:latin typeface="Avenir Next"/>
                <a:ea typeface="Avenir Next"/>
                <a:cs typeface="Avenir Next"/>
              </a:defRPr>
            </a:lvl9pPr>
          </a:lstStyle>
          <a:p xmlns:a="http://schemas.openxmlformats.org/drawingml/2006/main">
            <a:pPr algn="l">
              <a:defRPr sz="1875" b="0">
                <a:solidFill>
                  <a:srgbClr val="526271"/>
                </a:solidFill>
                <a:latin typeface="Avenir Next"/>
                <a:ea typeface="Avenir Next"/>
                <a:cs typeface="Avenir Next"/>
              </a:defRPr>
            </a:pPr>
            <a:r>
              <a:rPr sz="1875" b="0">
                <a:solidFill>
                  <a:srgbClr val="526271"/>
                </a:solidFill>
                <a:latin typeface="Avenir Next"/>
                <a:ea typeface="Avenir Next"/>
                <a:cs typeface="Avenir Next"/>
              </a:rPr>
              <a:t>Browser Library conecta Robot con Playwright y Chromium, Firefox o WebKit.</a:t>
            </a:r>
          </a:p>
        </p:txBody>
      </p:sp>
      <p:sp>
        <p:nvSpPr>
          <p:cNvPr id="14" name="">
            <a:extLst xmlns:a="http://schemas.openxmlformats.org/drawingml/2006/main">
              <a:ext uri="{FF2B5EF4-FFF2-40B4-BE49-F238E27FC236}">
                <a16:creationId xmlns:a16="http://schemas.microsoft.com/office/drawing/2014/main" id="{0EB251FC-3DB7-4C53-B1BE-5EF6592B0AB6}"/>
              </a:ext>
            </a:extLst>
          </p:cNvPr>
          <p:cNvSpPr>
            <a:spLocks xmlns:a="http://schemas.openxmlformats.org/drawingml/2006/main" noGrp="1"/>
          </p:cNvSpPr>
          <p:nvPr/>
        </p:nvSpPr>
        <p:spPr>
          <a:xfrm xmlns:a="http://schemas.openxmlformats.org/drawingml/2006/main">
            <a:off x="714375" y="5476875"/>
            <a:ext cx="10382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0A7777"/>
                </a:solidFill>
                <a:latin typeface="Avenir Next"/>
                <a:ea typeface="Avenir Next"/>
                <a:cs typeface="Avenir Next"/>
              </a:defRPr>
            </a:defPPr>
            <a:lvl1pPr algn="l">
              <a:defRPr sz="1875" b="1">
                <a:solidFill>
                  <a:srgbClr val="0A7777"/>
                </a:solidFill>
                <a:latin typeface="Avenir Next"/>
                <a:ea typeface="Avenir Next"/>
                <a:cs typeface="Avenir Next"/>
              </a:defRPr>
            </a:lvl1pPr>
            <a:lvl2pPr algn="l">
              <a:defRPr sz="1875" b="1">
                <a:solidFill>
                  <a:srgbClr val="0A7777"/>
                </a:solidFill>
                <a:latin typeface="Avenir Next"/>
                <a:ea typeface="Avenir Next"/>
                <a:cs typeface="Avenir Next"/>
              </a:defRPr>
            </a:lvl2pPr>
            <a:lvl3pPr algn="l">
              <a:defRPr sz="1875" b="1">
                <a:solidFill>
                  <a:srgbClr val="0A7777"/>
                </a:solidFill>
                <a:latin typeface="Avenir Next"/>
                <a:ea typeface="Avenir Next"/>
                <a:cs typeface="Avenir Next"/>
              </a:defRPr>
            </a:lvl3pPr>
            <a:lvl4pPr algn="l">
              <a:defRPr sz="1875" b="1">
                <a:solidFill>
                  <a:srgbClr val="0A7777"/>
                </a:solidFill>
                <a:latin typeface="Avenir Next"/>
                <a:ea typeface="Avenir Next"/>
                <a:cs typeface="Avenir Next"/>
              </a:defRPr>
            </a:lvl4pPr>
            <a:lvl5pPr algn="l">
              <a:defRPr sz="1875" b="1">
                <a:solidFill>
                  <a:srgbClr val="0A7777"/>
                </a:solidFill>
                <a:latin typeface="Avenir Next"/>
                <a:ea typeface="Avenir Next"/>
                <a:cs typeface="Avenir Next"/>
              </a:defRPr>
            </a:lvl5pPr>
            <a:lvl6pPr algn="l">
              <a:defRPr sz="1875" b="1">
                <a:solidFill>
                  <a:srgbClr val="0A7777"/>
                </a:solidFill>
                <a:latin typeface="Avenir Next"/>
                <a:ea typeface="Avenir Next"/>
                <a:cs typeface="Avenir Next"/>
              </a:defRPr>
            </a:lvl6pPr>
            <a:lvl7pPr algn="l">
              <a:defRPr sz="1875" b="1">
                <a:solidFill>
                  <a:srgbClr val="0A7777"/>
                </a:solidFill>
                <a:latin typeface="Avenir Next"/>
                <a:ea typeface="Avenir Next"/>
                <a:cs typeface="Avenir Next"/>
              </a:defRPr>
            </a:lvl7pPr>
            <a:lvl8pPr algn="l">
              <a:defRPr sz="1875" b="1">
                <a:solidFill>
                  <a:srgbClr val="0A7777"/>
                </a:solidFill>
                <a:latin typeface="Avenir Next"/>
                <a:ea typeface="Avenir Next"/>
                <a:cs typeface="Avenir Next"/>
              </a:defRPr>
            </a:lvl8pPr>
            <a:lvl9pPr algn="l">
              <a:defRPr sz="1875" b="1">
                <a:solidFill>
                  <a:srgbClr val="0A7777"/>
                </a:solidFill>
                <a:latin typeface="Avenir Next"/>
                <a:ea typeface="Avenir Next"/>
                <a:cs typeface="Avenir Next"/>
              </a:defRPr>
            </a:lvl9pPr>
          </a:lstStyle>
          <a:p xmlns:a="http://schemas.openxmlformats.org/drawingml/2006/main">
            <a:pPr algn="l">
              <a:defRPr sz="1875" b="1">
                <a:solidFill>
                  <a:srgbClr val="0A7777"/>
                </a:solidFill>
                <a:latin typeface="Avenir Next"/>
                <a:ea typeface="Avenir Next"/>
                <a:cs typeface="Avenir Next"/>
              </a:defRPr>
            </a:pPr>
            <a:r>
              <a:rPr sz="1875" b="1">
                <a:solidFill>
                  <a:srgbClr val="0A7777"/>
                </a:solidFill>
                <a:latin typeface="Avenir Next"/>
                <a:ea typeface="Avenir Next"/>
                <a:cs typeface="Avenir Next"/>
              </a:rPr>
              <a:t>En esta entrega: Robot 7.5 + Browser Library 20.6.0</a:t>
            </a:r>
          </a:p>
        </p:txBody>
      </p:sp>
    </p:spTree>
    <p:extLst>
      <p:ext uri="{BB962C8B-B14F-4D97-AF65-F5344CB8AC3E}">
        <p14:creationId xmlns:p14="http://schemas.microsoft.com/office/powerpoint/2010/main" val="1953142250"/>
      </p:ext>
    </p:extLst>
  </p:cSld>
</p:sld>
</file>

<file path=ppt/slides/slide4.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79768B36-DB10-441F-A01C-073AFF74FDD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A777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F6E52A3-19A8-416C-88F1-58CE5C5B1437}"/>
              </a:ext>
            </a:extLst>
          </p:cNvPr>
          <p:cNvSpPr>
            <a:spLocks xmlns:a="http://schemas.openxmlformats.org/drawingml/2006/main" noGrp="1"/>
          </p:cNvSpPr>
          <p:nvPr/>
        </p:nvSpPr>
        <p:spPr>
          <a:xfrm xmlns:a="http://schemas.openxmlformats.org/drawingml/2006/main">
            <a:off x="666750" y="428625"/>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000" b="1">
                <a:solidFill>
                  <a:srgbClr val="142B3D"/>
                </a:solidFill>
                <a:latin typeface="Avenir Next"/>
                <a:ea typeface="Avenir Next"/>
                <a:cs typeface="Avenir Next"/>
              </a:defRPr>
            </a:defPPr>
            <a:lvl1pPr algn="l">
              <a:defRPr sz="3000" b="1">
                <a:solidFill>
                  <a:srgbClr val="142B3D"/>
                </a:solidFill>
                <a:latin typeface="Avenir Next"/>
                <a:ea typeface="Avenir Next"/>
                <a:cs typeface="Avenir Next"/>
              </a:defRPr>
            </a:lvl1pPr>
            <a:lvl2pPr algn="l">
              <a:defRPr sz="3000" b="1">
                <a:solidFill>
                  <a:srgbClr val="142B3D"/>
                </a:solidFill>
                <a:latin typeface="Avenir Next"/>
                <a:ea typeface="Avenir Next"/>
                <a:cs typeface="Avenir Next"/>
              </a:defRPr>
            </a:lvl2pPr>
            <a:lvl3pPr algn="l">
              <a:defRPr sz="3000" b="1">
                <a:solidFill>
                  <a:srgbClr val="142B3D"/>
                </a:solidFill>
                <a:latin typeface="Avenir Next"/>
                <a:ea typeface="Avenir Next"/>
                <a:cs typeface="Avenir Next"/>
              </a:defRPr>
            </a:lvl3pPr>
            <a:lvl4pPr algn="l">
              <a:defRPr sz="3000" b="1">
                <a:solidFill>
                  <a:srgbClr val="142B3D"/>
                </a:solidFill>
                <a:latin typeface="Avenir Next"/>
                <a:ea typeface="Avenir Next"/>
                <a:cs typeface="Avenir Next"/>
              </a:defRPr>
            </a:lvl4pPr>
            <a:lvl5pPr algn="l">
              <a:defRPr sz="3000" b="1">
                <a:solidFill>
                  <a:srgbClr val="142B3D"/>
                </a:solidFill>
                <a:latin typeface="Avenir Next"/>
                <a:ea typeface="Avenir Next"/>
                <a:cs typeface="Avenir Next"/>
              </a:defRPr>
            </a:lvl5pPr>
            <a:lvl6pPr algn="l">
              <a:defRPr sz="3000" b="1">
                <a:solidFill>
                  <a:srgbClr val="142B3D"/>
                </a:solidFill>
                <a:latin typeface="Avenir Next"/>
                <a:ea typeface="Avenir Next"/>
                <a:cs typeface="Avenir Next"/>
              </a:defRPr>
            </a:lvl6pPr>
            <a:lvl7pPr algn="l">
              <a:defRPr sz="3000" b="1">
                <a:solidFill>
                  <a:srgbClr val="142B3D"/>
                </a:solidFill>
                <a:latin typeface="Avenir Next"/>
                <a:ea typeface="Avenir Next"/>
                <a:cs typeface="Avenir Next"/>
              </a:defRPr>
            </a:lvl7pPr>
            <a:lvl8pPr algn="l">
              <a:defRPr sz="3000" b="1">
                <a:solidFill>
                  <a:srgbClr val="142B3D"/>
                </a:solidFill>
                <a:latin typeface="Avenir Next"/>
                <a:ea typeface="Avenir Next"/>
                <a:cs typeface="Avenir Next"/>
              </a:defRPr>
            </a:lvl8pPr>
            <a:lvl9pPr algn="l">
              <a:defRPr sz="3000" b="1">
                <a:solidFill>
                  <a:srgbClr val="142B3D"/>
                </a:solidFill>
                <a:latin typeface="Avenir Next"/>
                <a:ea typeface="Avenir Next"/>
                <a:cs typeface="Avenir Next"/>
              </a:defRPr>
            </a:lvl9pPr>
          </a:lstStyle>
          <a:p xmlns:a="http://schemas.openxmlformats.org/drawingml/2006/main">
            <a:pPr algn="l">
              <a:defRPr sz="3000" b="1">
                <a:solidFill>
                  <a:srgbClr val="142B3D"/>
                </a:solidFill>
                <a:latin typeface="Avenir Next"/>
                <a:ea typeface="Avenir Next"/>
                <a:cs typeface="Avenir Next"/>
              </a:defRPr>
            </a:pPr>
            <a:r>
              <a:rPr sz="3000" b="1">
                <a:solidFill>
                  <a:srgbClr val="142B3D"/>
                </a:solidFill>
                <a:latin typeface="Avenir Next"/>
                <a:ea typeface="Avenir Next"/>
                <a:cs typeface="Avenir Next"/>
              </a:rPr>
              <a:t>Arquitectura de la ejecución</a:t>
            </a:r>
          </a:p>
        </p:txBody>
      </p:sp>
      <p:sp>
        <p:nvSpPr>
          <p:cNvPr id="3" name="">
            <a:extLst xmlns:a="http://schemas.openxmlformats.org/drawingml/2006/main">
              <a:ext uri="{FF2B5EF4-FFF2-40B4-BE49-F238E27FC236}">
                <a16:creationId xmlns:a16="http://schemas.microsoft.com/office/drawing/2014/main" id="{1B5407E8-EB37-4C81-A590-1F43503723B5}"/>
              </a:ext>
            </a:extLst>
          </p:cNvPr>
          <p:cNvSpPr>
            <a:spLocks xmlns:a="http://schemas.openxmlformats.org/drawingml/2006/main" noGrp="1"/>
          </p:cNvSpPr>
          <p:nvPr/>
        </p:nvSpPr>
        <p:spPr>
          <a:xfrm xmlns:a="http://schemas.openxmlformats.org/drawingml/2006/main">
            <a:off x="666750" y="1257300"/>
            <a:ext cx="10668000" cy="19050"/>
          </a:xfrm>
          <a:prstGeom xmlns:a="http://schemas.openxmlformats.org/drawingml/2006/main" prst="rect">
            <a:avLst/>
          </a:prstGeom>
          <a:solidFill xmlns:a="http://schemas.openxmlformats.org/drawingml/2006/main">
            <a:srgbClr val="B9C8C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0B21468-1B41-41AE-830C-B5040A5C9A04}"/>
              </a:ext>
            </a:extLst>
          </p:cNvPr>
          <p:cNvSpPr>
            <a:spLocks xmlns:a="http://schemas.openxmlformats.org/drawingml/2006/main" noGrp="1"/>
          </p:cNvSpPr>
          <p:nvPr/>
        </p:nvSpPr>
        <p:spPr>
          <a:xfrm xmlns:a="http://schemas.openxmlformats.org/drawingml/2006/main">
            <a:off x="10858500" y="630555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526271"/>
                </a:solidFill>
                <a:latin typeface="Avenir Next"/>
                <a:ea typeface="Avenir Next"/>
                <a:cs typeface="Avenir Next"/>
              </a:defRPr>
            </a:defPPr>
            <a:lvl1pPr algn="r">
              <a:defRPr sz="1125" b="1">
                <a:solidFill>
                  <a:srgbClr val="526271"/>
                </a:solidFill>
                <a:latin typeface="Avenir Next"/>
                <a:ea typeface="Avenir Next"/>
                <a:cs typeface="Avenir Next"/>
              </a:defRPr>
            </a:lvl1pPr>
            <a:lvl2pPr algn="r">
              <a:defRPr sz="1125" b="1">
                <a:solidFill>
                  <a:srgbClr val="526271"/>
                </a:solidFill>
                <a:latin typeface="Avenir Next"/>
                <a:ea typeface="Avenir Next"/>
                <a:cs typeface="Avenir Next"/>
              </a:defRPr>
            </a:lvl2pPr>
            <a:lvl3pPr algn="r">
              <a:defRPr sz="1125" b="1">
                <a:solidFill>
                  <a:srgbClr val="526271"/>
                </a:solidFill>
                <a:latin typeface="Avenir Next"/>
                <a:ea typeface="Avenir Next"/>
                <a:cs typeface="Avenir Next"/>
              </a:defRPr>
            </a:lvl3pPr>
            <a:lvl4pPr algn="r">
              <a:defRPr sz="1125" b="1">
                <a:solidFill>
                  <a:srgbClr val="526271"/>
                </a:solidFill>
                <a:latin typeface="Avenir Next"/>
                <a:ea typeface="Avenir Next"/>
                <a:cs typeface="Avenir Next"/>
              </a:defRPr>
            </a:lvl4pPr>
            <a:lvl5pPr algn="r">
              <a:defRPr sz="1125" b="1">
                <a:solidFill>
                  <a:srgbClr val="526271"/>
                </a:solidFill>
                <a:latin typeface="Avenir Next"/>
                <a:ea typeface="Avenir Next"/>
                <a:cs typeface="Avenir Next"/>
              </a:defRPr>
            </a:lvl5pPr>
            <a:lvl6pPr algn="r">
              <a:defRPr sz="1125" b="1">
                <a:solidFill>
                  <a:srgbClr val="526271"/>
                </a:solidFill>
                <a:latin typeface="Avenir Next"/>
                <a:ea typeface="Avenir Next"/>
                <a:cs typeface="Avenir Next"/>
              </a:defRPr>
            </a:lvl6pPr>
            <a:lvl7pPr algn="r">
              <a:defRPr sz="1125" b="1">
                <a:solidFill>
                  <a:srgbClr val="526271"/>
                </a:solidFill>
                <a:latin typeface="Avenir Next"/>
                <a:ea typeface="Avenir Next"/>
                <a:cs typeface="Avenir Next"/>
              </a:defRPr>
            </a:lvl7pPr>
            <a:lvl8pPr algn="r">
              <a:defRPr sz="1125" b="1">
                <a:solidFill>
                  <a:srgbClr val="526271"/>
                </a:solidFill>
                <a:latin typeface="Avenir Next"/>
                <a:ea typeface="Avenir Next"/>
                <a:cs typeface="Avenir Next"/>
              </a:defRPr>
            </a:lvl8pPr>
            <a:lvl9pPr algn="r">
              <a:defRPr sz="1125" b="1">
                <a:solidFill>
                  <a:srgbClr val="526271"/>
                </a:solidFill>
                <a:latin typeface="Avenir Next"/>
                <a:ea typeface="Avenir Next"/>
                <a:cs typeface="Avenir Next"/>
              </a:defRPr>
            </a:lvl9pPr>
          </a:lstStyle>
          <a:p xmlns:a="http://schemas.openxmlformats.org/drawingml/2006/main">
            <a:pPr algn="r">
              <a:defRPr sz="1125" b="1">
                <a:solidFill>
                  <a:srgbClr val="526271"/>
                </a:solidFill>
                <a:latin typeface="Avenir Next"/>
                <a:ea typeface="Avenir Next"/>
                <a:cs typeface="Avenir Next"/>
              </a:defRPr>
            </a:pPr>
            <a:r>
              <a:rPr sz="1125" b="1">
                <a:solidFill>
                  <a:srgbClr val="526271"/>
                </a:solidFill>
                <a:latin typeface="Avenir Next"/>
                <a:ea typeface="Avenir Next"/>
                <a:cs typeface="Avenir Next"/>
              </a:rPr>
              <a:t>04</a:t>
            </a:r>
          </a:p>
        </p:txBody>
      </p:sp>
      <p:sp>
        <p:nvSpPr>
          <p:cNvPr id="5" name="">
            <a:extLst xmlns:a="http://schemas.openxmlformats.org/drawingml/2006/main">
              <a:ext uri="{FF2B5EF4-FFF2-40B4-BE49-F238E27FC236}">
                <a16:creationId xmlns:a16="http://schemas.microsoft.com/office/drawing/2014/main" id="{23EF1149-4227-4CF6-ADB9-9E159E9AA1A6}"/>
              </a:ext>
            </a:extLst>
          </p:cNvPr>
          <p:cNvSpPr>
            <a:spLocks xmlns:a="http://schemas.openxmlformats.org/drawingml/2006/main" noGrp="1"/>
          </p:cNvSpPr>
          <p:nvPr/>
        </p:nvSpPr>
        <p:spPr>
          <a:xfrm xmlns:a="http://schemas.openxmlformats.org/drawingml/2006/main">
            <a:off x="619125" y="2333625"/>
            <a:ext cx="1314450" cy="971550"/>
          </a:xfrm>
          <a:prstGeom xmlns:a="http://schemas.openxmlformats.org/drawingml/2006/main" prst="roundRect">
            <a:avLst>
              <a:gd name="adj" fmla="val 7843"/>
            </a:avLst>
          </a:prstGeom>
          <a:solidFill xmlns:a="http://schemas.openxmlformats.org/drawingml/2006/main">
            <a:srgbClr val="DCECE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A5B3504-4A3E-443B-8883-6D176A13757A}"/>
              </a:ext>
            </a:extLst>
          </p:cNvPr>
          <p:cNvSpPr>
            <a:spLocks xmlns:a="http://schemas.openxmlformats.org/drawingml/2006/main" noGrp="1"/>
          </p:cNvSpPr>
          <p:nvPr/>
        </p:nvSpPr>
        <p:spPr>
          <a:xfrm xmlns:a="http://schemas.openxmlformats.org/drawingml/2006/main">
            <a:off x="685800" y="2524125"/>
            <a:ext cx="118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142B3D"/>
                </a:solidFill>
                <a:latin typeface="Avenir Next"/>
                <a:ea typeface="Avenir Next"/>
                <a:cs typeface="Avenir Next"/>
              </a:defRPr>
            </a:defPPr>
            <a:lvl1pPr algn="ctr">
              <a:defRPr sz="1575" b="1">
                <a:solidFill>
                  <a:srgbClr val="142B3D"/>
                </a:solidFill>
                <a:latin typeface="Avenir Next"/>
                <a:ea typeface="Avenir Next"/>
                <a:cs typeface="Avenir Next"/>
              </a:defRPr>
            </a:lvl1pPr>
            <a:lvl2pPr algn="ctr">
              <a:defRPr sz="1575" b="1">
                <a:solidFill>
                  <a:srgbClr val="142B3D"/>
                </a:solidFill>
                <a:latin typeface="Avenir Next"/>
                <a:ea typeface="Avenir Next"/>
                <a:cs typeface="Avenir Next"/>
              </a:defRPr>
            </a:lvl2pPr>
            <a:lvl3pPr algn="ctr">
              <a:defRPr sz="1575" b="1">
                <a:solidFill>
                  <a:srgbClr val="142B3D"/>
                </a:solidFill>
                <a:latin typeface="Avenir Next"/>
                <a:ea typeface="Avenir Next"/>
                <a:cs typeface="Avenir Next"/>
              </a:defRPr>
            </a:lvl3pPr>
            <a:lvl4pPr algn="ctr">
              <a:defRPr sz="1575" b="1">
                <a:solidFill>
                  <a:srgbClr val="142B3D"/>
                </a:solidFill>
                <a:latin typeface="Avenir Next"/>
                <a:ea typeface="Avenir Next"/>
                <a:cs typeface="Avenir Next"/>
              </a:defRPr>
            </a:lvl4pPr>
            <a:lvl5pPr algn="ctr">
              <a:defRPr sz="1575" b="1">
                <a:solidFill>
                  <a:srgbClr val="142B3D"/>
                </a:solidFill>
                <a:latin typeface="Avenir Next"/>
                <a:ea typeface="Avenir Next"/>
                <a:cs typeface="Avenir Next"/>
              </a:defRPr>
            </a:lvl5pPr>
            <a:lvl6pPr algn="ctr">
              <a:defRPr sz="1575" b="1">
                <a:solidFill>
                  <a:srgbClr val="142B3D"/>
                </a:solidFill>
                <a:latin typeface="Avenir Next"/>
                <a:ea typeface="Avenir Next"/>
                <a:cs typeface="Avenir Next"/>
              </a:defRPr>
            </a:lvl6pPr>
            <a:lvl7pPr algn="ctr">
              <a:defRPr sz="1575" b="1">
                <a:solidFill>
                  <a:srgbClr val="142B3D"/>
                </a:solidFill>
                <a:latin typeface="Avenir Next"/>
                <a:ea typeface="Avenir Next"/>
                <a:cs typeface="Avenir Next"/>
              </a:defRPr>
            </a:lvl7pPr>
            <a:lvl8pPr algn="ctr">
              <a:defRPr sz="1575" b="1">
                <a:solidFill>
                  <a:srgbClr val="142B3D"/>
                </a:solidFill>
                <a:latin typeface="Avenir Next"/>
                <a:ea typeface="Avenir Next"/>
                <a:cs typeface="Avenir Next"/>
              </a:defRPr>
            </a:lvl8pPr>
            <a:lvl9pPr algn="ctr">
              <a:defRPr sz="1575" b="1">
                <a:solidFill>
                  <a:srgbClr val="142B3D"/>
                </a:solidFill>
                <a:latin typeface="Avenir Next"/>
                <a:ea typeface="Avenir Next"/>
                <a:cs typeface="Avenir Next"/>
              </a:defRPr>
            </a:lvl9pPr>
          </a:lstStyle>
          <a:p xmlns:a="http://schemas.openxmlformats.org/drawingml/2006/main">
            <a:pPr algn="ctr">
              <a:defRPr sz="1575" b="1">
                <a:solidFill>
                  <a:srgbClr val="142B3D"/>
                </a:solidFill>
                <a:latin typeface="Avenir Next"/>
                <a:ea typeface="Avenir Next"/>
                <a:cs typeface="Avenir Next"/>
              </a:defRPr>
            </a:pPr>
            <a:r>
              <a:rPr sz="1575" b="1">
                <a:solidFill>
                  <a:srgbClr val="142B3D"/>
                </a:solidFill>
                <a:latin typeface="Avenir Next"/>
                <a:ea typeface="Avenir Next"/>
                <a:cs typeface="Avenir Next"/>
              </a:rPr>
              <a:t>Prueba .robot</a:t>
            </a:r>
          </a:p>
        </p:txBody>
      </p:sp>
      <p:sp>
        <p:nvSpPr>
          <p:cNvPr id="7" name="">
            <a:extLst xmlns:a="http://schemas.openxmlformats.org/drawingml/2006/main">
              <a:ext uri="{FF2B5EF4-FFF2-40B4-BE49-F238E27FC236}">
                <a16:creationId xmlns:a16="http://schemas.microsoft.com/office/drawing/2014/main" id="{9196983F-6711-4F27-9A32-1C36E82A1199}"/>
              </a:ext>
            </a:extLst>
          </p:cNvPr>
          <p:cNvSpPr>
            <a:spLocks xmlns:a="http://schemas.openxmlformats.org/drawingml/2006/main" noGrp="1"/>
          </p:cNvSpPr>
          <p:nvPr/>
        </p:nvSpPr>
        <p:spPr>
          <a:xfrm xmlns:a="http://schemas.openxmlformats.org/drawingml/2006/main">
            <a:off x="1962150" y="2514600"/>
            <a:ext cx="2667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100" b="1">
                <a:solidFill>
                  <a:srgbClr val="0A7777"/>
                </a:solidFill>
                <a:latin typeface="Avenir Next"/>
                <a:ea typeface="Avenir Next"/>
                <a:cs typeface="Avenir Next"/>
              </a:defRPr>
            </a:defPPr>
            <a:lvl1pPr algn="ctr">
              <a:defRPr sz="2100" b="1">
                <a:solidFill>
                  <a:srgbClr val="0A7777"/>
                </a:solidFill>
                <a:latin typeface="Avenir Next"/>
                <a:ea typeface="Avenir Next"/>
                <a:cs typeface="Avenir Next"/>
              </a:defRPr>
            </a:lvl1pPr>
            <a:lvl2pPr algn="ctr">
              <a:defRPr sz="2100" b="1">
                <a:solidFill>
                  <a:srgbClr val="0A7777"/>
                </a:solidFill>
                <a:latin typeface="Avenir Next"/>
                <a:ea typeface="Avenir Next"/>
                <a:cs typeface="Avenir Next"/>
              </a:defRPr>
            </a:lvl2pPr>
            <a:lvl3pPr algn="ctr">
              <a:defRPr sz="2100" b="1">
                <a:solidFill>
                  <a:srgbClr val="0A7777"/>
                </a:solidFill>
                <a:latin typeface="Avenir Next"/>
                <a:ea typeface="Avenir Next"/>
                <a:cs typeface="Avenir Next"/>
              </a:defRPr>
            </a:lvl3pPr>
            <a:lvl4pPr algn="ctr">
              <a:defRPr sz="2100" b="1">
                <a:solidFill>
                  <a:srgbClr val="0A7777"/>
                </a:solidFill>
                <a:latin typeface="Avenir Next"/>
                <a:ea typeface="Avenir Next"/>
                <a:cs typeface="Avenir Next"/>
              </a:defRPr>
            </a:lvl4pPr>
            <a:lvl5pPr algn="ctr">
              <a:defRPr sz="2100" b="1">
                <a:solidFill>
                  <a:srgbClr val="0A7777"/>
                </a:solidFill>
                <a:latin typeface="Avenir Next"/>
                <a:ea typeface="Avenir Next"/>
                <a:cs typeface="Avenir Next"/>
              </a:defRPr>
            </a:lvl5pPr>
            <a:lvl6pPr algn="ctr">
              <a:defRPr sz="2100" b="1">
                <a:solidFill>
                  <a:srgbClr val="0A7777"/>
                </a:solidFill>
                <a:latin typeface="Avenir Next"/>
                <a:ea typeface="Avenir Next"/>
                <a:cs typeface="Avenir Next"/>
              </a:defRPr>
            </a:lvl6pPr>
            <a:lvl7pPr algn="ctr">
              <a:defRPr sz="2100" b="1">
                <a:solidFill>
                  <a:srgbClr val="0A7777"/>
                </a:solidFill>
                <a:latin typeface="Avenir Next"/>
                <a:ea typeface="Avenir Next"/>
                <a:cs typeface="Avenir Next"/>
              </a:defRPr>
            </a:lvl7pPr>
            <a:lvl8pPr algn="ctr">
              <a:defRPr sz="2100" b="1">
                <a:solidFill>
                  <a:srgbClr val="0A7777"/>
                </a:solidFill>
                <a:latin typeface="Avenir Next"/>
                <a:ea typeface="Avenir Next"/>
                <a:cs typeface="Avenir Next"/>
              </a:defRPr>
            </a:lvl8pPr>
            <a:lvl9pPr algn="ctr">
              <a:defRPr sz="2100" b="1">
                <a:solidFill>
                  <a:srgbClr val="0A7777"/>
                </a:solidFill>
                <a:latin typeface="Avenir Next"/>
                <a:ea typeface="Avenir Next"/>
                <a:cs typeface="Avenir Next"/>
              </a:defRPr>
            </a:lvl9pPr>
          </a:lstStyle>
          <a:p xmlns:a="http://schemas.openxmlformats.org/drawingml/2006/main">
            <a:pPr algn="ctr">
              <a:defRPr sz="2100" b="1">
                <a:solidFill>
                  <a:srgbClr val="0A7777"/>
                </a:solidFill>
                <a:latin typeface="Avenir Next"/>
                <a:ea typeface="Avenir Next"/>
                <a:cs typeface="Avenir Next"/>
              </a:defRPr>
            </a:pPr>
            <a:r>
              <a:rPr sz="2100" b="1">
                <a:solidFill>
                  <a:srgbClr val="0A7777"/>
                </a:solidFill>
                <a:latin typeface="Avenir Next"/>
                <a:ea typeface="Avenir Next"/>
                <a:cs typeface="Avenir Next"/>
              </a:rPr>
              <a:t>→</a:t>
            </a:r>
          </a:p>
        </p:txBody>
      </p:sp>
      <p:sp>
        <p:nvSpPr>
          <p:cNvPr id="8" name="">
            <a:extLst xmlns:a="http://schemas.openxmlformats.org/drawingml/2006/main">
              <a:ext uri="{FF2B5EF4-FFF2-40B4-BE49-F238E27FC236}">
                <a16:creationId xmlns:a16="http://schemas.microsoft.com/office/drawing/2014/main" id="{0F4440A8-B213-4493-9ACF-1B2C2C16542A}"/>
              </a:ext>
            </a:extLst>
          </p:cNvPr>
          <p:cNvSpPr>
            <a:spLocks xmlns:a="http://schemas.openxmlformats.org/drawingml/2006/main" noGrp="1"/>
          </p:cNvSpPr>
          <p:nvPr/>
        </p:nvSpPr>
        <p:spPr>
          <a:xfrm xmlns:a="http://schemas.openxmlformats.org/drawingml/2006/main">
            <a:off x="2209800" y="2333625"/>
            <a:ext cx="1524000" cy="971550"/>
          </a:xfrm>
          <a:prstGeom xmlns:a="http://schemas.openxmlformats.org/drawingml/2006/main" prst="roundRect">
            <a:avLst>
              <a:gd name="adj" fmla="val 7843"/>
            </a:avLst>
          </a:prstGeom>
          <a:solidFill xmlns:a="http://schemas.openxmlformats.org/drawingml/2006/main">
            <a:srgbClr val="E9F1E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71032CF-5C69-4ABB-B503-4157BD05B99D}"/>
              </a:ext>
            </a:extLst>
          </p:cNvPr>
          <p:cNvSpPr>
            <a:spLocks xmlns:a="http://schemas.openxmlformats.org/drawingml/2006/main" noGrp="1"/>
          </p:cNvSpPr>
          <p:nvPr/>
        </p:nvSpPr>
        <p:spPr>
          <a:xfrm xmlns:a="http://schemas.openxmlformats.org/drawingml/2006/main">
            <a:off x="2276475" y="2524125"/>
            <a:ext cx="1390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142B3D"/>
                </a:solidFill>
                <a:latin typeface="Avenir Next"/>
                <a:ea typeface="Avenir Next"/>
                <a:cs typeface="Avenir Next"/>
              </a:defRPr>
            </a:defPPr>
            <a:lvl1pPr algn="ctr">
              <a:defRPr sz="1575" b="1">
                <a:solidFill>
                  <a:srgbClr val="142B3D"/>
                </a:solidFill>
                <a:latin typeface="Avenir Next"/>
                <a:ea typeface="Avenir Next"/>
                <a:cs typeface="Avenir Next"/>
              </a:defRPr>
            </a:lvl1pPr>
            <a:lvl2pPr algn="ctr">
              <a:defRPr sz="1575" b="1">
                <a:solidFill>
                  <a:srgbClr val="142B3D"/>
                </a:solidFill>
                <a:latin typeface="Avenir Next"/>
                <a:ea typeface="Avenir Next"/>
                <a:cs typeface="Avenir Next"/>
              </a:defRPr>
            </a:lvl2pPr>
            <a:lvl3pPr algn="ctr">
              <a:defRPr sz="1575" b="1">
                <a:solidFill>
                  <a:srgbClr val="142B3D"/>
                </a:solidFill>
                <a:latin typeface="Avenir Next"/>
                <a:ea typeface="Avenir Next"/>
                <a:cs typeface="Avenir Next"/>
              </a:defRPr>
            </a:lvl3pPr>
            <a:lvl4pPr algn="ctr">
              <a:defRPr sz="1575" b="1">
                <a:solidFill>
                  <a:srgbClr val="142B3D"/>
                </a:solidFill>
                <a:latin typeface="Avenir Next"/>
                <a:ea typeface="Avenir Next"/>
                <a:cs typeface="Avenir Next"/>
              </a:defRPr>
            </a:lvl4pPr>
            <a:lvl5pPr algn="ctr">
              <a:defRPr sz="1575" b="1">
                <a:solidFill>
                  <a:srgbClr val="142B3D"/>
                </a:solidFill>
                <a:latin typeface="Avenir Next"/>
                <a:ea typeface="Avenir Next"/>
                <a:cs typeface="Avenir Next"/>
              </a:defRPr>
            </a:lvl5pPr>
            <a:lvl6pPr algn="ctr">
              <a:defRPr sz="1575" b="1">
                <a:solidFill>
                  <a:srgbClr val="142B3D"/>
                </a:solidFill>
                <a:latin typeface="Avenir Next"/>
                <a:ea typeface="Avenir Next"/>
                <a:cs typeface="Avenir Next"/>
              </a:defRPr>
            </a:lvl6pPr>
            <a:lvl7pPr algn="ctr">
              <a:defRPr sz="1575" b="1">
                <a:solidFill>
                  <a:srgbClr val="142B3D"/>
                </a:solidFill>
                <a:latin typeface="Avenir Next"/>
                <a:ea typeface="Avenir Next"/>
                <a:cs typeface="Avenir Next"/>
              </a:defRPr>
            </a:lvl7pPr>
            <a:lvl8pPr algn="ctr">
              <a:defRPr sz="1575" b="1">
                <a:solidFill>
                  <a:srgbClr val="142B3D"/>
                </a:solidFill>
                <a:latin typeface="Avenir Next"/>
                <a:ea typeface="Avenir Next"/>
                <a:cs typeface="Avenir Next"/>
              </a:defRPr>
            </a:lvl8pPr>
            <a:lvl9pPr algn="ctr">
              <a:defRPr sz="1575" b="1">
                <a:solidFill>
                  <a:srgbClr val="142B3D"/>
                </a:solidFill>
                <a:latin typeface="Avenir Next"/>
                <a:ea typeface="Avenir Next"/>
                <a:cs typeface="Avenir Next"/>
              </a:defRPr>
            </a:lvl9pPr>
          </a:lstStyle>
          <a:p xmlns:a="http://schemas.openxmlformats.org/drawingml/2006/main">
            <a:pPr algn="ctr">
              <a:defRPr sz="1575" b="1">
                <a:solidFill>
                  <a:srgbClr val="142B3D"/>
                </a:solidFill>
                <a:latin typeface="Avenir Next"/>
                <a:ea typeface="Avenir Next"/>
                <a:cs typeface="Avenir Next"/>
              </a:defRPr>
            </a:pPr>
            <a:r>
              <a:rPr sz="1575" b="1">
                <a:solidFill>
                  <a:srgbClr val="142B3D"/>
                </a:solidFill>
                <a:latin typeface="Avenir Next"/>
                <a:ea typeface="Avenir Next"/>
                <a:cs typeface="Avenir Next"/>
              </a:rPr>
              <a:t>Page Objects</a:t>
            </a:r>
          </a:p>
        </p:txBody>
      </p:sp>
      <p:sp>
        <p:nvSpPr>
          <p:cNvPr id="10" name="">
            <a:extLst xmlns:a="http://schemas.openxmlformats.org/drawingml/2006/main">
              <a:ext uri="{FF2B5EF4-FFF2-40B4-BE49-F238E27FC236}">
                <a16:creationId xmlns:a16="http://schemas.microsoft.com/office/drawing/2014/main" id="{73490A43-01FB-4F39-A030-EB97FE2B1315}"/>
              </a:ext>
            </a:extLst>
          </p:cNvPr>
          <p:cNvSpPr>
            <a:spLocks xmlns:a="http://schemas.openxmlformats.org/drawingml/2006/main" noGrp="1"/>
          </p:cNvSpPr>
          <p:nvPr/>
        </p:nvSpPr>
        <p:spPr>
          <a:xfrm xmlns:a="http://schemas.openxmlformats.org/drawingml/2006/main">
            <a:off x="3762375" y="2514600"/>
            <a:ext cx="2667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100" b="1">
                <a:solidFill>
                  <a:srgbClr val="0A7777"/>
                </a:solidFill>
                <a:latin typeface="Avenir Next"/>
                <a:ea typeface="Avenir Next"/>
                <a:cs typeface="Avenir Next"/>
              </a:defRPr>
            </a:defPPr>
            <a:lvl1pPr algn="ctr">
              <a:defRPr sz="2100" b="1">
                <a:solidFill>
                  <a:srgbClr val="0A7777"/>
                </a:solidFill>
                <a:latin typeface="Avenir Next"/>
                <a:ea typeface="Avenir Next"/>
                <a:cs typeface="Avenir Next"/>
              </a:defRPr>
            </a:lvl1pPr>
            <a:lvl2pPr algn="ctr">
              <a:defRPr sz="2100" b="1">
                <a:solidFill>
                  <a:srgbClr val="0A7777"/>
                </a:solidFill>
                <a:latin typeface="Avenir Next"/>
                <a:ea typeface="Avenir Next"/>
                <a:cs typeface="Avenir Next"/>
              </a:defRPr>
            </a:lvl2pPr>
            <a:lvl3pPr algn="ctr">
              <a:defRPr sz="2100" b="1">
                <a:solidFill>
                  <a:srgbClr val="0A7777"/>
                </a:solidFill>
                <a:latin typeface="Avenir Next"/>
                <a:ea typeface="Avenir Next"/>
                <a:cs typeface="Avenir Next"/>
              </a:defRPr>
            </a:lvl3pPr>
            <a:lvl4pPr algn="ctr">
              <a:defRPr sz="2100" b="1">
                <a:solidFill>
                  <a:srgbClr val="0A7777"/>
                </a:solidFill>
                <a:latin typeface="Avenir Next"/>
                <a:ea typeface="Avenir Next"/>
                <a:cs typeface="Avenir Next"/>
              </a:defRPr>
            </a:lvl4pPr>
            <a:lvl5pPr algn="ctr">
              <a:defRPr sz="2100" b="1">
                <a:solidFill>
                  <a:srgbClr val="0A7777"/>
                </a:solidFill>
                <a:latin typeface="Avenir Next"/>
                <a:ea typeface="Avenir Next"/>
                <a:cs typeface="Avenir Next"/>
              </a:defRPr>
            </a:lvl5pPr>
            <a:lvl6pPr algn="ctr">
              <a:defRPr sz="2100" b="1">
                <a:solidFill>
                  <a:srgbClr val="0A7777"/>
                </a:solidFill>
                <a:latin typeface="Avenir Next"/>
                <a:ea typeface="Avenir Next"/>
                <a:cs typeface="Avenir Next"/>
              </a:defRPr>
            </a:lvl6pPr>
            <a:lvl7pPr algn="ctr">
              <a:defRPr sz="2100" b="1">
                <a:solidFill>
                  <a:srgbClr val="0A7777"/>
                </a:solidFill>
                <a:latin typeface="Avenir Next"/>
                <a:ea typeface="Avenir Next"/>
                <a:cs typeface="Avenir Next"/>
              </a:defRPr>
            </a:lvl7pPr>
            <a:lvl8pPr algn="ctr">
              <a:defRPr sz="2100" b="1">
                <a:solidFill>
                  <a:srgbClr val="0A7777"/>
                </a:solidFill>
                <a:latin typeface="Avenir Next"/>
                <a:ea typeface="Avenir Next"/>
                <a:cs typeface="Avenir Next"/>
              </a:defRPr>
            </a:lvl8pPr>
            <a:lvl9pPr algn="ctr">
              <a:defRPr sz="2100" b="1">
                <a:solidFill>
                  <a:srgbClr val="0A7777"/>
                </a:solidFill>
                <a:latin typeface="Avenir Next"/>
                <a:ea typeface="Avenir Next"/>
                <a:cs typeface="Avenir Next"/>
              </a:defRPr>
            </a:lvl9pPr>
          </a:lstStyle>
          <a:p xmlns:a="http://schemas.openxmlformats.org/drawingml/2006/main">
            <a:pPr algn="ctr">
              <a:defRPr sz="2100" b="1">
                <a:solidFill>
                  <a:srgbClr val="0A7777"/>
                </a:solidFill>
                <a:latin typeface="Avenir Next"/>
                <a:ea typeface="Avenir Next"/>
                <a:cs typeface="Avenir Next"/>
              </a:defRPr>
            </a:pPr>
            <a:r>
              <a:rPr sz="2100" b="1">
                <a:solidFill>
                  <a:srgbClr val="0A7777"/>
                </a:solidFill>
                <a:latin typeface="Avenir Next"/>
                <a:ea typeface="Avenir Next"/>
                <a:cs typeface="Avenir Next"/>
              </a:rPr>
              <a:t>→</a:t>
            </a:r>
          </a:p>
        </p:txBody>
      </p:sp>
      <p:sp>
        <p:nvSpPr>
          <p:cNvPr id="11" name="">
            <a:extLst xmlns:a="http://schemas.openxmlformats.org/drawingml/2006/main">
              <a:ext uri="{FF2B5EF4-FFF2-40B4-BE49-F238E27FC236}">
                <a16:creationId xmlns:a16="http://schemas.microsoft.com/office/drawing/2014/main" id="{7725DE17-F462-48F6-9ED2-4E26BDA08C79}"/>
              </a:ext>
            </a:extLst>
          </p:cNvPr>
          <p:cNvSpPr>
            <a:spLocks xmlns:a="http://schemas.openxmlformats.org/drawingml/2006/main" noGrp="1"/>
          </p:cNvSpPr>
          <p:nvPr/>
        </p:nvSpPr>
        <p:spPr>
          <a:xfrm xmlns:a="http://schemas.openxmlformats.org/drawingml/2006/main">
            <a:off x="3971925" y="2333625"/>
            <a:ext cx="1409700" cy="971550"/>
          </a:xfrm>
          <a:prstGeom xmlns:a="http://schemas.openxmlformats.org/drawingml/2006/main" prst="roundRect">
            <a:avLst>
              <a:gd name="adj" fmla="val 7843"/>
            </a:avLst>
          </a:prstGeom>
          <a:solidFill xmlns:a="http://schemas.openxmlformats.org/drawingml/2006/main">
            <a:srgbClr val="E9F1E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D8E7BD7-F5EE-440F-8210-63F2F5A3A20D}"/>
              </a:ext>
            </a:extLst>
          </p:cNvPr>
          <p:cNvSpPr>
            <a:spLocks xmlns:a="http://schemas.openxmlformats.org/drawingml/2006/main" noGrp="1"/>
          </p:cNvSpPr>
          <p:nvPr/>
        </p:nvSpPr>
        <p:spPr>
          <a:xfrm xmlns:a="http://schemas.openxmlformats.org/drawingml/2006/main">
            <a:off x="4038600" y="2524125"/>
            <a:ext cx="1276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142B3D"/>
                </a:solidFill>
                <a:latin typeface="Avenir Next"/>
                <a:ea typeface="Avenir Next"/>
                <a:cs typeface="Avenir Next"/>
              </a:defRPr>
            </a:defPPr>
            <a:lvl1pPr algn="ctr">
              <a:defRPr sz="1575" b="1">
                <a:solidFill>
                  <a:srgbClr val="142B3D"/>
                </a:solidFill>
                <a:latin typeface="Avenir Next"/>
                <a:ea typeface="Avenir Next"/>
                <a:cs typeface="Avenir Next"/>
              </a:defRPr>
            </a:lvl1pPr>
            <a:lvl2pPr algn="ctr">
              <a:defRPr sz="1575" b="1">
                <a:solidFill>
                  <a:srgbClr val="142B3D"/>
                </a:solidFill>
                <a:latin typeface="Avenir Next"/>
                <a:ea typeface="Avenir Next"/>
                <a:cs typeface="Avenir Next"/>
              </a:defRPr>
            </a:lvl2pPr>
            <a:lvl3pPr algn="ctr">
              <a:defRPr sz="1575" b="1">
                <a:solidFill>
                  <a:srgbClr val="142B3D"/>
                </a:solidFill>
                <a:latin typeface="Avenir Next"/>
                <a:ea typeface="Avenir Next"/>
                <a:cs typeface="Avenir Next"/>
              </a:defRPr>
            </a:lvl3pPr>
            <a:lvl4pPr algn="ctr">
              <a:defRPr sz="1575" b="1">
                <a:solidFill>
                  <a:srgbClr val="142B3D"/>
                </a:solidFill>
                <a:latin typeface="Avenir Next"/>
                <a:ea typeface="Avenir Next"/>
                <a:cs typeface="Avenir Next"/>
              </a:defRPr>
            </a:lvl4pPr>
            <a:lvl5pPr algn="ctr">
              <a:defRPr sz="1575" b="1">
                <a:solidFill>
                  <a:srgbClr val="142B3D"/>
                </a:solidFill>
                <a:latin typeface="Avenir Next"/>
                <a:ea typeface="Avenir Next"/>
                <a:cs typeface="Avenir Next"/>
              </a:defRPr>
            </a:lvl5pPr>
            <a:lvl6pPr algn="ctr">
              <a:defRPr sz="1575" b="1">
                <a:solidFill>
                  <a:srgbClr val="142B3D"/>
                </a:solidFill>
                <a:latin typeface="Avenir Next"/>
                <a:ea typeface="Avenir Next"/>
                <a:cs typeface="Avenir Next"/>
              </a:defRPr>
            </a:lvl6pPr>
            <a:lvl7pPr algn="ctr">
              <a:defRPr sz="1575" b="1">
                <a:solidFill>
                  <a:srgbClr val="142B3D"/>
                </a:solidFill>
                <a:latin typeface="Avenir Next"/>
                <a:ea typeface="Avenir Next"/>
                <a:cs typeface="Avenir Next"/>
              </a:defRPr>
            </a:lvl7pPr>
            <a:lvl8pPr algn="ctr">
              <a:defRPr sz="1575" b="1">
                <a:solidFill>
                  <a:srgbClr val="142B3D"/>
                </a:solidFill>
                <a:latin typeface="Avenir Next"/>
                <a:ea typeface="Avenir Next"/>
                <a:cs typeface="Avenir Next"/>
              </a:defRPr>
            </a:lvl8pPr>
            <a:lvl9pPr algn="ctr">
              <a:defRPr sz="1575" b="1">
                <a:solidFill>
                  <a:srgbClr val="142B3D"/>
                </a:solidFill>
                <a:latin typeface="Avenir Next"/>
                <a:ea typeface="Avenir Next"/>
                <a:cs typeface="Avenir Next"/>
              </a:defRPr>
            </a:lvl9pPr>
          </a:lstStyle>
          <a:p xmlns:a="http://schemas.openxmlformats.org/drawingml/2006/main">
            <a:pPr algn="ctr">
              <a:defRPr sz="1575" b="1">
                <a:solidFill>
                  <a:srgbClr val="142B3D"/>
                </a:solidFill>
                <a:latin typeface="Avenir Next"/>
                <a:ea typeface="Avenir Next"/>
                <a:cs typeface="Avenir Next"/>
              </a:defRPr>
            </a:pPr>
            <a:r>
              <a:rPr sz="1575" b="1">
                <a:solidFill>
                  <a:srgbClr val="142B3D"/>
                </a:solidFill>
                <a:latin typeface="Avenir Next"/>
                <a:ea typeface="Avenir Next"/>
                <a:cs typeface="Avenir Next"/>
              </a:rPr>
              <a:t>Motor Robot</a:t>
            </a:r>
          </a:p>
        </p:txBody>
      </p:sp>
      <p:sp>
        <p:nvSpPr>
          <p:cNvPr id="13" name="">
            <a:extLst xmlns:a="http://schemas.openxmlformats.org/drawingml/2006/main">
              <a:ext uri="{FF2B5EF4-FFF2-40B4-BE49-F238E27FC236}">
                <a16:creationId xmlns:a16="http://schemas.microsoft.com/office/drawing/2014/main" id="{8CFA5E62-CA1C-4E63-8CBA-51860836A202}"/>
              </a:ext>
            </a:extLst>
          </p:cNvPr>
          <p:cNvSpPr>
            <a:spLocks xmlns:a="http://schemas.openxmlformats.org/drawingml/2006/main" noGrp="1"/>
          </p:cNvSpPr>
          <p:nvPr/>
        </p:nvSpPr>
        <p:spPr>
          <a:xfrm xmlns:a="http://schemas.openxmlformats.org/drawingml/2006/main">
            <a:off x="5410200" y="2514600"/>
            <a:ext cx="2667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100" b="1">
                <a:solidFill>
                  <a:srgbClr val="0A7777"/>
                </a:solidFill>
                <a:latin typeface="Avenir Next"/>
                <a:ea typeface="Avenir Next"/>
                <a:cs typeface="Avenir Next"/>
              </a:defRPr>
            </a:defPPr>
            <a:lvl1pPr algn="ctr">
              <a:defRPr sz="2100" b="1">
                <a:solidFill>
                  <a:srgbClr val="0A7777"/>
                </a:solidFill>
                <a:latin typeface="Avenir Next"/>
                <a:ea typeface="Avenir Next"/>
                <a:cs typeface="Avenir Next"/>
              </a:defRPr>
            </a:lvl1pPr>
            <a:lvl2pPr algn="ctr">
              <a:defRPr sz="2100" b="1">
                <a:solidFill>
                  <a:srgbClr val="0A7777"/>
                </a:solidFill>
                <a:latin typeface="Avenir Next"/>
                <a:ea typeface="Avenir Next"/>
                <a:cs typeface="Avenir Next"/>
              </a:defRPr>
            </a:lvl2pPr>
            <a:lvl3pPr algn="ctr">
              <a:defRPr sz="2100" b="1">
                <a:solidFill>
                  <a:srgbClr val="0A7777"/>
                </a:solidFill>
                <a:latin typeface="Avenir Next"/>
                <a:ea typeface="Avenir Next"/>
                <a:cs typeface="Avenir Next"/>
              </a:defRPr>
            </a:lvl3pPr>
            <a:lvl4pPr algn="ctr">
              <a:defRPr sz="2100" b="1">
                <a:solidFill>
                  <a:srgbClr val="0A7777"/>
                </a:solidFill>
                <a:latin typeface="Avenir Next"/>
                <a:ea typeface="Avenir Next"/>
                <a:cs typeface="Avenir Next"/>
              </a:defRPr>
            </a:lvl4pPr>
            <a:lvl5pPr algn="ctr">
              <a:defRPr sz="2100" b="1">
                <a:solidFill>
                  <a:srgbClr val="0A7777"/>
                </a:solidFill>
                <a:latin typeface="Avenir Next"/>
                <a:ea typeface="Avenir Next"/>
                <a:cs typeface="Avenir Next"/>
              </a:defRPr>
            </a:lvl5pPr>
            <a:lvl6pPr algn="ctr">
              <a:defRPr sz="2100" b="1">
                <a:solidFill>
                  <a:srgbClr val="0A7777"/>
                </a:solidFill>
                <a:latin typeface="Avenir Next"/>
                <a:ea typeface="Avenir Next"/>
                <a:cs typeface="Avenir Next"/>
              </a:defRPr>
            </a:lvl6pPr>
            <a:lvl7pPr algn="ctr">
              <a:defRPr sz="2100" b="1">
                <a:solidFill>
                  <a:srgbClr val="0A7777"/>
                </a:solidFill>
                <a:latin typeface="Avenir Next"/>
                <a:ea typeface="Avenir Next"/>
                <a:cs typeface="Avenir Next"/>
              </a:defRPr>
            </a:lvl7pPr>
            <a:lvl8pPr algn="ctr">
              <a:defRPr sz="2100" b="1">
                <a:solidFill>
                  <a:srgbClr val="0A7777"/>
                </a:solidFill>
                <a:latin typeface="Avenir Next"/>
                <a:ea typeface="Avenir Next"/>
                <a:cs typeface="Avenir Next"/>
              </a:defRPr>
            </a:lvl8pPr>
            <a:lvl9pPr algn="ctr">
              <a:defRPr sz="2100" b="1">
                <a:solidFill>
                  <a:srgbClr val="0A7777"/>
                </a:solidFill>
                <a:latin typeface="Avenir Next"/>
                <a:ea typeface="Avenir Next"/>
                <a:cs typeface="Avenir Next"/>
              </a:defRPr>
            </a:lvl9pPr>
          </a:lstStyle>
          <a:p xmlns:a="http://schemas.openxmlformats.org/drawingml/2006/main">
            <a:pPr algn="ctr">
              <a:defRPr sz="2100" b="1">
                <a:solidFill>
                  <a:srgbClr val="0A7777"/>
                </a:solidFill>
                <a:latin typeface="Avenir Next"/>
                <a:ea typeface="Avenir Next"/>
                <a:cs typeface="Avenir Next"/>
              </a:defRPr>
            </a:pPr>
            <a:r>
              <a:rPr sz="2100" b="1">
                <a:solidFill>
                  <a:srgbClr val="0A7777"/>
                </a:solidFill>
                <a:latin typeface="Avenir Next"/>
                <a:ea typeface="Avenir Next"/>
                <a:cs typeface="Avenir Next"/>
              </a:rPr>
              <a:t>→</a:t>
            </a:r>
          </a:p>
        </p:txBody>
      </p:sp>
      <p:sp>
        <p:nvSpPr>
          <p:cNvPr id="14" name="">
            <a:extLst xmlns:a="http://schemas.openxmlformats.org/drawingml/2006/main">
              <a:ext uri="{FF2B5EF4-FFF2-40B4-BE49-F238E27FC236}">
                <a16:creationId xmlns:a16="http://schemas.microsoft.com/office/drawing/2014/main" id="{BF5CB741-4FA1-4F71-AE1D-5C39BEC654D2}"/>
              </a:ext>
            </a:extLst>
          </p:cNvPr>
          <p:cNvSpPr>
            <a:spLocks xmlns:a="http://schemas.openxmlformats.org/drawingml/2006/main" noGrp="1"/>
          </p:cNvSpPr>
          <p:nvPr/>
        </p:nvSpPr>
        <p:spPr>
          <a:xfrm xmlns:a="http://schemas.openxmlformats.org/drawingml/2006/main">
            <a:off x="5638800" y="2333625"/>
            <a:ext cx="1504950" cy="971550"/>
          </a:xfrm>
          <a:prstGeom xmlns:a="http://schemas.openxmlformats.org/drawingml/2006/main" prst="roundRect">
            <a:avLst>
              <a:gd name="adj" fmla="val 7843"/>
            </a:avLst>
          </a:prstGeom>
          <a:solidFill xmlns:a="http://schemas.openxmlformats.org/drawingml/2006/main">
            <a:srgbClr val="E9F1E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C67FF84-3EA9-4047-8FD7-12EA56BE9F0F}"/>
              </a:ext>
            </a:extLst>
          </p:cNvPr>
          <p:cNvSpPr>
            <a:spLocks xmlns:a="http://schemas.openxmlformats.org/drawingml/2006/main" noGrp="1"/>
          </p:cNvSpPr>
          <p:nvPr/>
        </p:nvSpPr>
        <p:spPr>
          <a:xfrm xmlns:a="http://schemas.openxmlformats.org/drawingml/2006/main">
            <a:off x="5705475" y="2524125"/>
            <a:ext cx="13716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1">
                <a:solidFill>
                  <a:srgbClr val="142B3D"/>
                </a:solidFill>
                <a:latin typeface="Avenir Next"/>
                <a:ea typeface="Avenir Next"/>
                <a:cs typeface="Avenir Next"/>
              </a:defRPr>
            </a:defPPr>
            <a:lvl1pPr algn="ctr">
              <a:defRPr sz="1350" b="1">
                <a:solidFill>
                  <a:srgbClr val="142B3D"/>
                </a:solidFill>
                <a:latin typeface="Avenir Next"/>
                <a:ea typeface="Avenir Next"/>
                <a:cs typeface="Avenir Next"/>
              </a:defRPr>
            </a:lvl1pPr>
            <a:lvl2pPr algn="ctr">
              <a:defRPr sz="1350" b="1">
                <a:solidFill>
                  <a:srgbClr val="142B3D"/>
                </a:solidFill>
                <a:latin typeface="Avenir Next"/>
                <a:ea typeface="Avenir Next"/>
                <a:cs typeface="Avenir Next"/>
              </a:defRPr>
            </a:lvl2pPr>
            <a:lvl3pPr algn="ctr">
              <a:defRPr sz="1350" b="1">
                <a:solidFill>
                  <a:srgbClr val="142B3D"/>
                </a:solidFill>
                <a:latin typeface="Avenir Next"/>
                <a:ea typeface="Avenir Next"/>
                <a:cs typeface="Avenir Next"/>
              </a:defRPr>
            </a:lvl3pPr>
            <a:lvl4pPr algn="ctr">
              <a:defRPr sz="1350" b="1">
                <a:solidFill>
                  <a:srgbClr val="142B3D"/>
                </a:solidFill>
                <a:latin typeface="Avenir Next"/>
                <a:ea typeface="Avenir Next"/>
                <a:cs typeface="Avenir Next"/>
              </a:defRPr>
            </a:lvl4pPr>
            <a:lvl5pPr algn="ctr">
              <a:defRPr sz="1350" b="1">
                <a:solidFill>
                  <a:srgbClr val="142B3D"/>
                </a:solidFill>
                <a:latin typeface="Avenir Next"/>
                <a:ea typeface="Avenir Next"/>
                <a:cs typeface="Avenir Next"/>
              </a:defRPr>
            </a:lvl5pPr>
            <a:lvl6pPr algn="ctr">
              <a:defRPr sz="1350" b="1">
                <a:solidFill>
                  <a:srgbClr val="142B3D"/>
                </a:solidFill>
                <a:latin typeface="Avenir Next"/>
                <a:ea typeface="Avenir Next"/>
                <a:cs typeface="Avenir Next"/>
              </a:defRPr>
            </a:lvl6pPr>
            <a:lvl7pPr algn="ctr">
              <a:defRPr sz="1350" b="1">
                <a:solidFill>
                  <a:srgbClr val="142B3D"/>
                </a:solidFill>
                <a:latin typeface="Avenir Next"/>
                <a:ea typeface="Avenir Next"/>
                <a:cs typeface="Avenir Next"/>
              </a:defRPr>
            </a:lvl7pPr>
            <a:lvl8pPr algn="ctr">
              <a:defRPr sz="1350" b="1">
                <a:solidFill>
                  <a:srgbClr val="142B3D"/>
                </a:solidFill>
                <a:latin typeface="Avenir Next"/>
                <a:ea typeface="Avenir Next"/>
                <a:cs typeface="Avenir Next"/>
              </a:defRPr>
            </a:lvl8pPr>
            <a:lvl9pPr algn="ctr">
              <a:defRPr sz="1350" b="1">
                <a:solidFill>
                  <a:srgbClr val="142B3D"/>
                </a:solidFill>
                <a:latin typeface="Avenir Next"/>
                <a:ea typeface="Avenir Next"/>
                <a:cs typeface="Avenir Next"/>
              </a:defRPr>
            </a:lvl9pPr>
          </a:lstStyle>
          <a:p xmlns:a="http://schemas.openxmlformats.org/drawingml/2006/main">
            <a:pPr algn="ctr">
              <a:defRPr sz="1350" b="1">
                <a:solidFill>
                  <a:srgbClr val="142B3D"/>
                </a:solidFill>
                <a:latin typeface="Avenir Next"/>
                <a:ea typeface="Avenir Next"/>
                <a:cs typeface="Avenir Next"/>
              </a:defRPr>
            </a:pPr>
            <a:r>
              <a:rPr sz="1350" b="1">
                <a:solidFill>
                  <a:srgbClr val="142B3D"/>
                </a:solidFill>
                <a:latin typeface="Avenir Next"/>
                <a:ea typeface="Avenir Next"/>
                <a:cs typeface="Avenir Next"/>
              </a:rPr>
              <a:t>Browser Library</a:t>
            </a:r>
          </a:p>
        </p:txBody>
      </p:sp>
      <p:sp>
        <p:nvSpPr>
          <p:cNvPr id="16" name="">
            <a:extLst xmlns:a="http://schemas.openxmlformats.org/drawingml/2006/main">
              <a:ext uri="{FF2B5EF4-FFF2-40B4-BE49-F238E27FC236}">
                <a16:creationId xmlns:a16="http://schemas.microsoft.com/office/drawing/2014/main" id="{2B361DEA-D072-4661-822C-9DD1F1A9350F}"/>
              </a:ext>
            </a:extLst>
          </p:cNvPr>
          <p:cNvSpPr>
            <a:spLocks xmlns:a="http://schemas.openxmlformats.org/drawingml/2006/main" noGrp="1"/>
          </p:cNvSpPr>
          <p:nvPr/>
        </p:nvSpPr>
        <p:spPr>
          <a:xfrm xmlns:a="http://schemas.openxmlformats.org/drawingml/2006/main">
            <a:off x="7172325" y="2514600"/>
            <a:ext cx="2667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100" b="1">
                <a:solidFill>
                  <a:srgbClr val="0A7777"/>
                </a:solidFill>
                <a:latin typeface="Avenir Next"/>
                <a:ea typeface="Avenir Next"/>
                <a:cs typeface="Avenir Next"/>
              </a:defRPr>
            </a:defPPr>
            <a:lvl1pPr algn="ctr">
              <a:defRPr sz="2100" b="1">
                <a:solidFill>
                  <a:srgbClr val="0A7777"/>
                </a:solidFill>
                <a:latin typeface="Avenir Next"/>
                <a:ea typeface="Avenir Next"/>
                <a:cs typeface="Avenir Next"/>
              </a:defRPr>
            </a:lvl1pPr>
            <a:lvl2pPr algn="ctr">
              <a:defRPr sz="2100" b="1">
                <a:solidFill>
                  <a:srgbClr val="0A7777"/>
                </a:solidFill>
                <a:latin typeface="Avenir Next"/>
                <a:ea typeface="Avenir Next"/>
                <a:cs typeface="Avenir Next"/>
              </a:defRPr>
            </a:lvl2pPr>
            <a:lvl3pPr algn="ctr">
              <a:defRPr sz="2100" b="1">
                <a:solidFill>
                  <a:srgbClr val="0A7777"/>
                </a:solidFill>
                <a:latin typeface="Avenir Next"/>
                <a:ea typeface="Avenir Next"/>
                <a:cs typeface="Avenir Next"/>
              </a:defRPr>
            </a:lvl3pPr>
            <a:lvl4pPr algn="ctr">
              <a:defRPr sz="2100" b="1">
                <a:solidFill>
                  <a:srgbClr val="0A7777"/>
                </a:solidFill>
                <a:latin typeface="Avenir Next"/>
                <a:ea typeface="Avenir Next"/>
                <a:cs typeface="Avenir Next"/>
              </a:defRPr>
            </a:lvl4pPr>
            <a:lvl5pPr algn="ctr">
              <a:defRPr sz="2100" b="1">
                <a:solidFill>
                  <a:srgbClr val="0A7777"/>
                </a:solidFill>
                <a:latin typeface="Avenir Next"/>
                <a:ea typeface="Avenir Next"/>
                <a:cs typeface="Avenir Next"/>
              </a:defRPr>
            </a:lvl5pPr>
            <a:lvl6pPr algn="ctr">
              <a:defRPr sz="2100" b="1">
                <a:solidFill>
                  <a:srgbClr val="0A7777"/>
                </a:solidFill>
                <a:latin typeface="Avenir Next"/>
                <a:ea typeface="Avenir Next"/>
                <a:cs typeface="Avenir Next"/>
              </a:defRPr>
            </a:lvl6pPr>
            <a:lvl7pPr algn="ctr">
              <a:defRPr sz="2100" b="1">
                <a:solidFill>
                  <a:srgbClr val="0A7777"/>
                </a:solidFill>
                <a:latin typeface="Avenir Next"/>
                <a:ea typeface="Avenir Next"/>
                <a:cs typeface="Avenir Next"/>
              </a:defRPr>
            </a:lvl7pPr>
            <a:lvl8pPr algn="ctr">
              <a:defRPr sz="2100" b="1">
                <a:solidFill>
                  <a:srgbClr val="0A7777"/>
                </a:solidFill>
                <a:latin typeface="Avenir Next"/>
                <a:ea typeface="Avenir Next"/>
                <a:cs typeface="Avenir Next"/>
              </a:defRPr>
            </a:lvl8pPr>
            <a:lvl9pPr algn="ctr">
              <a:defRPr sz="2100" b="1">
                <a:solidFill>
                  <a:srgbClr val="0A7777"/>
                </a:solidFill>
                <a:latin typeface="Avenir Next"/>
                <a:ea typeface="Avenir Next"/>
                <a:cs typeface="Avenir Next"/>
              </a:defRPr>
            </a:lvl9pPr>
          </a:lstStyle>
          <a:p xmlns:a="http://schemas.openxmlformats.org/drawingml/2006/main">
            <a:pPr algn="ctr">
              <a:defRPr sz="2100" b="1">
                <a:solidFill>
                  <a:srgbClr val="0A7777"/>
                </a:solidFill>
                <a:latin typeface="Avenir Next"/>
                <a:ea typeface="Avenir Next"/>
                <a:cs typeface="Avenir Next"/>
              </a:defRPr>
            </a:pPr>
            <a:r>
              <a:rPr sz="2100" b="1">
                <a:solidFill>
                  <a:srgbClr val="0A7777"/>
                </a:solidFill>
                <a:latin typeface="Avenir Next"/>
                <a:ea typeface="Avenir Next"/>
                <a:cs typeface="Avenir Next"/>
              </a:rPr>
              <a:t>→</a:t>
            </a:r>
          </a:p>
        </p:txBody>
      </p:sp>
      <p:sp>
        <p:nvSpPr>
          <p:cNvPr id="17" name="">
            <a:extLst xmlns:a="http://schemas.openxmlformats.org/drawingml/2006/main">
              <a:ext uri="{FF2B5EF4-FFF2-40B4-BE49-F238E27FC236}">
                <a16:creationId xmlns:a16="http://schemas.microsoft.com/office/drawing/2014/main" id="{4452F47B-5D71-4975-A66D-8A9393CCBD4D}"/>
              </a:ext>
            </a:extLst>
          </p:cNvPr>
          <p:cNvSpPr>
            <a:spLocks xmlns:a="http://schemas.openxmlformats.org/drawingml/2006/main" noGrp="1"/>
          </p:cNvSpPr>
          <p:nvPr/>
        </p:nvSpPr>
        <p:spPr>
          <a:xfrm xmlns:a="http://schemas.openxmlformats.org/drawingml/2006/main">
            <a:off x="7410450" y="2333625"/>
            <a:ext cx="1333500" cy="971550"/>
          </a:xfrm>
          <a:prstGeom xmlns:a="http://schemas.openxmlformats.org/drawingml/2006/main" prst="roundRect">
            <a:avLst>
              <a:gd name="adj" fmla="val 7843"/>
            </a:avLst>
          </a:prstGeom>
          <a:solidFill xmlns:a="http://schemas.openxmlformats.org/drawingml/2006/main">
            <a:srgbClr val="E9F1E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D92CD79-F211-42FE-99F0-480596BAA3C3}"/>
              </a:ext>
            </a:extLst>
          </p:cNvPr>
          <p:cNvSpPr>
            <a:spLocks xmlns:a="http://schemas.openxmlformats.org/drawingml/2006/main" noGrp="1"/>
          </p:cNvSpPr>
          <p:nvPr/>
        </p:nvSpPr>
        <p:spPr>
          <a:xfrm xmlns:a="http://schemas.openxmlformats.org/drawingml/2006/main">
            <a:off x="7477125" y="2524125"/>
            <a:ext cx="1200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1">
                <a:solidFill>
                  <a:srgbClr val="142B3D"/>
                </a:solidFill>
                <a:latin typeface="Avenir Next"/>
                <a:ea typeface="Avenir Next"/>
                <a:cs typeface="Avenir Next"/>
              </a:defRPr>
            </a:defPPr>
            <a:lvl1pPr algn="ctr">
              <a:defRPr sz="1350" b="1">
                <a:solidFill>
                  <a:srgbClr val="142B3D"/>
                </a:solidFill>
                <a:latin typeface="Avenir Next"/>
                <a:ea typeface="Avenir Next"/>
                <a:cs typeface="Avenir Next"/>
              </a:defRPr>
            </a:lvl1pPr>
            <a:lvl2pPr algn="ctr">
              <a:defRPr sz="1350" b="1">
                <a:solidFill>
                  <a:srgbClr val="142B3D"/>
                </a:solidFill>
                <a:latin typeface="Avenir Next"/>
                <a:ea typeface="Avenir Next"/>
                <a:cs typeface="Avenir Next"/>
              </a:defRPr>
            </a:lvl2pPr>
            <a:lvl3pPr algn="ctr">
              <a:defRPr sz="1350" b="1">
                <a:solidFill>
                  <a:srgbClr val="142B3D"/>
                </a:solidFill>
                <a:latin typeface="Avenir Next"/>
                <a:ea typeface="Avenir Next"/>
                <a:cs typeface="Avenir Next"/>
              </a:defRPr>
            </a:lvl3pPr>
            <a:lvl4pPr algn="ctr">
              <a:defRPr sz="1350" b="1">
                <a:solidFill>
                  <a:srgbClr val="142B3D"/>
                </a:solidFill>
                <a:latin typeface="Avenir Next"/>
                <a:ea typeface="Avenir Next"/>
                <a:cs typeface="Avenir Next"/>
              </a:defRPr>
            </a:lvl4pPr>
            <a:lvl5pPr algn="ctr">
              <a:defRPr sz="1350" b="1">
                <a:solidFill>
                  <a:srgbClr val="142B3D"/>
                </a:solidFill>
                <a:latin typeface="Avenir Next"/>
                <a:ea typeface="Avenir Next"/>
                <a:cs typeface="Avenir Next"/>
              </a:defRPr>
            </a:lvl5pPr>
            <a:lvl6pPr algn="ctr">
              <a:defRPr sz="1350" b="1">
                <a:solidFill>
                  <a:srgbClr val="142B3D"/>
                </a:solidFill>
                <a:latin typeface="Avenir Next"/>
                <a:ea typeface="Avenir Next"/>
                <a:cs typeface="Avenir Next"/>
              </a:defRPr>
            </a:lvl6pPr>
            <a:lvl7pPr algn="ctr">
              <a:defRPr sz="1350" b="1">
                <a:solidFill>
                  <a:srgbClr val="142B3D"/>
                </a:solidFill>
                <a:latin typeface="Avenir Next"/>
                <a:ea typeface="Avenir Next"/>
                <a:cs typeface="Avenir Next"/>
              </a:defRPr>
            </a:lvl7pPr>
            <a:lvl8pPr algn="ctr">
              <a:defRPr sz="1350" b="1">
                <a:solidFill>
                  <a:srgbClr val="142B3D"/>
                </a:solidFill>
                <a:latin typeface="Avenir Next"/>
                <a:ea typeface="Avenir Next"/>
                <a:cs typeface="Avenir Next"/>
              </a:defRPr>
            </a:lvl8pPr>
            <a:lvl9pPr algn="ctr">
              <a:defRPr sz="1350" b="1">
                <a:solidFill>
                  <a:srgbClr val="142B3D"/>
                </a:solidFill>
                <a:latin typeface="Avenir Next"/>
                <a:ea typeface="Avenir Next"/>
                <a:cs typeface="Avenir Next"/>
              </a:defRPr>
            </a:lvl9pPr>
          </a:lstStyle>
          <a:p xmlns:a="http://schemas.openxmlformats.org/drawingml/2006/main">
            <a:pPr algn="ctr">
              <a:defRPr sz="1350" b="1">
                <a:solidFill>
                  <a:srgbClr val="142B3D"/>
                </a:solidFill>
                <a:latin typeface="Avenir Next"/>
                <a:ea typeface="Avenir Next"/>
                <a:cs typeface="Avenir Next"/>
              </a:defRPr>
            </a:pPr>
            <a:r>
              <a:rPr sz="1350" b="1">
                <a:solidFill>
                  <a:srgbClr val="142B3D"/>
                </a:solidFill>
                <a:latin typeface="Avenir Next"/>
                <a:ea typeface="Avenir Next"/>
                <a:cs typeface="Avenir Next"/>
              </a:rPr>
              <a:t>Playwright</a:t>
            </a:r>
          </a:p>
        </p:txBody>
      </p:sp>
      <p:sp>
        <p:nvSpPr>
          <p:cNvPr id="19" name="">
            <a:extLst xmlns:a="http://schemas.openxmlformats.org/drawingml/2006/main">
              <a:ext uri="{FF2B5EF4-FFF2-40B4-BE49-F238E27FC236}">
                <a16:creationId xmlns:a16="http://schemas.microsoft.com/office/drawing/2014/main" id="{BAFA64D8-1D94-4DB9-81ED-19653F8E3ACC}"/>
              </a:ext>
            </a:extLst>
          </p:cNvPr>
          <p:cNvSpPr>
            <a:spLocks xmlns:a="http://schemas.openxmlformats.org/drawingml/2006/main" noGrp="1"/>
          </p:cNvSpPr>
          <p:nvPr/>
        </p:nvSpPr>
        <p:spPr>
          <a:xfrm xmlns:a="http://schemas.openxmlformats.org/drawingml/2006/main">
            <a:off x="8772525" y="2514600"/>
            <a:ext cx="2667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100" b="1">
                <a:solidFill>
                  <a:srgbClr val="0A7777"/>
                </a:solidFill>
                <a:latin typeface="Avenir Next"/>
                <a:ea typeface="Avenir Next"/>
                <a:cs typeface="Avenir Next"/>
              </a:defRPr>
            </a:defPPr>
            <a:lvl1pPr algn="ctr">
              <a:defRPr sz="2100" b="1">
                <a:solidFill>
                  <a:srgbClr val="0A7777"/>
                </a:solidFill>
                <a:latin typeface="Avenir Next"/>
                <a:ea typeface="Avenir Next"/>
                <a:cs typeface="Avenir Next"/>
              </a:defRPr>
            </a:lvl1pPr>
            <a:lvl2pPr algn="ctr">
              <a:defRPr sz="2100" b="1">
                <a:solidFill>
                  <a:srgbClr val="0A7777"/>
                </a:solidFill>
                <a:latin typeface="Avenir Next"/>
                <a:ea typeface="Avenir Next"/>
                <a:cs typeface="Avenir Next"/>
              </a:defRPr>
            </a:lvl2pPr>
            <a:lvl3pPr algn="ctr">
              <a:defRPr sz="2100" b="1">
                <a:solidFill>
                  <a:srgbClr val="0A7777"/>
                </a:solidFill>
                <a:latin typeface="Avenir Next"/>
                <a:ea typeface="Avenir Next"/>
                <a:cs typeface="Avenir Next"/>
              </a:defRPr>
            </a:lvl3pPr>
            <a:lvl4pPr algn="ctr">
              <a:defRPr sz="2100" b="1">
                <a:solidFill>
                  <a:srgbClr val="0A7777"/>
                </a:solidFill>
                <a:latin typeface="Avenir Next"/>
                <a:ea typeface="Avenir Next"/>
                <a:cs typeface="Avenir Next"/>
              </a:defRPr>
            </a:lvl4pPr>
            <a:lvl5pPr algn="ctr">
              <a:defRPr sz="2100" b="1">
                <a:solidFill>
                  <a:srgbClr val="0A7777"/>
                </a:solidFill>
                <a:latin typeface="Avenir Next"/>
                <a:ea typeface="Avenir Next"/>
                <a:cs typeface="Avenir Next"/>
              </a:defRPr>
            </a:lvl5pPr>
            <a:lvl6pPr algn="ctr">
              <a:defRPr sz="2100" b="1">
                <a:solidFill>
                  <a:srgbClr val="0A7777"/>
                </a:solidFill>
                <a:latin typeface="Avenir Next"/>
                <a:ea typeface="Avenir Next"/>
                <a:cs typeface="Avenir Next"/>
              </a:defRPr>
            </a:lvl6pPr>
            <a:lvl7pPr algn="ctr">
              <a:defRPr sz="2100" b="1">
                <a:solidFill>
                  <a:srgbClr val="0A7777"/>
                </a:solidFill>
                <a:latin typeface="Avenir Next"/>
                <a:ea typeface="Avenir Next"/>
                <a:cs typeface="Avenir Next"/>
              </a:defRPr>
            </a:lvl7pPr>
            <a:lvl8pPr algn="ctr">
              <a:defRPr sz="2100" b="1">
                <a:solidFill>
                  <a:srgbClr val="0A7777"/>
                </a:solidFill>
                <a:latin typeface="Avenir Next"/>
                <a:ea typeface="Avenir Next"/>
                <a:cs typeface="Avenir Next"/>
              </a:defRPr>
            </a:lvl8pPr>
            <a:lvl9pPr algn="ctr">
              <a:defRPr sz="2100" b="1">
                <a:solidFill>
                  <a:srgbClr val="0A7777"/>
                </a:solidFill>
                <a:latin typeface="Avenir Next"/>
                <a:ea typeface="Avenir Next"/>
                <a:cs typeface="Avenir Next"/>
              </a:defRPr>
            </a:lvl9pPr>
          </a:lstStyle>
          <a:p xmlns:a="http://schemas.openxmlformats.org/drawingml/2006/main">
            <a:pPr algn="ctr">
              <a:defRPr sz="2100" b="1">
                <a:solidFill>
                  <a:srgbClr val="0A7777"/>
                </a:solidFill>
                <a:latin typeface="Avenir Next"/>
                <a:ea typeface="Avenir Next"/>
                <a:cs typeface="Avenir Next"/>
              </a:defRPr>
            </a:pPr>
            <a:r>
              <a:rPr sz="2100" b="1">
                <a:solidFill>
                  <a:srgbClr val="0A7777"/>
                </a:solidFill>
                <a:latin typeface="Avenir Next"/>
                <a:ea typeface="Avenir Next"/>
                <a:cs typeface="Avenir Next"/>
              </a:rPr>
              <a:t>→</a:t>
            </a:r>
          </a:p>
        </p:txBody>
      </p:sp>
      <p:sp>
        <p:nvSpPr>
          <p:cNvPr id="20" name="">
            <a:extLst xmlns:a="http://schemas.openxmlformats.org/drawingml/2006/main">
              <a:ext uri="{FF2B5EF4-FFF2-40B4-BE49-F238E27FC236}">
                <a16:creationId xmlns:a16="http://schemas.microsoft.com/office/drawing/2014/main" id="{C0151D11-2C58-4124-95D2-BCDFBB8B9D56}"/>
              </a:ext>
            </a:extLst>
          </p:cNvPr>
          <p:cNvSpPr>
            <a:spLocks xmlns:a="http://schemas.openxmlformats.org/drawingml/2006/main" noGrp="1"/>
          </p:cNvSpPr>
          <p:nvPr/>
        </p:nvSpPr>
        <p:spPr>
          <a:xfrm xmlns:a="http://schemas.openxmlformats.org/drawingml/2006/main">
            <a:off x="9058275" y="2333625"/>
            <a:ext cx="1190625" cy="971550"/>
          </a:xfrm>
          <a:prstGeom xmlns:a="http://schemas.openxmlformats.org/drawingml/2006/main" prst="roundRect">
            <a:avLst>
              <a:gd name="adj" fmla="val 7843"/>
            </a:avLst>
          </a:prstGeom>
          <a:solidFill xmlns:a="http://schemas.openxmlformats.org/drawingml/2006/main">
            <a:srgbClr val="E9F1E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C80DF51-D73F-4DFB-8654-51B66562DFFA}"/>
              </a:ext>
            </a:extLst>
          </p:cNvPr>
          <p:cNvSpPr>
            <a:spLocks xmlns:a="http://schemas.openxmlformats.org/drawingml/2006/main" noGrp="1"/>
          </p:cNvSpPr>
          <p:nvPr/>
        </p:nvSpPr>
        <p:spPr>
          <a:xfrm xmlns:a="http://schemas.openxmlformats.org/drawingml/2006/main">
            <a:off x="9124950" y="2524125"/>
            <a:ext cx="10572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142B3D"/>
                </a:solidFill>
                <a:latin typeface="Avenir Next"/>
                <a:ea typeface="Avenir Next"/>
                <a:cs typeface="Avenir Next"/>
              </a:defRPr>
            </a:defPPr>
            <a:lvl1pPr algn="ctr">
              <a:defRPr sz="1575" b="1">
                <a:solidFill>
                  <a:srgbClr val="142B3D"/>
                </a:solidFill>
                <a:latin typeface="Avenir Next"/>
                <a:ea typeface="Avenir Next"/>
                <a:cs typeface="Avenir Next"/>
              </a:defRPr>
            </a:lvl1pPr>
            <a:lvl2pPr algn="ctr">
              <a:defRPr sz="1575" b="1">
                <a:solidFill>
                  <a:srgbClr val="142B3D"/>
                </a:solidFill>
                <a:latin typeface="Avenir Next"/>
                <a:ea typeface="Avenir Next"/>
                <a:cs typeface="Avenir Next"/>
              </a:defRPr>
            </a:lvl2pPr>
            <a:lvl3pPr algn="ctr">
              <a:defRPr sz="1575" b="1">
                <a:solidFill>
                  <a:srgbClr val="142B3D"/>
                </a:solidFill>
                <a:latin typeface="Avenir Next"/>
                <a:ea typeface="Avenir Next"/>
                <a:cs typeface="Avenir Next"/>
              </a:defRPr>
            </a:lvl3pPr>
            <a:lvl4pPr algn="ctr">
              <a:defRPr sz="1575" b="1">
                <a:solidFill>
                  <a:srgbClr val="142B3D"/>
                </a:solidFill>
                <a:latin typeface="Avenir Next"/>
                <a:ea typeface="Avenir Next"/>
                <a:cs typeface="Avenir Next"/>
              </a:defRPr>
            </a:lvl4pPr>
            <a:lvl5pPr algn="ctr">
              <a:defRPr sz="1575" b="1">
                <a:solidFill>
                  <a:srgbClr val="142B3D"/>
                </a:solidFill>
                <a:latin typeface="Avenir Next"/>
                <a:ea typeface="Avenir Next"/>
                <a:cs typeface="Avenir Next"/>
              </a:defRPr>
            </a:lvl5pPr>
            <a:lvl6pPr algn="ctr">
              <a:defRPr sz="1575" b="1">
                <a:solidFill>
                  <a:srgbClr val="142B3D"/>
                </a:solidFill>
                <a:latin typeface="Avenir Next"/>
                <a:ea typeface="Avenir Next"/>
                <a:cs typeface="Avenir Next"/>
              </a:defRPr>
            </a:lvl6pPr>
            <a:lvl7pPr algn="ctr">
              <a:defRPr sz="1575" b="1">
                <a:solidFill>
                  <a:srgbClr val="142B3D"/>
                </a:solidFill>
                <a:latin typeface="Avenir Next"/>
                <a:ea typeface="Avenir Next"/>
                <a:cs typeface="Avenir Next"/>
              </a:defRPr>
            </a:lvl7pPr>
            <a:lvl8pPr algn="ctr">
              <a:defRPr sz="1575" b="1">
                <a:solidFill>
                  <a:srgbClr val="142B3D"/>
                </a:solidFill>
                <a:latin typeface="Avenir Next"/>
                <a:ea typeface="Avenir Next"/>
                <a:cs typeface="Avenir Next"/>
              </a:defRPr>
            </a:lvl8pPr>
            <a:lvl9pPr algn="ctr">
              <a:defRPr sz="1575" b="1">
                <a:solidFill>
                  <a:srgbClr val="142B3D"/>
                </a:solidFill>
                <a:latin typeface="Avenir Next"/>
                <a:ea typeface="Avenir Next"/>
                <a:cs typeface="Avenir Next"/>
              </a:defRPr>
            </a:lvl9pPr>
          </a:lstStyle>
          <a:p xmlns:a="http://schemas.openxmlformats.org/drawingml/2006/main">
            <a:pPr algn="ctr">
              <a:defRPr sz="1575" b="1">
                <a:solidFill>
                  <a:srgbClr val="142B3D"/>
                </a:solidFill>
                <a:latin typeface="Avenir Next"/>
                <a:ea typeface="Avenir Next"/>
                <a:cs typeface="Avenir Next"/>
              </a:defRPr>
            </a:pPr>
            <a:r>
              <a:rPr sz="1575" b="1">
                <a:solidFill>
                  <a:srgbClr val="142B3D"/>
                </a:solidFill>
                <a:latin typeface="Avenir Next"/>
                <a:ea typeface="Avenir Next"/>
                <a:cs typeface="Avenir Next"/>
              </a:rPr>
              <a:t>Chrome</a:t>
            </a:r>
          </a:p>
        </p:txBody>
      </p:sp>
      <p:sp>
        <p:nvSpPr>
          <p:cNvPr id="22" name="">
            <a:extLst xmlns:a="http://schemas.openxmlformats.org/drawingml/2006/main">
              <a:ext uri="{FF2B5EF4-FFF2-40B4-BE49-F238E27FC236}">
                <a16:creationId xmlns:a16="http://schemas.microsoft.com/office/drawing/2014/main" id="{009D3904-2C7C-43CE-8AAA-02087D769E49}"/>
              </a:ext>
            </a:extLst>
          </p:cNvPr>
          <p:cNvSpPr>
            <a:spLocks xmlns:a="http://schemas.openxmlformats.org/drawingml/2006/main" noGrp="1"/>
          </p:cNvSpPr>
          <p:nvPr/>
        </p:nvSpPr>
        <p:spPr>
          <a:xfrm xmlns:a="http://schemas.openxmlformats.org/drawingml/2006/main">
            <a:off x="10277475" y="2514600"/>
            <a:ext cx="2667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100" b="1">
                <a:solidFill>
                  <a:srgbClr val="0A7777"/>
                </a:solidFill>
                <a:latin typeface="Avenir Next"/>
                <a:ea typeface="Avenir Next"/>
                <a:cs typeface="Avenir Next"/>
              </a:defRPr>
            </a:defPPr>
            <a:lvl1pPr algn="ctr">
              <a:defRPr sz="2100" b="1">
                <a:solidFill>
                  <a:srgbClr val="0A7777"/>
                </a:solidFill>
                <a:latin typeface="Avenir Next"/>
                <a:ea typeface="Avenir Next"/>
                <a:cs typeface="Avenir Next"/>
              </a:defRPr>
            </a:lvl1pPr>
            <a:lvl2pPr algn="ctr">
              <a:defRPr sz="2100" b="1">
                <a:solidFill>
                  <a:srgbClr val="0A7777"/>
                </a:solidFill>
                <a:latin typeface="Avenir Next"/>
                <a:ea typeface="Avenir Next"/>
                <a:cs typeface="Avenir Next"/>
              </a:defRPr>
            </a:lvl2pPr>
            <a:lvl3pPr algn="ctr">
              <a:defRPr sz="2100" b="1">
                <a:solidFill>
                  <a:srgbClr val="0A7777"/>
                </a:solidFill>
                <a:latin typeface="Avenir Next"/>
                <a:ea typeface="Avenir Next"/>
                <a:cs typeface="Avenir Next"/>
              </a:defRPr>
            </a:lvl3pPr>
            <a:lvl4pPr algn="ctr">
              <a:defRPr sz="2100" b="1">
                <a:solidFill>
                  <a:srgbClr val="0A7777"/>
                </a:solidFill>
                <a:latin typeface="Avenir Next"/>
                <a:ea typeface="Avenir Next"/>
                <a:cs typeface="Avenir Next"/>
              </a:defRPr>
            </a:lvl4pPr>
            <a:lvl5pPr algn="ctr">
              <a:defRPr sz="2100" b="1">
                <a:solidFill>
                  <a:srgbClr val="0A7777"/>
                </a:solidFill>
                <a:latin typeface="Avenir Next"/>
                <a:ea typeface="Avenir Next"/>
                <a:cs typeface="Avenir Next"/>
              </a:defRPr>
            </a:lvl5pPr>
            <a:lvl6pPr algn="ctr">
              <a:defRPr sz="2100" b="1">
                <a:solidFill>
                  <a:srgbClr val="0A7777"/>
                </a:solidFill>
                <a:latin typeface="Avenir Next"/>
                <a:ea typeface="Avenir Next"/>
                <a:cs typeface="Avenir Next"/>
              </a:defRPr>
            </a:lvl6pPr>
            <a:lvl7pPr algn="ctr">
              <a:defRPr sz="2100" b="1">
                <a:solidFill>
                  <a:srgbClr val="0A7777"/>
                </a:solidFill>
                <a:latin typeface="Avenir Next"/>
                <a:ea typeface="Avenir Next"/>
                <a:cs typeface="Avenir Next"/>
              </a:defRPr>
            </a:lvl7pPr>
            <a:lvl8pPr algn="ctr">
              <a:defRPr sz="2100" b="1">
                <a:solidFill>
                  <a:srgbClr val="0A7777"/>
                </a:solidFill>
                <a:latin typeface="Avenir Next"/>
                <a:ea typeface="Avenir Next"/>
                <a:cs typeface="Avenir Next"/>
              </a:defRPr>
            </a:lvl8pPr>
            <a:lvl9pPr algn="ctr">
              <a:defRPr sz="2100" b="1">
                <a:solidFill>
                  <a:srgbClr val="0A7777"/>
                </a:solidFill>
                <a:latin typeface="Avenir Next"/>
                <a:ea typeface="Avenir Next"/>
                <a:cs typeface="Avenir Next"/>
              </a:defRPr>
            </a:lvl9pPr>
          </a:lstStyle>
          <a:p xmlns:a="http://schemas.openxmlformats.org/drawingml/2006/main">
            <a:pPr algn="ctr">
              <a:defRPr sz="2100" b="1">
                <a:solidFill>
                  <a:srgbClr val="0A7777"/>
                </a:solidFill>
                <a:latin typeface="Avenir Next"/>
                <a:ea typeface="Avenir Next"/>
                <a:cs typeface="Avenir Next"/>
              </a:defRPr>
            </a:pPr>
            <a:r>
              <a:rPr sz="2100" b="1">
                <a:solidFill>
                  <a:srgbClr val="0A7777"/>
                </a:solidFill>
                <a:latin typeface="Avenir Next"/>
                <a:ea typeface="Avenir Next"/>
                <a:cs typeface="Avenir Next"/>
              </a:rPr>
              <a:t>→</a:t>
            </a:r>
          </a:p>
        </p:txBody>
      </p:sp>
      <p:sp>
        <p:nvSpPr>
          <p:cNvPr id="23" name="">
            <a:extLst xmlns:a="http://schemas.openxmlformats.org/drawingml/2006/main">
              <a:ext uri="{FF2B5EF4-FFF2-40B4-BE49-F238E27FC236}">
                <a16:creationId xmlns:a16="http://schemas.microsoft.com/office/drawing/2014/main" id="{F922EFF7-E050-400B-8DE6-BC1CBA58CDA5}"/>
              </a:ext>
            </a:extLst>
          </p:cNvPr>
          <p:cNvSpPr>
            <a:spLocks xmlns:a="http://schemas.openxmlformats.org/drawingml/2006/main" noGrp="1"/>
          </p:cNvSpPr>
          <p:nvPr/>
        </p:nvSpPr>
        <p:spPr>
          <a:xfrm xmlns:a="http://schemas.openxmlformats.org/drawingml/2006/main">
            <a:off x="10477500" y="2333625"/>
            <a:ext cx="1000125" cy="971550"/>
          </a:xfrm>
          <a:prstGeom xmlns:a="http://schemas.openxmlformats.org/drawingml/2006/main" prst="roundRect">
            <a:avLst>
              <a:gd name="adj" fmla="val 7843"/>
            </a:avLst>
          </a:prstGeom>
          <a:solidFill xmlns:a="http://schemas.openxmlformats.org/drawingml/2006/main">
            <a:srgbClr val="0A777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E1ACCB8-E796-4EF6-A466-E069EFA635FA}"/>
              </a:ext>
            </a:extLst>
          </p:cNvPr>
          <p:cNvSpPr>
            <a:spLocks xmlns:a="http://schemas.openxmlformats.org/drawingml/2006/main" noGrp="1"/>
          </p:cNvSpPr>
          <p:nvPr/>
        </p:nvSpPr>
        <p:spPr>
          <a:xfrm xmlns:a="http://schemas.openxmlformats.org/drawingml/2006/main">
            <a:off x="10544175" y="2524125"/>
            <a:ext cx="8667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FFFFFF"/>
                </a:solidFill>
                <a:latin typeface="Avenir Next"/>
                <a:ea typeface="Avenir Next"/>
                <a:cs typeface="Avenir Next"/>
              </a:defRPr>
            </a:defPPr>
            <a:lvl1pPr algn="ctr">
              <a:defRPr sz="1575" b="1">
                <a:solidFill>
                  <a:srgbClr val="FFFFFF"/>
                </a:solidFill>
                <a:latin typeface="Avenir Next"/>
                <a:ea typeface="Avenir Next"/>
                <a:cs typeface="Avenir Next"/>
              </a:defRPr>
            </a:lvl1pPr>
            <a:lvl2pPr algn="ctr">
              <a:defRPr sz="1575" b="1">
                <a:solidFill>
                  <a:srgbClr val="FFFFFF"/>
                </a:solidFill>
                <a:latin typeface="Avenir Next"/>
                <a:ea typeface="Avenir Next"/>
                <a:cs typeface="Avenir Next"/>
              </a:defRPr>
            </a:lvl2pPr>
            <a:lvl3pPr algn="ctr">
              <a:defRPr sz="1575" b="1">
                <a:solidFill>
                  <a:srgbClr val="FFFFFF"/>
                </a:solidFill>
                <a:latin typeface="Avenir Next"/>
                <a:ea typeface="Avenir Next"/>
                <a:cs typeface="Avenir Next"/>
              </a:defRPr>
            </a:lvl3pPr>
            <a:lvl4pPr algn="ctr">
              <a:defRPr sz="1575" b="1">
                <a:solidFill>
                  <a:srgbClr val="FFFFFF"/>
                </a:solidFill>
                <a:latin typeface="Avenir Next"/>
                <a:ea typeface="Avenir Next"/>
                <a:cs typeface="Avenir Next"/>
              </a:defRPr>
            </a:lvl4pPr>
            <a:lvl5pPr algn="ctr">
              <a:defRPr sz="1575" b="1">
                <a:solidFill>
                  <a:srgbClr val="FFFFFF"/>
                </a:solidFill>
                <a:latin typeface="Avenir Next"/>
                <a:ea typeface="Avenir Next"/>
                <a:cs typeface="Avenir Next"/>
              </a:defRPr>
            </a:lvl5pPr>
            <a:lvl6pPr algn="ctr">
              <a:defRPr sz="1575" b="1">
                <a:solidFill>
                  <a:srgbClr val="FFFFFF"/>
                </a:solidFill>
                <a:latin typeface="Avenir Next"/>
                <a:ea typeface="Avenir Next"/>
                <a:cs typeface="Avenir Next"/>
              </a:defRPr>
            </a:lvl6pPr>
            <a:lvl7pPr algn="ctr">
              <a:defRPr sz="1575" b="1">
                <a:solidFill>
                  <a:srgbClr val="FFFFFF"/>
                </a:solidFill>
                <a:latin typeface="Avenir Next"/>
                <a:ea typeface="Avenir Next"/>
                <a:cs typeface="Avenir Next"/>
              </a:defRPr>
            </a:lvl7pPr>
            <a:lvl8pPr algn="ctr">
              <a:defRPr sz="1575" b="1">
                <a:solidFill>
                  <a:srgbClr val="FFFFFF"/>
                </a:solidFill>
                <a:latin typeface="Avenir Next"/>
                <a:ea typeface="Avenir Next"/>
                <a:cs typeface="Avenir Next"/>
              </a:defRPr>
            </a:lvl8pPr>
            <a:lvl9pPr algn="ctr">
              <a:defRPr sz="1575" b="1">
                <a:solidFill>
                  <a:srgbClr val="FFFFFF"/>
                </a:solidFill>
                <a:latin typeface="Avenir Next"/>
                <a:ea typeface="Avenir Next"/>
                <a:cs typeface="Avenir Next"/>
              </a:defRPr>
            </a:lvl9pPr>
          </a:lstStyle>
          <a:p xmlns:a="http://schemas.openxmlformats.org/drawingml/2006/main">
            <a:pPr algn="ctr">
              <a:defRPr sz="1575" b="1">
                <a:solidFill>
                  <a:srgbClr val="FFFFFF"/>
                </a:solidFill>
                <a:latin typeface="Avenir Next"/>
                <a:ea typeface="Avenir Next"/>
                <a:cs typeface="Avenir Next"/>
              </a:defRPr>
            </a:pPr>
            <a:r>
              <a:rPr sz="1575" b="1">
                <a:solidFill>
                  <a:srgbClr val="FFFFFF"/>
                </a:solidFill>
                <a:latin typeface="Avenir Next"/>
                <a:ea typeface="Avenir Next"/>
                <a:cs typeface="Avenir Next"/>
              </a:rPr>
              <a:t>Qolqe</a:t>
            </a:r>
          </a:p>
        </p:txBody>
      </p:sp>
      <p:sp>
        <p:nvSpPr>
          <p:cNvPr id="25" name="">
            <a:extLst xmlns:a="http://schemas.openxmlformats.org/drawingml/2006/main">
              <a:ext uri="{FF2B5EF4-FFF2-40B4-BE49-F238E27FC236}">
                <a16:creationId xmlns:a16="http://schemas.microsoft.com/office/drawing/2014/main" id="{DF2B3084-D03F-4282-9799-770A990417BD}"/>
              </a:ext>
            </a:extLst>
          </p:cNvPr>
          <p:cNvSpPr>
            <a:spLocks xmlns:a="http://schemas.openxmlformats.org/drawingml/2006/main" noGrp="1"/>
          </p:cNvSpPr>
          <p:nvPr/>
        </p:nvSpPr>
        <p:spPr>
          <a:xfrm xmlns:a="http://schemas.openxmlformats.org/drawingml/2006/main">
            <a:off x="714375" y="3810000"/>
            <a:ext cx="2667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0A7777"/>
                </a:solidFill>
                <a:latin typeface="Avenir Next"/>
                <a:ea typeface="Avenir Next"/>
                <a:cs typeface="Avenir Next"/>
              </a:defRPr>
            </a:defPPr>
            <a:lvl1pPr algn="l">
              <a:defRPr sz="1500" b="1">
                <a:solidFill>
                  <a:srgbClr val="0A7777"/>
                </a:solidFill>
                <a:latin typeface="Avenir Next"/>
                <a:ea typeface="Avenir Next"/>
                <a:cs typeface="Avenir Next"/>
              </a:defRPr>
            </a:lvl1pPr>
            <a:lvl2pPr algn="l">
              <a:defRPr sz="1500" b="1">
                <a:solidFill>
                  <a:srgbClr val="0A7777"/>
                </a:solidFill>
                <a:latin typeface="Avenir Next"/>
                <a:ea typeface="Avenir Next"/>
                <a:cs typeface="Avenir Next"/>
              </a:defRPr>
            </a:lvl2pPr>
            <a:lvl3pPr algn="l">
              <a:defRPr sz="1500" b="1">
                <a:solidFill>
                  <a:srgbClr val="0A7777"/>
                </a:solidFill>
                <a:latin typeface="Avenir Next"/>
                <a:ea typeface="Avenir Next"/>
                <a:cs typeface="Avenir Next"/>
              </a:defRPr>
            </a:lvl3pPr>
            <a:lvl4pPr algn="l">
              <a:defRPr sz="1500" b="1">
                <a:solidFill>
                  <a:srgbClr val="0A7777"/>
                </a:solidFill>
                <a:latin typeface="Avenir Next"/>
                <a:ea typeface="Avenir Next"/>
                <a:cs typeface="Avenir Next"/>
              </a:defRPr>
            </a:lvl4pPr>
            <a:lvl5pPr algn="l">
              <a:defRPr sz="1500" b="1">
                <a:solidFill>
                  <a:srgbClr val="0A7777"/>
                </a:solidFill>
                <a:latin typeface="Avenir Next"/>
                <a:ea typeface="Avenir Next"/>
                <a:cs typeface="Avenir Next"/>
              </a:defRPr>
            </a:lvl5pPr>
            <a:lvl6pPr algn="l">
              <a:defRPr sz="1500" b="1">
                <a:solidFill>
                  <a:srgbClr val="0A7777"/>
                </a:solidFill>
                <a:latin typeface="Avenir Next"/>
                <a:ea typeface="Avenir Next"/>
                <a:cs typeface="Avenir Next"/>
              </a:defRPr>
            </a:lvl6pPr>
            <a:lvl7pPr algn="l">
              <a:defRPr sz="1500" b="1">
                <a:solidFill>
                  <a:srgbClr val="0A7777"/>
                </a:solidFill>
                <a:latin typeface="Avenir Next"/>
                <a:ea typeface="Avenir Next"/>
                <a:cs typeface="Avenir Next"/>
              </a:defRPr>
            </a:lvl7pPr>
            <a:lvl8pPr algn="l">
              <a:defRPr sz="1500" b="1">
                <a:solidFill>
                  <a:srgbClr val="0A7777"/>
                </a:solidFill>
                <a:latin typeface="Avenir Next"/>
                <a:ea typeface="Avenir Next"/>
                <a:cs typeface="Avenir Next"/>
              </a:defRPr>
            </a:lvl8pPr>
            <a:lvl9pPr algn="l">
              <a:defRPr sz="1500" b="1">
                <a:solidFill>
                  <a:srgbClr val="0A7777"/>
                </a:solidFill>
                <a:latin typeface="Avenir Next"/>
                <a:ea typeface="Avenir Next"/>
                <a:cs typeface="Avenir Next"/>
              </a:defRPr>
            </a:lvl9pPr>
          </a:lstStyle>
          <a:p xmlns:a="http://schemas.openxmlformats.org/drawingml/2006/main">
            <a:pPr algn="l">
              <a:defRPr sz="1500" b="1">
                <a:solidFill>
                  <a:srgbClr val="0A7777"/>
                </a:solidFill>
                <a:latin typeface="Avenir Next"/>
                <a:ea typeface="Avenir Next"/>
                <a:cs typeface="Avenir Next"/>
              </a:defRPr>
            </a:pPr>
            <a:r>
              <a:rPr sz="1500" b="1">
                <a:solidFill>
                  <a:srgbClr val="0A7777"/>
                </a:solidFill>
                <a:latin typeface="Avenir Next"/>
                <a:ea typeface="Avenir Next"/>
                <a:cs typeface="Avenir Next"/>
              </a:rPr>
              <a:t>Definición</a:t>
            </a:r>
          </a:p>
        </p:txBody>
      </p:sp>
      <p:sp>
        <p:nvSpPr>
          <p:cNvPr id="26" name="">
            <a:extLst xmlns:a="http://schemas.openxmlformats.org/drawingml/2006/main">
              <a:ext uri="{FF2B5EF4-FFF2-40B4-BE49-F238E27FC236}">
                <a16:creationId xmlns:a16="http://schemas.microsoft.com/office/drawing/2014/main" id="{7153AA0A-2B4E-41D2-869A-1D548EDAE2C4}"/>
              </a:ext>
            </a:extLst>
          </p:cNvPr>
          <p:cNvSpPr>
            <a:spLocks xmlns:a="http://schemas.openxmlformats.org/drawingml/2006/main" noGrp="1"/>
          </p:cNvSpPr>
          <p:nvPr/>
        </p:nvSpPr>
        <p:spPr>
          <a:xfrm xmlns:a="http://schemas.openxmlformats.org/drawingml/2006/main">
            <a:off x="4286250" y="3810000"/>
            <a:ext cx="2714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0A7777"/>
                </a:solidFill>
                <a:latin typeface="Avenir Next"/>
                <a:ea typeface="Avenir Next"/>
                <a:cs typeface="Avenir Next"/>
              </a:defRPr>
            </a:defPPr>
            <a:lvl1pPr algn="l">
              <a:defRPr sz="1500" b="1">
                <a:solidFill>
                  <a:srgbClr val="0A7777"/>
                </a:solidFill>
                <a:latin typeface="Avenir Next"/>
                <a:ea typeface="Avenir Next"/>
                <a:cs typeface="Avenir Next"/>
              </a:defRPr>
            </a:lvl1pPr>
            <a:lvl2pPr algn="l">
              <a:defRPr sz="1500" b="1">
                <a:solidFill>
                  <a:srgbClr val="0A7777"/>
                </a:solidFill>
                <a:latin typeface="Avenir Next"/>
                <a:ea typeface="Avenir Next"/>
                <a:cs typeface="Avenir Next"/>
              </a:defRPr>
            </a:lvl2pPr>
            <a:lvl3pPr algn="l">
              <a:defRPr sz="1500" b="1">
                <a:solidFill>
                  <a:srgbClr val="0A7777"/>
                </a:solidFill>
                <a:latin typeface="Avenir Next"/>
                <a:ea typeface="Avenir Next"/>
                <a:cs typeface="Avenir Next"/>
              </a:defRPr>
            </a:lvl3pPr>
            <a:lvl4pPr algn="l">
              <a:defRPr sz="1500" b="1">
                <a:solidFill>
                  <a:srgbClr val="0A7777"/>
                </a:solidFill>
                <a:latin typeface="Avenir Next"/>
                <a:ea typeface="Avenir Next"/>
                <a:cs typeface="Avenir Next"/>
              </a:defRPr>
            </a:lvl4pPr>
            <a:lvl5pPr algn="l">
              <a:defRPr sz="1500" b="1">
                <a:solidFill>
                  <a:srgbClr val="0A7777"/>
                </a:solidFill>
                <a:latin typeface="Avenir Next"/>
                <a:ea typeface="Avenir Next"/>
                <a:cs typeface="Avenir Next"/>
              </a:defRPr>
            </a:lvl5pPr>
            <a:lvl6pPr algn="l">
              <a:defRPr sz="1500" b="1">
                <a:solidFill>
                  <a:srgbClr val="0A7777"/>
                </a:solidFill>
                <a:latin typeface="Avenir Next"/>
                <a:ea typeface="Avenir Next"/>
                <a:cs typeface="Avenir Next"/>
              </a:defRPr>
            </a:lvl6pPr>
            <a:lvl7pPr algn="l">
              <a:defRPr sz="1500" b="1">
                <a:solidFill>
                  <a:srgbClr val="0A7777"/>
                </a:solidFill>
                <a:latin typeface="Avenir Next"/>
                <a:ea typeface="Avenir Next"/>
                <a:cs typeface="Avenir Next"/>
              </a:defRPr>
            </a:lvl7pPr>
            <a:lvl8pPr algn="l">
              <a:defRPr sz="1500" b="1">
                <a:solidFill>
                  <a:srgbClr val="0A7777"/>
                </a:solidFill>
                <a:latin typeface="Avenir Next"/>
                <a:ea typeface="Avenir Next"/>
                <a:cs typeface="Avenir Next"/>
              </a:defRPr>
            </a:lvl8pPr>
            <a:lvl9pPr algn="l">
              <a:defRPr sz="1500" b="1">
                <a:solidFill>
                  <a:srgbClr val="0A7777"/>
                </a:solidFill>
                <a:latin typeface="Avenir Next"/>
                <a:ea typeface="Avenir Next"/>
                <a:cs typeface="Avenir Next"/>
              </a:defRPr>
            </a:lvl9pPr>
          </a:lstStyle>
          <a:p xmlns:a="http://schemas.openxmlformats.org/drawingml/2006/main">
            <a:pPr algn="l">
              <a:defRPr sz="1500" b="1">
                <a:solidFill>
                  <a:srgbClr val="0A7777"/>
                </a:solidFill>
                <a:latin typeface="Avenir Next"/>
                <a:ea typeface="Avenir Next"/>
                <a:cs typeface="Avenir Next"/>
              </a:defRPr>
            </a:pPr>
            <a:r>
              <a:rPr sz="1500" b="1">
                <a:solidFill>
                  <a:srgbClr val="0A7777"/>
                </a:solidFill>
                <a:latin typeface="Avenir Next"/>
                <a:ea typeface="Avenir Next"/>
                <a:cs typeface="Avenir Next"/>
              </a:rPr>
              <a:t>Ejecución</a:t>
            </a:r>
          </a:p>
        </p:txBody>
      </p:sp>
      <p:sp>
        <p:nvSpPr>
          <p:cNvPr id="27" name="">
            <a:extLst xmlns:a="http://schemas.openxmlformats.org/drawingml/2006/main">
              <a:ext uri="{FF2B5EF4-FFF2-40B4-BE49-F238E27FC236}">
                <a16:creationId xmlns:a16="http://schemas.microsoft.com/office/drawing/2014/main" id="{9603B74D-2301-442E-AD80-8512B7B3A54F}"/>
              </a:ext>
            </a:extLst>
          </p:cNvPr>
          <p:cNvSpPr>
            <a:spLocks xmlns:a="http://schemas.openxmlformats.org/drawingml/2006/main" noGrp="1"/>
          </p:cNvSpPr>
          <p:nvPr/>
        </p:nvSpPr>
        <p:spPr>
          <a:xfrm xmlns:a="http://schemas.openxmlformats.org/drawingml/2006/main">
            <a:off x="8372475" y="3810000"/>
            <a:ext cx="2762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0A7777"/>
                </a:solidFill>
                <a:latin typeface="Avenir Next"/>
                <a:ea typeface="Avenir Next"/>
                <a:cs typeface="Avenir Next"/>
              </a:defRPr>
            </a:defPPr>
            <a:lvl1pPr algn="l">
              <a:defRPr sz="1500" b="1">
                <a:solidFill>
                  <a:srgbClr val="0A7777"/>
                </a:solidFill>
                <a:latin typeface="Avenir Next"/>
                <a:ea typeface="Avenir Next"/>
                <a:cs typeface="Avenir Next"/>
              </a:defRPr>
            </a:lvl1pPr>
            <a:lvl2pPr algn="l">
              <a:defRPr sz="1500" b="1">
                <a:solidFill>
                  <a:srgbClr val="0A7777"/>
                </a:solidFill>
                <a:latin typeface="Avenir Next"/>
                <a:ea typeface="Avenir Next"/>
                <a:cs typeface="Avenir Next"/>
              </a:defRPr>
            </a:lvl2pPr>
            <a:lvl3pPr algn="l">
              <a:defRPr sz="1500" b="1">
                <a:solidFill>
                  <a:srgbClr val="0A7777"/>
                </a:solidFill>
                <a:latin typeface="Avenir Next"/>
                <a:ea typeface="Avenir Next"/>
                <a:cs typeface="Avenir Next"/>
              </a:defRPr>
            </a:lvl3pPr>
            <a:lvl4pPr algn="l">
              <a:defRPr sz="1500" b="1">
                <a:solidFill>
                  <a:srgbClr val="0A7777"/>
                </a:solidFill>
                <a:latin typeface="Avenir Next"/>
                <a:ea typeface="Avenir Next"/>
                <a:cs typeface="Avenir Next"/>
              </a:defRPr>
            </a:lvl4pPr>
            <a:lvl5pPr algn="l">
              <a:defRPr sz="1500" b="1">
                <a:solidFill>
                  <a:srgbClr val="0A7777"/>
                </a:solidFill>
                <a:latin typeface="Avenir Next"/>
                <a:ea typeface="Avenir Next"/>
                <a:cs typeface="Avenir Next"/>
              </a:defRPr>
            </a:lvl5pPr>
            <a:lvl6pPr algn="l">
              <a:defRPr sz="1500" b="1">
                <a:solidFill>
                  <a:srgbClr val="0A7777"/>
                </a:solidFill>
                <a:latin typeface="Avenir Next"/>
                <a:ea typeface="Avenir Next"/>
                <a:cs typeface="Avenir Next"/>
              </a:defRPr>
            </a:lvl6pPr>
            <a:lvl7pPr algn="l">
              <a:defRPr sz="1500" b="1">
                <a:solidFill>
                  <a:srgbClr val="0A7777"/>
                </a:solidFill>
                <a:latin typeface="Avenir Next"/>
                <a:ea typeface="Avenir Next"/>
                <a:cs typeface="Avenir Next"/>
              </a:defRPr>
            </a:lvl7pPr>
            <a:lvl8pPr algn="l">
              <a:defRPr sz="1500" b="1">
                <a:solidFill>
                  <a:srgbClr val="0A7777"/>
                </a:solidFill>
                <a:latin typeface="Avenir Next"/>
                <a:ea typeface="Avenir Next"/>
                <a:cs typeface="Avenir Next"/>
              </a:defRPr>
            </a:lvl8pPr>
            <a:lvl9pPr algn="l">
              <a:defRPr sz="1500" b="1">
                <a:solidFill>
                  <a:srgbClr val="0A7777"/>
                </a:solidFill>
                <a:latin typeface="Avenir Next"/>
                <a:ea typeface="Avenir Next"/>
                <a:cs typeface="Avenir Next"/>
              </a:defRPr>
            </a:lvl9pPr>
          </a:lstStyle>
          <a:p xmlns:a="http://schemas.openxmlformats.org/drawingml/2006/main">
            <a:pPr algn="l">
              <a:defRPr sz="1500" b="1">
                <a:solidFill>
                  <a:srgbClr val="0A7777"/>
                </a:solidFill>
                <a:latin typeface="Avenir Next"/>
                <a:ea typeface="Avenir Next"/>
                <a:cs typeface="Avenir Next"/>
              </a:defRPr>
            </a:pPr>
            <a:r>
              <a:rPr sz="1500" b="1">
                <a:solidFill>
                  <a:srgbClr val="0A7777"/>
                </a:solidFill>
                <a:latin typeface="Avenir Next"/>
                <a:ea typeface="Avenir Next"/>
                <a:cs typeface="Avenir Next"/>
              </a:rPr>
              <a:t>Sistema bajo prueba</a:t>
            </a:r>
          </a:p>
        </p:txBody>
      </p:sp>
      <p:sp>
        <p:nvSpPr>
          <p:cNvPr id="28" name="">
            <a:extLst xmlns:a="http://schemas.openxmlformats.org/drawingml/2006/main">
              <a:ext uri="{FF2B5EF4-FFF2-40B4-BE49-F238E27FC236}">
                <a16:creationId xmlns:a16="http://schemas.microsoft.com/office/drawing/2014/main" id="{D4E34C5B-8DEB-4EF0-A4B2-56F59167F78F}"/>
              </a:ext>
            </a:extLst>
          </p:cNvPr>
          <p:cNvSpPr>
            <a:spLocks xmlns:a="http://schemas.openxmlformats.org/drawingml/2006/main" noGrp="1"/>
          </p:cNvSpPr>
          <p:nvPr/>
        </p:nvSpPr>
        <p:spPr>
          <a:xfrm xmlns:a="http://schemas.openxmlformats.org/drawingml/2006/main">
            <a:off x="714375" y="4476750"/>
            <a:ext cx="10382250" cy="19050"/>
          </a:xfrm>
          <a:prstGeom xmlns:a="http://schemas.openxmlformats.org/drawingml/2006/main" prst="rect">
            <a:avLst/>
          </a:prstGeom>
          <a:solidFill xmlns:a="http://schemas.openxmlformats.org/drawingml/2006/main">
            <a:srgbClr val="B9C8C6"/>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BC8D5173-AA02-4B9D-B55C-5D7AA6BB2EC9}"/>
              </a:ext>
            </a:extLst>
          </p:cNvPr>
          <p:cNvSpPr>
            <a:spLocks xmlns:a="http://schemas.openxmlformats.org/drawingml/2006/main" noGrp="1"/>
          </p:cNvSpPr>
          <p:nvPr/>
        </p:nvSpPr>
        <p:spPr>
          <a:xfrm xmlns:a="http://schemas.openxmlformats.org/drawingml/2006/main">
            <a:off x="714375" y="4810125"/>
            <a:ext cx="103822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0">
                <a:solidFill>
                  <a:srgbClr val="142B3D"/>
                </a:solidFill>
                <a:latin typeface="Avenir Next"/>
                <a:ea typeface="Avenir Next"/>
                <a:cs typeface="Avenir Next"/>
              </a:defRPr>
            </a:defPPr>
            <a:lvl1pPr algn="l">
              <a:defRPr sz="2025" b="0">
                <a:solidFill>
                  <a:srgbClr val="142B3D"/>
                </a:solidFill>
                <a:latin typeface="Avenir Next"/>
                <a:ea typeface="Avenir Next"/>
                <a:cs typeface="Avenir Next"/>
              </a:defRPr>
            </a:lvl1pPr>
            <a:lvl2pPr algn="l">
              <a:defRPr sz="2025" b="0">
                <a:solidFill>
                  <a:srgbClr val="142B3D"/>
                </a:solidFill>
                <a:latin typeface="Avenir Next"/>
                <a:ea typeface="Avenir Next"/>
                <a:cs typeface="Avenir Next"/>
              </a:defRPr>
            </a:lvl2pPr>
            <a:lvl3pPr algn="l">
              <a:defRPr sz="2025" b="0">
                <a:solidFill>
                  <a:srgbClr val="142B3D"/>
                </a:solidFill>
                <a:latin typeface="Avenir Next"/>
                <a:ea typeface="Avenir Next"/>
                <a:cs typeface="Avenir Next"/>
              </a:defRPr>
            </a:lvl3pPr>
            <a:lvl4pPr algn="l">
              <a:defRPr sz="2025" b="0">
                <a:solidFill>
                  <a:srgbClr val="142B3D"/>
                </a:solidFill>
                <a:latin typeface="Avenir Next"/>
                <a:ea typeface="Avenir Next"/>
                <a:cs typeface="Avenir Next"/>
              </a:defRPr>
            </a:lvl4pPr>
            <a:lvl5pPr algn="l">
              <a:defRPr sz="2025" b="0">
                <a:solidFill>
                  <a:srgbClr val="142B3D"/>
                </a:solidFill>
                <a:latin typeface="Avenir Next"/>
                <a:ea typeface="Avenir Next"/>
                <a:cs typeface="Avenir Next"/>
              </a:defRPr>
            </a:lvl5pPr>
            <a:lvl6pPr algn="l">
              <a:defRPr sz="2025" b="0">
                <a:solidFill>
                  <a:srgbClr val="142B3D"/>
                </a:solidFill>
                <a:latin typeface="Avenir Next"/>
                <a:ea typeface="Avenir Next"/>
                <a:cs typeface="Avenir Next"/>
              </a:defRPr>
            </a:lvl6pPr>
            <a:lvl7pPr algn="l">
              <a:defRPr sz="2025" b="0">
                <a:solidFill>
                  <a:srgbClr val="142B3D"/>
                </a:solidFill>
                <a:latin typeface="Avenir Next"/>
                <a:ea typeface="Avenir Next"/>
                <a:cs typeface="Avenir Next"/>
              </a:defRPr>
            </a:lvl7pPr>
            <a:lvl8pPr algn="l">
              <a:defRPr sz="2025" b="0">
                <a:solidFill>
                  <a:srgbClr val="142B3D"/>
                </a:solidFill>
                <a:latin typeface="Avenir Next"/>
                <a:ea typeface="Avenir Next"/>
                <a:cs typeface="Avenir Next"/>
              </a:defRPr>
            </a:lvl8pPr>
            <a:lvl9pPr algn="l">
              <a:defRPr sz="2025" b="0">
                <a:solidFill>
                  <a:srgbClr val="142B3D"/>
                </a:solidFill>
                <a:latin typeface="Avenir Next"/>
                <a:ea typeface="Avenir Next"/>
                <a:cs typeface="Avenir Next"/>
              </a:defRPr>
            </a:lvl9pPr>
          </a:lstStyle>
          <a:p xmlns:a="http://schemas.openxmlformats.org/drawingml/2006/main">
            <a:pPr algn="l">
              <a:defRPr sz="2025" b="0">
                <a:solidFill>
                  <a:srgbClr val="142B3D"/>
                </a:solidFill>
                <a:latin typeface="Avenir Next"/>
                <a:ea typeface="Avenir Next"/>
                <a:cs typeface="Avenir Next"/>
              </a:defRPr>
            </a:pPr>
            <a:r>
              <a:rPr sz="2025" b="0">
                <a:solidFill>
                  <a:srgbClr val="142B3D"/>
                </a:solidFill>
                <a:latin typeface="Avenir Next"/>
                <a:ea typeface="Avenir Next"/>
                <a:cs typeface="Avenir Next"/>
              </a:rPr>
              <a:t>Resultado: output.xml · log.html · report.html</a:t>
            </a:r>
          </a:p>
        </p:txBody>
      </p:sp>
    </p:spTree>
    <p:extLst>
      <p:ext uri="{BB962C8B-B14F-4D97-AF65-F5344CB8AC3E}">
        <p14:creationId xmlns:p14="http://schemas.microsoft.com/office/powerpoint/2010/main" val="1619391498"/>
      </p:ext>
    </p:extLst>
  </p:cSld>
</p:sld>
</file>

<file path=ppt/slides/slide5.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7BD72B1-8053-490F-8005-93C4B9015B1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A777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A8E6678-41DF-4FAF-BFD0-32108FFEEE3F}"/>
              </a:ext>
            </a:extLst>
          </p:cNvPr>
          <p:cNvSpPr>
            <a:spLocks xmlns:a="http://schemas.openxmlformats.org/drawingml/2006/main" noGrp="1"/>
          </p:cNvSpPr>
          <p:nvPr/>
        </p:nvSpPr>
        <p:spPr>
          <a:xfrm xmlns:a="http://schemas.openxmlformats.org/drawingml/2006/main">
            <a:off x="666750" y="428625"/>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000" b="1">
                <a:solidFill>
                  <a:srgbClr val="142B3D"/>
                </a:solidFill>
                <a:latin typeface="Avenir Next"/>
                <a:ea typeface="Avenir Next"/>
                <a:cs typeface="Avenir Next"/>
              </a:defRPr>
            </a:defPPr>
            <a:lvl1pPr algn="l">
              <a:defRPr sz="3000" b="1">
                <a:solidFill>
                  <a:srgbClr val="142B3D"/>
                </a:solidFill>
                <a:latin typeface="Avenir Next"/>
                <a:ea typeface="Avenir Next"/>
                <a:cs typeface="Avenir Next"/>
              </a:defRPr>
            </a:lvl1pPr>
            <a:lvl2pPr algn="l">
              <a:defRPr sz="3000" b="1">
                <a:solidFill>
                  <a:srgbClr val="142B3D"/>
                </a:solidFill>
                <a:latin typeface="Avenir Next"/>
                <a:ea typeface="Avenir Next"/>
                <a:cs typeface="Avenir Next"/>
              </a:defRPr>
            </a:lvl2pPr>
            <a:lvl3pPr algn="l">
              <a:defRPr sz="3000" b="1">
                <a:solidFill>
                  <a:srgbClr val="142B3D"/>
                </a:solidFill>
                <a:latin typeface="Avenir Next"/>
                <a:ea typeface="Avenir Next"/>
                <a:cs typeface="Avenir Next"/>
              </a:defRPr>
            </a:lvl3pPr>
            <a:lvl4pPr algn="l">
              <a:defRPr sz="3000" b="1">
                <a:solidFill>
                  <a:srgbClr val="142B3D"/>
                </a:solidFill>
                <a:latin typeface="Avenir Next"/>
                <a:ea typeface="Avenir Next"/>
                <a:cs typeface="Avenir Next"/>
              </a:defRPr>
            </a:lvl4pPr>
            <a:lvl5pPr algn="l">
              <a:defRPr sz="3000" b="1">
                <a:solidFill>
                  <a:srgbClr val="142B3D"/>
                </a:solidFill>
                <a:latin typeface="Avenir Next"/>
                <a:ea typeface="Avenir Next"/>
                <a:cs typeface="Avenir Next"/>
              </a:defRPr>
            </a:lvl5pPr>
            <a:lvl6pPr algn="l">
              <a:defRPr sz="3000" b="1">
                <a:solidFill>
                  <a:srgbClr val="142B3D"/>
                </a:solidFill>
                <a:latin typeface="Avenir Next"/>
                <a:ea typeface="Avenir Next"/>
                <a:cs typeface="Avenir Next"/>
              </a:defRPr>
            </a:lvl6pPr>
            <a:lvl7pPr algn="l">
              <a:defRPr sz="3000" b="1">
                <a:solidFill>
                  <a:srgbClr val="142B3D"/>
                </a:solidFill>
                <a:latin typeface="Avenir Next"/>
                <a:ea typeface="Avenir Next"/>
                <a:cs typeface="Avenir Next"/>
              </a:defRPr>
            </a:lvl7pPr>
            <a:lvl8pPr algn="l">
              <a:defRPr sz="3000" b="1">
                <a:solidFill>
                  <a:srgbClr val="142B3D"/>
                </a:solidFill>
                <a:latin typeface="Avenir Next"/>
                <a:ea typeface="Avenir Next"/>
                <a:cs typeface="Avenir Next"/>
              </a:defRPr>
            </a:lvl8pPr>
            <a:lvl9pPr algn="l">
              <a:defRPr sz="3000" b="1">
                <a:solidFill>
                  <a:srgbClr val="142B3D"/>
                </a:solidFill>
                <a:latin typeface="Avenir Next"/>
                <a:ea typeface="Avenir Next"/>
                <a:cs typeface="Avenir Next"/>
              </a:defRPr>
            </a:lvl9pPr>
          </a:lstStyle>
          <a:p xmlns:a="http://schemas.openxmlformats.org/drawingml/2006/main">
            <a:pPr algn="l">
              <a:defRPr sz="3000" b="1">
                <a:solidFill>
                  <a:srgbClr val="142B3D"/>
                </a:solidFill>
                <a:latin typeface="Avenir Next"/>
                <a:ea typeface="Avenir Next"/>
                <a:cs typeface="Avenir Next"/>
              </a:defRPr>
            </a:pPr>
            <a:r>
              <a:rPr sz="3000" b="1">
                <a:solidFill>
                  <a:srgbClr val="142B3D"/>
                </a:solidFill>
                <a:latin typeface="Avenir Next"/>
                <a:ea typeface="Avenir Next"/>
                <a:cs typeface="Avenir Next"/>
              </a:rPr>
              <a:t>Patrón Page Object</a:t>
            </a:r>
          </a:p>
        </p:txBody>
      </p:sp>
      <p:sp>
        <p:nvSpPr>
          <p:cNvPr id="3" name="">
            <a:extLst xmlns:a="http://schemas.openxmlformats.org/drawingml/2006/main">
              <a:ext uri="{FF2B5EF4-FFF2-40B4-BE49-F238E27FC236}">
                <a16:creationId xmlns:a16="http://schemas.microsoft.com/office/drawing/2014/main" id="{DABDDD6B-DFED-4DEF-B492-A096CE856991}"/>
              </a:ext>
            </a:extLst>
          </p:cNvPr>
          <p:cNvSpPr>
            <a:spLocks xmlns:a="http://schemas.openxmlformats.org/drawingml/2006/main" noGrp="1"/>
          </p:cNvSpPr>
          <p:nvPr/>
        </p:nvSpPr>
        <p:spPr>
          <a:xfrm xmlns:a="http://schemas.openxmlformats.org/drawingml/2006/main">
            <a:off x="666750" y="1257300"/>
            <a:ext cx="10668000" cy="19050"/>
          </a:xfrm>
          <a:prstGeom xmlns:a="http://schemas.openxmlformats.org/drawingml/2006/main" prst="rect">
            <a:avLst/>
          </a:prstGeom>
          <a:solidFill xmlns:a="http://schemas.openxmlformats.org/drawingml/2006/main">
            <a:srgbClr val="B9C8C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10C87FF-3F2B-4B7D-996A-9689A7D1552D}"/>
              </a:ext>
            </a:extLst>
          </p:cNvPr>
          <p:cNvSpPr>
            <a:spLocks xmlns:a="http://schemas.openxmlformats.org/drawingml/2006/main" noGrp="1"/>
          </p:cNvSpPr>
          <p:nvPr/>
        </p:nvSpPr>
        <p:spPr>
          <a:xfrm xmlns:a="http://schemas.openxmlformats.org/drawingml/2006/main">
            <a:off x="10858500" y="630555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526271"/>
                </a:solidFill>
                <a:latin typeface="Avenir Next"/>
                <a:ea typeface="Avenir Next"/>
                <a:cs typeface="Avenir Next"/>
              </a:defRPr>
            </a:defPPr>
            <a:lvl1pPr algn="r">
              <a:defRPr sz="1125" b="1">
                <a:solidFill>
                  <a:srgbClr val="526271"/>
                </a:solidFill>
                <a:latin typeface="Avenir Next"/>
                <a:ea typeface="Avenir Next"/>
                <a:cs typeface="Avenir Next"/>
              </a:defRPr>
            </a:lvl1pPr>
            <a:lvl2pPr algn="r">
              <a:defRPr sz="1125" b="1">
                <a:solidFill>
                  <a:srgbClr val="526271"/>
                </a:solidFill>
                <a:latin typeface="Avenir Next"/>
                <a:ea typeface="Avenir Next"/>
                <a:cs typeface="Avenir Next"/>
              </a:defRPr>
            </a:lvl2pPr>
            <a:lvl3pPr algn="r">
              <a:defRPr sz="1125" b="1">
                <a:solidFill>
                  <a:srgbClr val="526271"/>
                </a:solidFill>
                <a:latin typeface="Avenir Next"/>
                <a:ea typeface="Avenir Next"/>
                <a:cs typeface="Avenir Next"/>
              </a:defRPr>
            </a:lvl3pPr>
            <a:lvl4pPr algn="r">
              <a:defRPr sz="1125" b="1">
                <a:solidFill>
                  <a:srgbClr val="526271"/>
                </a:solidFill>
                <a:latin typeface="Avenir Next"/>
                <a:ea typeface="Avenir Next"/>
                <a:cs typeface="Avenir Next"/>
              </a:defRPr>
            </a:lvl4pPr>
            <a:lvl5pPr algn="r">
              <a:defRPr sz="1125" b="1">
                <a:solidFill>
                  <a:srgbClr val="526271"/>
                </a:solidFill>
                <a:latin typeface="Avenir Next"/>
                <a:ea typeface="Avenir Next"/>
                <a:cs typeface="Avenir Next"/>
              </a:defRPr>
            </a:lvl5pPr>
            <a:lvl6pPr algn="r">
              <a:defRPr sz="1125" b="1">
                <a:solidFill>
                  <a:srgbClr val="526271"/>
                </a:solidFill>
                <a:latin typeface="Avenir Next"/>
                <a:ea typeface="Avenir Next"/>
                <a:cs typeface="Avenir Next"/>
              </a:defRPr>
            </a:lvl6pPr>
            <a:lvl7pPr algn="r">
              <a:defRPr sz="1125" b="1">
                <a:solidFill>
                  <a:srgbClr val="526271"/>
                </a:solidFill>
                <a:latin typeface="Avenir Next"/>
                <a:ea typeface="Avenir Next"/>
                <a:cs typeface="Avenir Next"/>
              </a:defRPr>
            </a:lvl7pPr>
            <a:lvl8pPr algn="r">
              <a:defRPr sz="1125" b="1">
                <a:solidFill>
                  <a:srgbClr val="526271"/>
                </a:solidFill>
                <a:latin typeface="Avenir Next"/>
                <a:ea typeface="Avenir Next"/>
                <a:cs typeface="Avenir Next"/>
              </a:defRPr>
            </a:lvl8pPr>
            <a:lvl9pPr algn="r">
              <a:defRPr sz="1125" b="1">
                <a:solidFill>
                  <a:srgbClr val="526271"/>
                </a:solidFill>
                <a:latin typeface="Avenir Next"/>
                <a:ea typeface="Avenir Next"/>
                <a:cs typeface="Avenir Next"/>
              </a:defRPr>
            </a:lvl9pPr>
          </a:lstStyle>
          <a:p xmlns:a="http://schemas.openxmlformats.org/drawingml/2006/main">
            <a:pPr algn="r">
              <a:defRPr sz="1125" b="1">
                <a:solidFill>
                  <a:srgbClr val="526271"/>
                </a:solidFill>
                <a:latin typeface="Avenir Next"/>
                <a:ea typeface="Avenir Next"/>
                <a:cs typeface="Avenir Next"/>
              </a:defRPr>
            </a:pPr>
            <a:r>
              <a:rPr sz="1125" b="1">
                <a:solidFill>
                  <a:srgbClr val="526271"/>
                </a:solidFill>
                <a:latin typeface="Avenir Next"/>
                <a:ea typeface="Avenir Next"/>
                <a:cs typeface="Avenir Next"/>
              </a:rPr>
              <a:t>05</a:t>
            </a:r>
          </a:p>
        </p:txBody>
      </p:sp>
      <p:sp>
        <p:nvSpPr>
          <p:cNvPr id="5" name="">
            <a:extLst xmlns:a="http://schemas.openxmlformats.org/drawingml/2006/main">
              <a:ext uri="{FF2B5EF4-FFF2-40B4-BE49-F238E27FC236}">
                <a16:creationId xmlns:a16="http://schemas.microsoft.com/office/drawing/2014/main" id="{FFC5931E-047B-4986-953C-97B72A61E2FC}"/>
              </a:ext>
            </a:extLst>
          </p:cNvPr>
          <p:cNvSpPr>
            <a:spLocks xmlns:a="http://schemas.openxmlformats.org/drawingml/2006/main" noGrp="1"/>
          </p:cNvSpPr>
          <p:nvPr/>
        </p:nvSpPr>
        <p:spPr>
          <a:xfrm xmlns:a="http://schemas.openxmlformats.org/drawingml/2006/main">
            <a:off x="714375" y="1714500"/>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0A7777"/>
                </a:solidFill>
                <a:latin typeface="Avenir Next"/>
                <a:ea typeface="Avenir Next"/>
                <a:cs typeface="Avenir Next"/>
              </a:defRPr>
            </a:defPPr>
            <a:lvl1pPr algn="l">
              <a:defRPr sz="1275" b="1">
                <a:solidFill>
                  <a:srgbClr val="0A7777"/>
                </a:solidFill>
                <a:latin typeface="Avenir Next"/>
                <a:ea typeface="Avenir Next"/>
                <a:cs typeface="Avenir Next"/>
              </a:defRPr>
            </a:lvl1pPr>
            <a:lvl2pPr algn="l">
              <a:defRPr sz="1275" b="1">
                <a:solidFill>
                  <a:srgbClr val="0A7777"/>
                </a:solidFill>
                <a:latin typeface="Avenir Next"/>
                <a:ea typeface="Avenir Next"/>
                <a:cs typeface="Avenir Next"/>
              </a:defRPr>
            </a:lvl2pPr>
            <a:lvl3pPr algn="l">
              <a:defRPr sz="1275" b="1">
                <a:solidFill>
                  <a:srgbClr val="0A7777"/>
                </a:solidFill>
                <a:latin typeface="Avenir Next"/>
                <a:ea typeface="Avenir Next"/>
                <a:cs typeface="Avenir Next"/>
              </a:defRPr>
            </a:lvl3pPr>
            <a:lvl4pPr algn="l">
              <a:defRPr sz="1275" b="1">
                <a:solidFill>
                  <a:srgbClr val="0A7777"/>
                </a:solidFill>
                <a:latin typeface="Avenir Next"/>
                <a:ea typeface="Avenir Next"/>
                <a:cs typeface="Avenir Next"/>
              </a:defRPr>
            </a:lvl4pPr>
            <a:lvl5pPr algn="l">
              <a:defRPr sz="1275" b="1">
                <a:solidFill>
                  <a:srgbClr val="0A7777"/>
                </a:solidFill>
                <a:latin typeface="Avenir Next"/>
                <a:ea typeface="Avenir Next"/>
                <a:cs typeface="Avenir Next"/>
              </a:defRPr>
            </a:lvl5pPr>
            <a:lvl6pPr algn="l">
              <a:defRPr sz="1275" b="1">
                <a:solidFill>
                  <a:srgbClr val="0A7777"/>
                </a:solidFill>
                <a:latin typeface="Avenir Next"/>
                <a:ea typeface="Avenir Next"/>
                <a:cs typeface="Avenir Next"/>
              </a:defRPr>
            </a:lvl6pPr>
            <a:lvl7pPr algn="l">
              <a:defRPr sz="1275" b="1">
                <a:solidFill>
                  <a:srgbClr val="0A7777"/>
                </a:solidFill>
                <a:latin typeface="Avenir Next"/>
                <a:ea typeface="Avenir Next"/>
                <a:cs typeface="Avenir Next"/>
              </a:defRPr>
            </a:lvl7pPr>
            <a:lvl8pPr algn="l">
              <a:defRPr sz="1275" b="1">
                <a:solidFill>
                  <a:srgbClr val="0A7777"/>
                </a:solidFill>
                <a:latin typeface="Avenir Next"/>
                <a:ea typeface="Avenir Next"/>
                <a:cs typeface="Avenir Next"/>
              </a:defRPr>
            </a:lvl8pPr>
            <a:lvl9pPr algn="l">
              <a:defRPr sz="1275" b="1">
                <a:solidFill>
                  <a:srgbClr val="0A7777"/>
                </a:solidFill>
                <a:latin typeface="Avenir Next"/>
                <a:ea typeface="Avenir Next"/>
                <a:cs typeface="Avenir Next"/>
              </a:defRPr>
            </a:lvl9pPr>
          </a:lstStyle>
          <a:p xmlns:a="http://schemas.openxmlformats.org/drawingml/2006/main">
            <a:pPr algn="l">
              <a:defRPr sz="1275" b="1">
                <a:solidFill>
                  <a:srgbClr val="0A7777"/>
                </a:solidFill>
                <a:latin typeface="Avenir Next"/>
                <a:ea typeface="Avenir Next"/>
                <a:cs typeface="Avenir Next"/>
              </a:defRPr>
            </a:pPr>
            <a:r>
              <a:rPr sz="1275" b="1">
                <a:solidFill>
                  <a:srgbClr val="0A7777"/>
                </a:solidFill>
                <a:latin typeface="Avenir Next"/>
                <a:ea typeface="Avenir Next"/>
                <a:cs typeface="Avenir Next"/>
              </a:rPr>
              <a:t>EL CASO DICE QUÉ</a:t>
            </a:r>
          </a:p>
        </p:txBody>
      </p:sp>
      <p:sp>
        <p:nvSpPr>
          <p:cNvPr id="6" name="">
            <a:extLst xmlns:a="http://schemas.openxmlformats.org/drawingml/2006/main">
              <a:ext uri="{FF2B5EF4-FFF2-40B4-BE49-F238E27FC236}">
                <a16:creationId xmlns:a16="http://schemas.microsoft.com/office/drawing/2014/main" id="{A48E1B77-BA71-4288-9764-1C518C6D72D7}"/>
              </a:ext>
            </a:extLst>
          </p:cNvPr>
          <p:cNvSpPr>
            <a:spLocks xmlns:a="http://schemas.openxmlformats.org/drawingml/2006/main" noGrp="1"/>
          </p:cNvSpPr>
          <p:nvPr/>
        </p:nvSpPr>
        <p:spPr>
          <a:xfrm xmlns:a="http://schemas.openxmlformats.org/drawingml/2006/main">
            <a:off x="714375" y="2095500"/>
            <a:ext cx="4667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250" b="0">
                <a:solidFill>
                  <a:srgbClr val="142B3D"/>
                </a:solidFill>
                <a:latin typeface="Avenir Next"/>
                <a:ea typeface="Avenir Next"/>
                <a:cs typeface="Avenir Next"/>
              </a:defRPr>
            </a:defPPr>
            <a:lvl1pPr algn="l">
              <a:defRPr sz="2250" b="0">
                <a:solidFill>
                  <a:srgbClr val="142B3D"/>
                </a:solidFill>
                <a:latin typeface="Avenir Next"/>
                <a:ea typeface="Avenir Next"/>
                <a:cs typeface="Avenir Next"/>
              </a:defRPr>
            </a:lvl1pPr>
            <a:lvl2pPr algn="l">
              <a:defRPr sz="2250" b="0">
                <a:solidFill>
                  <a:srgbClr val="142B3D"/>
                </a:solidFill>
                <a:latin typeface="Avenir Next"/>
                <a:ea typeface="Avenir Next"/>
                <a:cs typeface="Avenir Next"/>
              </a:defRPr>
            </a:lvl2pPr>
            <a:lvl3pPr algn="l">
              <a:defRPr sz="2250" b="0">
                <a:solidFill>
                  <a:srgbClr val="142B3D"/>
                </a:solidFill>
                <a:latin typeface="Avenir Next"/>
                <a:ea typeface="Avenir Next"/>
                <a:cs typeface="Avenir Next"/>
              </a:defRPr>
            </a:lvl3pPr>
            <a:lvl4pPr algn="l">
              <a:defRPr sz="2250" b="0">
                <a:solidFill>
                  <a:srgbClr val="142B3D"/>
                </a:solidFill>
                <a:latin typeface="Avenir Next"/>
                <a:ea typeface="Avenir Next"/>
                <a:cs typeface="Avenir Next"/>
              </a:defRPr>
            </a:lvl4pPr>
            <a:lvl5pPr algn="l">
              <a:defRPr sz="2250" b="0">
                <a:solidFill>
                  <a:srgbClr val="142B3D"/>
                </a:solidFill>
                <a:latin typeface="Avenir Next"/>
                <a:ea typeface="Avenir Next"/>
                <a:cs typeface="Avenir Next"/>
              </a:defRPr>
            </a:lvl5pPr>
            <a:lvl6pPr algn="l">
              <a:defRPr sz="2250" b="0">
                <a:solidFill>
                  <a:srgbClr val="142B3D"/>
                </a:solidFill>
                <a:latin typeface="Avenir Next"/>
                <a:ea typeface="Avenir Next"/>
                <a:cs typeface="Avenir Next"/>
              </a:defRPr>
            </a:lvl6pPr>
            <a:lvl7pPr algn="l">
              <a:defRPr sz="2250" b="0">
                <a:solidFill>
                  <a:srgbClr val="142B3D"/>
                </a:solidFill>
                <a:latin typeface="Avenir Next"/>
                <a:ea typeface="Avenir Next"/>
                <a:cs typeface="Avenir Next"/>
              </a:defRPr>
            </a:lvl7pPr>
            <a:lvl8pPr algn="l">
              <a:defRPr sz="2250" b="0">
                <a:solidFill>
                  <a:srgbClr val="142B3D"/>
                </a:solidFill>
                <a:latin typeface="Avenir Next"/>
                <a:ea typeface="Avenir Next"/>
                <a:cs typeface="Avenir Next"/>
              </a:defRPr>
            </a:lvl8pPr>
            <a:lvl9pPr algn="l">
              <a:defRPr sz="2250" b="0">
                <a:solidFill>
                  <a:srgbClr val="142B3D"/>
                </a:solidFill>
                <a:latin typeface="Avenir Next"/>
                <a:ea typeface="Avenir Next"/>
                <a:cs typeface="Avenir Next"/>
              </a:defRPr>
            </a:lvl9pPr>
          </a:lstStyle>
          <a:p xmlns:a="http://schemas.openxmlformats.org/drawingml/2006/main">
            <a:pPr algn="l">
              <a:defRPr sz="2250" b="0">
                <a:solidFill>
                  <a:srgbClr val="142B3D"/>
                </a:solidFill>
                <a:latin typeface="Avenir Next"/>
                <a:ea typeface="Avenir Next"/>
                <a:cs typeface="Avenir Next"/>
              </a:defRPr>
            </a:pPr>
            <a:r>
              <a:rPr sz="2250" b="0">
                <a:solidFill>
                  <a:srgbClr val="142B3D"/>
                </a:solidFill>
                <a:latin typeface="Avenir Next"/>
                <a:ea typeface="Avenir Next"/>
                <a:cs typeface="Avenir Next"/>
              </a:rPr>
              <a:t>Ingresar → agregar contacto → solicitar → aceptar → comprobar saldos</a:t>
            </a:r>
          </a:p>
        </p:txBody>
      </p:sp>
      <p:sp>
        <p:nvSpPr>
          <p:cNvPr id="7" name="">
            <a:extLst xmlns:a="http://schemas.openxmlformats.org/drawingml/2006/main">
              <a:ext uri="{FF2B5EF4-FFF2-40B4-BE49-F238E27FC236}">
                <a16:creationId xmlns:a16="http://schemas.microsoft.com/office/drawing/2014/main" id="{08745968-94DE-4481-9697-BD1C482ACF82}"/>
              </a:ext>
            </a:extLst>
          </p:cNvPr>
          <p:cNvSpPr>
            <a:spLocks xmlns:a="http://schemas.openxmlformats.org/drawingml/2006/main" noGrp="1"/>
          </p:cNvSpPr>
          <p:nvPr/>
        </p:nvSpPr>
        <p:spPr>
          <a:xfrm xmlns:a="http://schemas.openxmlformats.org/drawingml/2006/main">
            <a:off x="5791200" y="1714500"/>
            <a:ext cx="19050" cy="3333750"/>
          </a:xfrm>
          <a:prstGeom xmlns:a="http://schemas.openxmlformats.org/drawingml/2006/main" prst="rect">
            <a:avLst/>
          </a:prstGeom>
          <a:solidFill xmlns:a="http://schemas.openxmlformats.org/drawingml/2006/main">
            <a:srgbClr val="B9C8C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DC7668B-7D2E-43F1-A2B1-A2D513F48245}"/>
              </a:ext>
            </a:extLst>
          </p:cNvPr>
          <p:cNvSpPr>
            <a:spLocks xmlns:a="http://schemas.openxmlformats.org/drawingml/2006/main" noGrp="1"/>
          </p:cNvSpPr>
          <p:nvPr/>
        </p:nvSpPr>
        <p:spPr>
          <a:xfrm xmlns:a="http://schemas.openxmlformats.org/drawingml/2006/main">
            <a:off x="6191250" y="1714500"/>
            <a:ext cx="4810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0A7777"/>
                </a:solidFill>
                <a:latin typeface="Avenir Next"/>
                <a:ea typeface="Avenir Next"/>
                <a:cs typeface="Avenir Next"/>
              </a:defRPr>
            </a:defPPr>
            <a:lvl1pPr algn="l">
              <a:defRPr sz="1275" b="1">
                <a:solidFill>
                  <a:srgbClr val="0A7777"/>
                </a:solidFill>
                <a:latin typeface="Avenir Next"/>
                <a:ea typeface="Avenir Next"/>
                <a:cs typeface="Avenir Next"/>
              </a:defRPr>
            </a:lvl1pPr>
            <a:lvl2pPr algn="l">
              <a:defRPr sz="1275" b="1">
                <a:solidFill>
                  <a:srgbClr val="0A7777"/>
                </a:solidFill>
                <a:latin typeface="Avenir Next"/>
                <a:ea typeface="Avenir Next"/>
                <a:cs typeface="Avenir Next"/>
              </a:defRPr>
            </a:lvl2pPr>
            <a:lvl3pPr algn="l">
              <a:defRPr sz="1275" b="1">
                <a:solidFill>
                  <a:srgbClr val="0A7777"/>
                </a:solidFill>
                <a:latin typeface="Avenir Next"/>
                <a:ea typeface="Avenir Next"/>
                <a:cs typeface="Avenir Next"/>
              </a:defRPr>
            </a:lvl3pPr>
            <a:lvl4pPr algn="l">
              <a:defRPr sz="1275" b="1">
                <a:solidFill>
                  <a:srgbClr val="0A7777"/>
                </a:solidFill>
                <a:latin typeface="Avenir Next"/>
                <a:ea typeface="Avenir Next"/>
                <a:cs typeface="Avenir Next"/>
              </a:defRPr>
            </a:lvl4pPr>
            <a:lvl5pPr algn="l">
              <a:defRPr sz="1275" b="1">
                <a:solidFill>
                  <a:srgbClr val="0A7777"/>
                </a:solidFill>
                <a:latin typeface="Avenir Next"/>
                <a:ea typeface="Avenir Next"/>
                <a:cs typeface="Avenir Next"/>
              </a:defRPr>
            </a:lvl5pPr>
            <a:lvl6pPr algn="l">
              <a:defRPr sz="1275" b="1">
                <a:solidFill>
                  <a:srgbClr val="0A7777"/>
                </a:solidFill>
                <a:latin typeface="Avenir Next"/>
                <a:ea typeface="Avenir Next"/>
                <a:cs typeface="Avenir Next"/>
              </a:defRPr>
            </a:lvl6pPr>
            <a:lvl7pPr algn="l">
              <a:defRPr sz="1275" b="1">
                <a:solidFill>
                  <a:srgbClr val="0A7777"/>
                </a:solidFill>
                <a:latin typeface="Avenir Next"/>
                <a:ea typeface="Avenir Next"/>
                <a:cs typeface="Avenir Next"/>
              </a:defRPr>
            </a:lvl7pPr>
            <a:lvl8pPr algn="l">
              <a:defRPr sz="1275" b="1">
                <a:solidFill>
                  <a:srgbClr val="0A7777"/>
                </a:solidFill>
                <a:latin typeface="Avenir Next"/>
                <a:ea typeface="Avenir Next"/>
                <a:cs typeface="Avenir Next"/>
              </a:defRPr>
            </a:lvl8pPr>
            <a:lvl9pPr algn="l">
              <a:defRPr sz="1275" b="1">
                <a:solidFill>
                  <a:srgbClr val="0A7777"/>
                </a:solidFill>
                <a:latin typeface="Avenir Next"/>
                <a:ea typeface="Avenir Next"/>
                <a:cs typeface="Avenir Next"/>
              </a:defRPr>
            </a:lvl9pPr>
          </a:lstStyle>
          <a:p xmlns:a="http://schemas.openxmlformats.org/drawingml/2006/main">
            <a:pPr algn="l">
              <a:defRPr sz="1275" b="1">
                <a:solidFill>
                  <a:srgbClr val="0A7777"/>
                </a:solidFill>
                <a:latin typeface="Avenir Next"/>
                <a:ea typeface="Avenir Next"/>
                <a:cs typeface="Avenir Next"/>
              </a:defRPr>
            </a:pPr>
            <a:r>
              <a:rPr sz="1275" b="1">
                <a:solidFill>
                  <a:srgbClr val="0A7777"/>
                </a:solidFill>
                <a:latin typeface="Avenir Next"/>
                <a:ea typeface="Avenir Next"/>
                <a:cs typeface="Avenir Next"/>
              </a:rPr>
              <a:t>LOS RECURSOS DICEN CÓMO</a:t>
            </a:r>
          </a:p>
        </p:txBody>
      </p:sp>
      <p:sp>
        <p:nvSpPr>
          <p:cNvPr id="9" name="">
            <a:extLst xmlns:a="http://schemas.openxmlformats.org/drawingml/2006/main">
              <a:ext uri="{FF2B5EF4-FFF2-40B4-BE49-F238E27FC236}">
                <a16:creationId xmlns:a16="http://schemas.microsoft.com/office/drawing/2014/main" id="{A3EA79AE-561A-4067-8C96-EDA25A1DE222}"/>
              </a:ext>
            </a:extLst>
          </p:cNvPr>
          <p:cNvSpPr>
            <a:spLocks xmlns:a="http://schemas.openxmlformats.org/drawingml/2006/main" noGrp="1"/>
          </p:cNvSpPr>
          <p:nvPr/>
        </p:nvSpPr>
        <p:spPr>
          <a:xfrm xmlns:a="http://schemas.openxmlformats.org/drawingml/2006/main">
            <a:off x="6191250" y="2181225"/>
            <a:ext cx="476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0">
                <a:solidFill>
                  <a:srgbClr val="142B3D"/>
                </a:solidFill>
                <a:latin typeface="Avenir Next"/>
                <a:ea typeface="Avenir Next"/>
                <a:cs typeface="Avenir Next"/>
              </a:defRPr>
            </a:defPPr>
            <a:lvl1pPr algn="l">
              <a:defRPr sz="1875" b="0">
                <a:solidFill>
                  <a:srgbClr val="142B3D"/>
                </a:solidFill>
                <a:latin typeface="Avenir Next"/>
                <a:ea typeface="Avenir Next"/>
                <a:cs typeface="Avenir Next"/>
              </a:defRPr>
            </a:lvl1pPr>
            <a:lvl2pPr algn="l">
              <a:defRPr sz="1875" b="0">
                <a:solidFill>
                  <a:srgbClr val="142B3D"/>
                </a:solidFill>
                <a:latin typeface="Avenir Next"/>
                <a:ea typeface="Avenir Next"/>
                <a:cs typeface="Avenir Next"/>
              </a:defRPr>
            </a:lvl2pPr>
            <a:lvl3pPr algn="l">
              <a:defRPr sz="1875" b="0">
                <a:solidFill>
                  <a:srgbClr val="142B3D"/>
                </a:solidFill>
                <a:latin typeface="Avenir Next"/>
                <a:ea typeface="Avenir Next"/>
                <a:cs typeface="Avenir Next"/>
              </a:defRPr>
            </a:lvl3pPr>
            <a:lvl4pPr algn="l">
              <a:defRPr sz="1875" b="0">
                <a:solidFill>
                  <a:srgbClr val="142B3D"/>
                </a:solidFill>
                <a:latin typeface="Avenir Next"/>
                <a:ea typeface="Avenir Next"/>
                <a:cs typeface="Avenir Next"/>
              </a:defRPr>
            </a:lvl4pPr>
            <a:lvl5pPr algn="l">
              <a:defRPr sz="1875" b="0">
                <a:solidFill>
                  <a:srgbClr val="142B3D"/>
                </a:solidFill>
                <a:latin typeface="Avenir Next"/>
                <a:ea typeface="Avenir Next"/>
                <a:cs typeface="Avenir Next"/>
              </a:defRPr>
            </a:lvl5pPr>
            <a:lvl6pPr algn="l">
              <a:defRPr sz="1875" b="0">
                <a:solidFill>
                  <a:srgbClr val="142B3D"/>
                </a:solidFill>
                <a:latin typeface="Avenir Next"/>
                <a:ea typeface="Avenir Next"/>
                <a:cs typeface="Avenir Next"/>
              </a:defRPr>
            </a:lvl6pPr>
            <a:lvl7pPr algn="l">
              <a:defRPr sz="1875" b="0">
                <a:solidFill>
                  <a:srgbClr val="142B3D"/>
                </a:solidFill>
                <a:latin typeface="Avenir Next"/>
                <a:ea typeface="Avenir Next"/>
                <a:cs typeface="Avenir Next"/>
              </a:defRPr>
            </a:lvl7pPr>
            <a:lvl8pPr algn="l">
              <a:defRPr sz="1875" b="0">
                <a:solidFill>
                  <a:srgbClr val="142B3D"/>
                </a:solidFill>
                <a:latin typeface="Avenir Next"/>
                <a:ea typeface="Avenir Next"/>
                <a:cs typeface="Avenir Next"/>
              </a:defRPr>
            </a:lvl8pPr>
            <a:lvl9pPr algn="l">
              <a:defRPr sz="1875" b="0">
                <a:solidFill>
                  <a:srgbClr val="142B3D"/>
                </a:solidFill>
                <a:latin typeface="Avenir Next"/>
                <a:ea typeface="Avenir Next"/>
                <a:cs typeface="Avenir Next"/>
              </a:defRPr>
            </a:lvl9pPr>
          </a:lstStyle>
          <a:p xmlns:a="http://schemas.openxmlformats.org/drawingml/2006/main">
            <a:pPr algn="l">
              <a:defRPr sz="1875" b="0">
                <a:solidFill>
                  <a:srgbClr val="142B3D"/>
                </a:solidFill>
                <a:latin typeface="Avenir Next"/>
                <a:ea typeface="Avenir Next"/>
                <a:cs typeface="Avenir Next"/>
              </a:defRPr>
            </a:pPr>
            <a:r>
              <a:rPr sz="1875" b="0">
                <a:solidFill>
                  <a:srgbClr val="142B3D"/>
                </a:solidFill>
                <a:latin typeface="Avenir Next"/>
                <a:ea typeface="Avenir Next"/>
                <a:cs typeface="Avenir Next"/>
              </a:rPr>
              <a:t>• LoginPage.resource</a:t>
            </a:r>
          </a:p>
        </p:txBody>
      </p:sp>
      <p:sp>
        <p:nvSpPr>
          <p:cNvPr id="10" name="">
            <a:extLst xmlns:a="http://schemas.openxmlformats.org/drawingml/2006/main">
              <a:ext uri="{FF2B5EF4-FFF2-40B4-BE49-F238E27FC236}">
                <a16:creationId xmlns:a16="http://schemas.microsoft.com/office/drawing/2014/main" id="{45EBF967-024B-418E-AAE2-29279F3F3CB5}"/>
              </a:ext>
            </a:extLst>
          </p:cNvPr>
          <p:cNvSpPr>
            <a:spLocks xmlns:a="http://schemas.openxmlformats.org/drawingml/2006/main" noGrp="1"/>
          </p:cNvSpPr>
          <p:nvPr/>
        </p:nvSpPr>
        <p:spPr>
          <a:xfrm xmlns:a="http://schemas.openxmlformats.org/drawingml/2006/main">
            <a:off x="6191250" y="2781300"/>
            <a:ext cx="476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0">
                <a:solidFill>
                  <a:srgbClr val="142B3D"/>
                </a:solidFill>
                <a:latin typeface="Avenir Next"/>
                <a:ea typeface="Avenir Next"/>
                <a:cs typeface="Avenir Next"/>
              </a:defRPr>
            </a:defPPr>
            <a:lvl1pPr algn="l">
              <a:defRPr sz="1875" b="0">
                <a:solidFill>
                  <a:srgbClr val="142B3D"/>
                </a:solidFill>
                <a:latin typeface="Avenir Next"/>
                <a:ea typeface="Avenir Next"/>
                <a:cs typeface="Avenir Next"/>
              </a:defRPr>
            </a:lvl1pPr>
            <a:lvl2pPr algn="l">
              <a:defRPr sz="1875" b="0">
                <a:solidFill>
                  <a:srgbClr val="142B3D"/>
                </a:solidFill>
                <a:latin typeface="Avenir Next"/>
                <a:ea typeface="Avenir Next"/>
                <a:cs typeface="Avenir Next"/>
              </a:defRPr>
            </a:lvl2pPr>
            <a:lvl3pPr algn="l">
              <a:defRPr sz="1875" b="0">
                <a:solidFill>
                  <a:srgbClr val="142B3D"/>
                </a:solidFill>
                <a:latin typeface="Avenir Next"/>
                <a:ea typeface="Avenir Next"/>
                <a:cs typeface="Avenir Next"/>
              </a:defRPr>
            </a:lvl3pPr>
            <a:lvl4pPr algn="l">
              <a:defRPr sz="1875" b="0">
                <a:solidFill>
                  <a:srgbClr val="142B3D"/>
                </a:solidFill>
                <a:latin typeface="Avenir Next"/>
                <a:ea typeface="Avenir Next"/>
                <a:cs typeface="Avenir Next"/>
              </a:defRPr>
            </a:lvl4pPr>
            <a:lvl5pPr algn="l">
              <a:defRPr sz="1875" b="0">
                <a:solidFill>
                  <a:srgbClr val="142B3D"/>
                </a:solidFill>
                <a:latin typeface="Avenir Next"/>
                <a:ea typeface="Avenir Next"/>
                <a:cs typeface="Avenir Next"/>
              </a:defRPr>
            </a:lvl5pPr>
            <a:lvl6pPr algn="l">
              <a:defRPr sz="1875" b="0">
                <a:solidFill>
                  <a:srgbClr val="142B3D"/>
                </a:solidFill>
                <a:latin typeface="Avenir Next"/>
                <a:ea typeface="Avenir Next"/>
                <a:cs typeface="Avenir Next"/>
              </a:defRPr>
            </a:lvl6pPr>
            <a:lvl7pPr algn="l">
              <a:defRPr sz="1875" b="0">
                <a:solidFill>
                  <a:srgbClr val="142B3D"/>
                </a:solidFill>
                <a:latin typeface="Avenir Next"/>
                <a:ea typeface="Avenir Next"/>
                <a:cs typeface="Avenir Next"/>
              </a:defRPr>
            </a:lvl7pPr>
            <a:lvl8pPr algn="l">
              <a:defRPr sz="1875" b="0">
                <a:solidFill>
                  <a:srgbClr val="142B3D"/>
                </a:solidFill>
                <a:latin typeface="Avenir Next"/>
                <a:ea typeface="Avenir Next"/>
                <a:cs typeface="Avenir Next"/>
              </a:defRPr>
            </a:lvl8pPr>
            <a:lvl9pPr algn="l">
              <a:defRPr sz="1875" b="0">
                <a:solidFill>
                  <a:srgbClr val="142B3D"/>
                </a:solidFill>
                <a:latin typeface="Avenir Next"/>
                <a:ea typeface="Avenir Next"/>
                <a:cs typeface="Avenir Next"/>
              </a:defRPr>
            </a:lvl9pPr>
          </a:lstStyle>
          <a:p xmlns:a="http://schemas.openxmlformats.org/drawingml/2006/main">
            <a:pPr algn="l">
              <a:defRPr sz="1875" b="0">
                <a:solidFill>
                  <a:srgbClr val="142B3D"/>
                </a:solidFill>
                <a:latin typeface="Avenir Next"/>
                <a:ea typeface="Avenir Next"/>
                <a:cs typeface="Avenir Next"/>
              </a:defRPr>
            </a:pPr>
            <a:r>
              <a:rPr sz="1875" b="0">
                <a:solidFill>
                  <a:srgbClr val="142B3D"/>
                </a:solidFill>
                <a:latin typeface="Avenir Next"/>
                <a:ea typeface="Avenir Next"/>
                <a:cs typeface="Avenir Next"/>
              </a:rPr>
              <a:t>• ContactosPage.resource</a:t>
            </a:r>
          </a:p>
        </p:txBody>
      </p:sp>
      <p:sp>
        <p:nvSpPr>
          <p:cNvPr id="11" name="">
            <a:extLst xmlns:a="http://schemas.openxmlformats.org/drawingml/2006/main">
              <a:ext uri="{FF2B5EF4-FFF2-40B4-BE49-F238E27FC236}">
                <a16:creationId xmlns:a16="http://schemas.microsoft.com/office/drawing/2014/main" id="{4A5B4DAC-EB06-4C47-866D-D840BC23ADD5}"/>
              </a:ext>
            </a:extLst>
          </p:cNvPr>
          <p:cNvSpPr>
            <a:spLocks xmlns:a="http://schemas.openxmlformats.org/drawingml/2006/main" noGrp="1"/>
          </p:cNvSpPr>
          <p:nvPr/>
        </p:nvSpPr>
        <p:spPr>
          <a:xfrm xmlns:a="http://schemas.openxmlformats.org/drawingml/2006/main">
            <a:off x="6191250" y="3381375"/>
            <a:ext cx="476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0">
                <a:solidFill>
                  <a:srgbClr val="142B3D"/>
                </a:solidFill>
                <a:latin typeface="Avenir Next"/>
                <a:ea typeface="Avenir Next"/>
                <a:cs typeface="Avenir Next"/>
              </a:defRPr>
            </a:defPPr>
            <a:lvl1pPr algn="l">
              <a:defRPr sz="1875" b="0">
                <a:solidFill>
                  <a:srgbClr val="142B3D"/>
                </a:solidFill>
                <a:latin typeface="Avenir Next"/>
                <a:ea typeface="Avenir Next"/>
                <a:cs typeface="Avenir Next"/>
              </a:defRPr>
            </a:lvl1pPr>
            <a:lvl2pPr algn="l">
              <a:defRPr sz="1875" b="0">
                <a:solidFill>
                  <a:srgbClr val="142B3D"/>
                </a:solidFill>
                <a:latin typeface="Avenir Next"/>
                <a:ea typeface="Avenir Next"/>
                <a:cs typeface="Avenir Next"/>
              </a:defRPr>
            </a:lvl2pPr>
            <a:lvl3pPr algn="l">
              <a:defRPr sz="1875" b="0">
                <a:solidFill>
                  <a:srgbClr val="142B3D"/>
                </a:solidFill>
                <a:latin typeface="Avenir Next"/>
                <a:ea typeface="Avenir Next"/>
                <a:cs typeface="Avenir Next"/>
              </a:defRPr>
            </a:lvl3pPr>
            <a:lvl4pPr algn="l">
              <a:defRPr sz="1875" b="0">
                <a:solidFill>
                  <a:srgbClr val="142B3D"/>
                </a:solidFill>
                <a:latin typeface="Avenir Next"/>
                <a:ea typeface="Avenir Next"/>
                <a:cs typeface="Avenir Next"/>
              </a:defRPr>
            </a:lvl4pPr>
            <a:lvl5pPr algn="l">
              <a:defRPr sz="1875" b="0">
                <a:solidFill>
                  <a:srgbClr val="142B3D"/>
                </a:solidFill>
                <a:latin typeface="Avenir Next"/>
                <a:ea typeface="Avenir Next"/>
                <a:cs typeface="Avenir Next"/>
              </a:defRPr>
            </a:lvl5pPr>
            <a:lvl6pPr algn="l">
              <a:defRPr sz="1875" b="0">
                <a:solidFill>
                  <a:srgbClr val="142B3D"/>
                </a:solidFill>
                <a:latin typeface="Avenir Next"/>
                <a:ea typeface="Avenir Next"/>
                <a:cs typeface="Avenir Next"/>
              </a:defRPr>
            </a:lvl6pPr>
            <a:lvl7pPr algn="l">
              <a:defRPr sz="1875" b="0">
                <a:solidFill>
                  <a:srgbClr val="142B3D"/>
                </a:solidFill>
                <a:latin typeface="Avenir Next"/>
                <a:ea typeface="Avenir Next"/>
                <a:cs typeface="Avenir Next"/>
              </a:defRPr>
            </a:lvl7pPr>
            <a:lvl8pPr algn="l">
              <a:defRPr sz="1875" b="0">
                <a:solidFill>
                  <a:srgbClr val="142B3D"/>
                </a:solidFill>
                <a:latin typeface="Avenir Next"/>
                <a:ea typeface="Avenir Next"/>
                <a:cs typeface="Avenir Next"/>
              </a:defRPr>
            </a:lvl8pPr>
            <a:lvl9pPr algn="l">
              <a:defRPr sz="1875" b="0">
                <a:solidFill>
                  <a:srgbClr val="142B3D"/>
                </a:solidFill>
                <a:latin typeface="Avenir Next"/>
                <a:ea typeface="Avenir Next"/>
                <a:cs typeface="Avenir Next"/>
              </a:defRPr>
            </a:lvl9pPr>
          </a:lstStyle>
          <a:p xmlns:a="http://schemas.openxmlformats.org/drawingml/2006/main">
            <a:pPr algn="l">
              <a:defRPr sz="1875" b="0">
                <a:solidFill>
                  <a:srgbClr val="142B3D"/>
                </a:solidFill>
                <a:latin typeface="Avenir Next"/>
                <a:ea typeface="Avenir Next"/>
                <a:cs typeface="Avenir Next"/>
              </a:defRPr>
            </a:pPr>
            <a:r>
              <a:rPr sz="1875" b="0">
                <a:solidFill>
                  <a:srgbClr val="142B3D"/>
                </a:solidFill>
                <a:latin typeface="Avenir Next"/>
                <a:ea typeface="Avenir Next"/>
                <a:cs typeface="Avenir Next"/>
              </a:rPr>
              <a:t>• SolicitudesPage.resource</a:t>
            </a:r>
          </a:p>
        </p:txBody>
      </p:sp>
      <p:sp>
        <p:nvSpPr>
          <p:cNvPr id="12" name="">
            <a:extLst xmlns:a="http://schemas.openxmlformats.org/drawingml/2006/main">
              <a:ext uri="{FF2B5EF4-FFF2-40B4-BE49-F238E27FC236}">
                <a16:creationId xmlns:a16="http://schemas.microsoft.com/office/drawing/2014/main" id="{76EBB88C-A85F-4B15-BE69-EEC109F10DCD}"/>
              </a:ext>
            </a:extLst>
          </p:cNvPr>
          <p:cNvSpPr>
            <a:spLocks xmlns:a="http://schemas.openxmlformats.org/drawingml/2006/main" noGrp="1"/>
          </p:cNvSpPr>
          <p:nvPr/>
        </p:nvSpPr>
        <p:spPr>
          <a:xfrm xmlns:a="http://schemas.openxmlformats.org/drawingml/2006/main">
            <a:off x="6191250" y="3981450"/>
            <a:ext cx="476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0">
                <a:solidFill>
                  <a:srgbClr val="142B3D"/>
                </a:solidFill>
                <a:latin typeface="Avenir Next"/>
                <a:ea typeface="Avenir Next"/>
                <a:cs typeface="Avenir Next"/>
              </a:defRPr>
            </a:defPPr>
            <a:lvl1pPr algn="l">
              <a:defRPr sz="1875" b="0">
                <a:solidFill>
                  <a:srgbClr val="142B3D"/>
                </a:solidFill>
                <a:latin typeface="Avenir Next"/>
                <a:ea typeface="Avenir Next"/>
                <a:cs typeface="Avenir Next"/>
              </a:defRPr>
            </a:lvl1pPr>
            <a:lvl2pPr algn="l">
              <a:defRPr sz="1875" b="0">
                <a:solidFill>
                  <a:srgbClr val="142B3D"/>
                </a:solidFill>
                <a:latin typeface="Avenir Next"/>
                <a:ea typeface="Avenir Next"/>
                <a:cs typeface="Avenir Next"/>
              </a:defRPr>
            </a:lvl2pPr>
            <a:lvl3pPr algn="l">
              <a:defRPr sz="1875" b="0">
                <a:solidFill>
                  <a:srgbClr val="142B3D"/>
                </a:solidFill>
                <a:latin typeface="Avenir Next"/>
                <a:ea typeface="Avenir Next"/>
                <a:cs typeface="Avenir Next"/>
              </a:defRPr>
            </a:lvl3pPr>
            <a:lvl4pPr algn="l">
              <a:defRPr sz="1875" b="0">
                <a:solidFill>
                  <a:srgbClr val="142B3D"/>
                </a:solidFill>
                <a:latin typeface="Avenir Next"/>
                <a:ea typeface="Avenir Next"/>
                <a:cs typeface="Avenir Next"/>
              </a:defRPr>
            </a:lvl4pPr>
            <a:lvl5pPr algn="l">
              <a:defRPr sz="1875" b="0">
                <a:solidFill>
                  <a:srgbClr val="142B3D"/>
                </a:solidFill>
                <a:latin typeface="Avenir Next"/>
                <a:ea typeface="Avenir Next"/>
                <a:cs typeface="Avenir Next"/>
              </a:defRPr>
            </a:lvl5pPr>
            <a:lvl6pPr algn="l">
              <a:defRPr sz="1875" b="0">
                <a:solidFill>
                  <a:srgbClr val="142B3D"/>
                </a:solidFill>
                <a:latin typeface="Avenir Next"/>
                <a:ea typeface="Avenir Next"/>
                <a:cs typeface="Avenir Next"/>
              </a:defRPr>
            </a:lvl6pPr>
            <a:lvl7pPr algn="l">
              <a:defRPr sz="1875" b="0">
                <a:solidFill>
                  <a:srgbClr val="142B3D"/>
                </a:solidFill>
                <a:latin typeface="Avenir Next"/>
                <a:ea typeface="Avenir Next"/>
                <a:cs typeface="Avenir Next"/>
              </a:defRPr>
            </a:lvl7pPr>
            <a:lvl8pPr algn="l">
              <a:defRPr sz="1875" b="0">
                <a:solidFill>
                  <a:srgbClr val="142B3D"/>
                </a:solidFill>
                <a:latin typeface="Avenir Next"/>
                <a:ea typeface="Avenir Next"/>
                <a:cs typeface="Avenir Next"/>
              </a:defRPr>
            </a:lvl8pPr>
            <a:lvl9pPr algn="l">
              <a:defRPr sz="1875" b="0">
                <a:solidFill>
                  <a:srgbClr val="142B3D"/>
                </a:solidFill>
                <a:latin typeface="Avenir Next"/>
                <a:ea typeface="Avenir Next"/>
                <a:cs typeface="Avenir Next"/>
              </a:defRPr>
            </a:lvl9pPr>
          </a:lstStyle>
          <a:p xmlns:a="http://schemas.openxmlformats.org/drawingml/2006/main">
            <a:pPr algn="l">
              <a:defRPr sz="1875" b="0">
                <a:solidFill>
                  <a:srgbClr val="142B3D"/>
                </a:solidFill>
                <a:latin typeface="Avenir Next"/>
                <a:ea typeface="Avenir Next"/>
                <a:cs typeface="Avenir Next"/>
              </a:defRPr>
            </a:pPr>
            <a:r>
              <a:rPr sz="1875" b="0">
                <a:solidFill>
                  <a:srgbClr val="142B3D"/>
                </a:solidFill>
                <a:latin typeface="Avenir Next"/>
                <a:ea typeface="Avenir Next"/>
                <a:cs typeface="Avenir Next"/>
              </a:rPr>
              <a:t>• InicioPage.resource</a:t>
            </a:r>
          </a:p>
        </p:txBody>
      </p:sp>
      <p:sp>
        <p:nvSpPr>
          <p:cNvPr id="13" name="">
            <a:extLst xmlns:a="http://schemas.openxmlformats.org/drawingml/2006/main">
              <a:ext uri="{FF2B5EF4-FFF2-40B4-BE49-F238E27FC236}">
                <a16:creationId xmlns:a16="http://schemas.microsoft.com/office/drawing/2014/main" id="{C1799404-AC26-4242-BCCE-A8D539705795}"/>
              </a:ext>
            </a:extLst>
          </p:cNvPr>
          <p:cNvSpPr>
            <a:spLocks xmlns:a="http://schemas.openxmlformats.org/drawingml/2006/main" noGrp="1"/>
          </p:cNvSpPr>
          <p:nvPr/>
        </p:nvSpPr>
        <p:spPr>
          <a:xfrm xmlns:a="http://schemas.openxmlformats.org/drawingml/2006/main">
            <a:off x="714375" y="5429250"/>
            <a:ext cx="10382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0A7777"/>
                </a:solidFill>
                <a:latin typeface="Avenir Next"/>
                <a:ea typeface="Avenir Next"/>
                <a:cs typeface="Avenir Next"/>
              </a:defRPr>
            </a:defPPr>
            <a:lvl1pPr algn="l">
              <a:defRPr sz="1875" b="1">
                <a:solidFill>
                  <a:srgbClr val="0A7777"/>
                </a:solidFill>
                <a:latin typeface="Avenir Next"/>
                <a:ea typeface="Avenir Next"/>
                <a:cs typeface="Avenir Next"/>
              </a:defRPr>
            </a:lvl1pPr>
            <a:lvl2pPr algn="l">
              <a:defRPr sz="1875" b="1">
                <a:solidFill>
                  <a:srgbClr val="0A7777"/>
                </a:solidFill>
                <a:latin typeface="Avenir Next"/>
                <a:ea typeface="Avenir Next"/>
                <a:cs typeface="Avenir Next"/>
              </a:defRPr>
            </a:lvl2pPr>
            <a:lvl3pPr algn="l">
              <a:defRPr sz="1875" b="1">
                <a:solidFill>
                  <a:srgbClr val="0A7777"/>
                </a:solidFill>
                <a:latin typeface="Avenir Next"/>
                <a:ea typeface="Avenir Next"/>
                <a:cs typeface="Avenir Next"/>
              </a:defRPr>
            </a:lvl3pPr>
            <a:lvl4pPr algn="l">
              <a:defRPr sz="1875" b="1">
                <a:solidFill>
                  <a:srgbClr val="0A7777"/>
                </a:solidFill>
                <a:latin typeface="Avenir Next"/>
                <a:ea typeface="Avenir Next"/>
                <a:cs typeface="Avenir Next"/>
              </a:defRPr>
            </a:lvl4pPr>
            <a:lvl5pPr algn="l">
              <a:defRPr sz="1875" b="1">
                <a:solidFill>
                  <a:srgbClr val="0A7777"/>
                </a:solidFill>
                <a:latin typeface="Avenir Next"/>
                <a:ea typeface="Avenir Next"/>
                <a:cs typeface="Avenir Next"/>
              </a:defRPr>
            </a:lvl5pPr>
            <a:lvl6pPr algn="l">
              <a:defRPr sz="1875" b="1">
                <a:solidFill>
                  <a:srgbClr val="0A7777"/>
                </a:solidFill>
                <a:latin typeface="Avenir Next"/>
                <a:ea typeface="Avenir Next"/>
                <a:cs typeface="Avenir Next"/>
              </a:defRPr>
            </a:lvl6pPr>
            <a:lvl7pPr algn="l">
              <a:defRPr sz="1875" b="1">
                <a:solidFill>
                  <a:srgbClr val="0A7777"/>
                </a:solidFill>
                <a:latin typeface="Avenir Next"/>
                <a:ea typeface="Avenir Next"/>
                <a:cs typeface="Avenir Next"/>
              </a:defRPr>
            </a:lvl7pPr>
            <a:lvl8pPr algn="l">
              <a:defRPr sz="1875" b="1">
                <a:solidFill>
                  <a:srgbClr val="0A7777"/>
                </a:solidFill>
                <a:latin typeface="Avenir Next"/>
                <a:ea typeface="Avenir Next"/>
                <a:cs typeface="Avenir Next"/>
              </a:defRPr>
            </a:lvl8pPr>
            <a:lvl9pPr algn="l">
              <a:defRPr sz="1875" b="1">
                <a:solidFill>
                  <a:srgbClr val="0A7777"/>
                </a:solidFill>
                <a:latin typeface="Avenir Next"/>
                <a:ea typeface="Avenir Next"/>
                <a:cs typeface="Avenir Next"/>
              </a:defRPr>
            </a:lvl9pPr>
          </a:lstStyle>
          <a:p xmlns:a="http://schemas.openxmlformats.org/drawingml/2006/main">
            <a:pPr algn="l">
              <a:defRPr sz="1875" b="1">
                <a:solidFill>
                  <a:srgbClr val="0A7777"/>
                </a:solidFill>
                <a:latin typeface="Avenir Next"/>
                <a:ea typeface="Avenir Next"/>
                <a:cs typeface="Avenir Next"/>
              </a:defRPr>
            </a:pPr>
            <a:r>
              <a:rPr sz="1875" b="1">
                <a:solidFill>
                  <a:srgbClr val="0A7777"/>
                </a:solidFill>
                <a:latin typeface="Avenir Next"/>
                <a:ea typeface="Avenir Next"/>
                <a:cs typeface="Avenir Next"/>
              </a:rPr>
              <a:t>Un cambio de selector se corrige en el recurso de esa pantalla.</a:t>
            </a:r>
          </a:p>
        </p:txBody>
      </p:sp>
    </p:spTree>
    <p:extLst>
      <p:ext uri="{BB962C8B-B14F-4D97-AF65-F5344CB8AC3E}">
        <p14:creationId xmlns:p14="http://schemas.microsoft.com/office/powerpoint/2010/main" val="44498476"/>
      </p:ext>
    </p:extLst>
  </p:cSld>
</p:sld>
</file>

<file path=ppt/slides/slide6.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50730535-BBAD-44DB-B753-4B763F9532B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A777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39D8CAF-CE91-47B8-99D9-2A50F11278A2}"/>
              </a:ext>
            </a:extLst>
          </p:cNvPr>
          <p:cNvSpPr>
            <a:spLocks xmlns:a="http://schemas.openxmlformats.org/drawingml/2006/main" noGrp="1"/>
          </p:cNvSpPr>
          <p:nvPr/>
        </p:nvSpPr>
        <p:spPr>
          <a:xfrm xmlns:a="http://schemas.openxmlformats.org/drawingml/2006/main">
            <a:off x="666750" y="428625"/>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000" b="1">
                <a:solidFill>
                  <a:srgbClr val="142B3D"/>
                </a:solidFill>
                <a:latin typeface="Avenir Next"/>
                <a:ea typeface="Avenir Next"/>
                <a:cs typeface="Avenir Next"/>
              </a:defRPr>
            </a:defPPr>
            <a:lvl1pPr algn="l">
              <a:defRPr sz="3000" b="1">
                <a:solidFill>
                  <a:srgbClr val="142B3D"/>
                </a:solidFill>
                <a:latin typeface="Avenir Next"/>
                <a:ea typeface="Avenir Next"/>
                <a:cs typeface="Avenir Next"/>
              </a:defRPr>
            </a:lvl1pPr>
            <a:lvl2pPr algn="l">
              <a:defRPr sz="3000" b="1">
                <a:solidFill>
                  <a:srgbClr val="142B3D"/>
                </a:solidFill>
                <a:latin typeface="Avenir Next"/>
                <a:ea typeface="Avenir Next"/>
                <a:cs typeface="Avenir Next"/>
              </a:defRPr>
            </a:lvl2pPr>
            <a:lvl3pPr algn="l">
              <a:defRPr sz="3000" b="1">
                <a:solidFill>
                  <a:srgbClr val="142B3D"/>
                </a:solidFill>
                <a:latin typeface="Avenir Next"/>
                <a:ea typeface="Avenir Next"/>
                <a:cs typeface="Avenir Next"/>
              </a:defRPr>
            </a:lvl3pPr>
            <a:lvl4pPr algn="l">
              <a:defRPr sz="3000" b="1">
                <a:solidFill>
                  <a:srgbClr val="142B3D"/>
                </a:solidFill>
                <a:latin typeface="Avenir Next"/>
                <a:ea typeface="Avenir Next"/>
                <a:cs typeface="Avenir Next"/>
              </a:defRPr>
            </a:lvl4pPr>
            <a:lvl5pPr algn="l">
              <a:defRPr sz="3000" b="1">
                <a:solidFill>
                  <a:srgbClr val="142B3D"/>
                </a:solidFill>
                <a:latin typeface="Avenir Next"/>
                <a:ea typeface="Avenir Next"/>
                <a:cs typeface="Avenir Next"/>
              </a:defRPr>
            </a:lvl5pPr>
            <a:lvl6pPr algn="l">
              <a:defRPr sz="3000" b="1">
                <a:solidFill>
                  <a:srgbClr val="142B3D"/>
                </a:solidFill>
                <a:latin typeface="Avenir Next"/>
                <a:ea typeface="Avenir Next"/>
                <a:cs typeface="Avenir Next"/>
              </a:defRPr>
            </a:lvl6pPr>
            <a:lvl7pPr algn="l">
              <a:defRPr sz="3000" b="1">
                <a:solidFill>
                  <a:srgbClr val="142B3D"/>
                </a:solidFill>
                <a:latin typeface="Avenir Next"/>
                <a:ea typeface="Avenir Next"/>
                <a:cs typeface="Avenir Next"/>
              </a:defRPr>
            </a:lvl7pPr>
            <a:lvl8pPr algn="l">
              <a:defRPr sz="3000" b="1">
                <a:solidFill>
                  <a:srgbClr val="142B3D"/>
                </a:solidFill>
                <a:latin typeface="Avenir Next"/>
                <a:ea typeface="Avenir Next"/>
                <a:cs typeface="Avenir Next"/>
              </a:defRPr>
            </a:lvl8pPr>
            <a:lvl9pPr algn="l">
              <a:defRPr sz="3000" b="1">
                <a:solidFill>
                  <a:srgbClr val="142B3D"/>
                </a:solidFill>
                <a:latin typeface="Avenir Next"/>
                <a:ea typeface="Avenir Next"/>
                <a:cs typeface="Avenir Next"/>
              </a:defRPr>
            </a:lvl9pPr>
          </a:lstStyle>
          <a:p xmlns:a="http://schemas.openxmlformats.org/drawingml/2006/main">
            <a:pPr algn="l">
              <a:defRPr sz="3000" b="1">
                <a:solidFill>
                  <a:srgbClr val="142B3D"/>
                </a:solidFill>
                <a:latin typeface="Avenir Next"/>
                <a:ea typeface="Avenir Next"/>
                <a:cs typeface="Avenir Next"/>
              </a:defRPr>
            </a:pPr>
            <a:r>
              <a:rPr sz="3000" b="1">
                <a:solidFill>
                  <a:srgbClr val="142B3D"/>
                </a:solidFill>
                <a:latin typeface="Avenir Next"/>
                <a:ea typeface="Avenir Next"/>
                <a:cs typeface="Avenir Next"/>
              </a:rPr>
              <a:t>Happy path de Qolqe G4</a:t>
            </a:r>
          </a:p>
        </p:txBody>
      </p:sp>
      <p:sp>
        <p:nvSpPr>
          <p:cNvPr id="3" name="">
            <a:extLst xmlns:a="http://schemas.openxmlformats.org/drawingml/2006/main">
              <a:ext uri="{FF2B5EF4-FFF2-40B4-BE49-F238E27FC236}">
                <a16:creationId xmlns:a16="http://schemas.microsoft.com/office/drawing/2014/main" id="{FD5B0AB2-269E-4348-9265-030D761C1DE2}"/>
              </a:ext>
            </a:extLst>
          </p:cNvPr>
          <p:cNvSpPr>
            <a:spLocks xmlns:a="http://schemas.openxmlformats.org/drawingml/2006/main" noGrp="1"/>
          </p:cNvSpPr>
          <p:nvPr/>
        </p:nvSpPr>
        <p:spPr>
          <a:xfrm xmlns:a="http://schemas.openxmlformats.org/drawingml/2006/main">
            <a:off x="666750" y="1257300"/>
            <a:ext cx="10668000" cy="19050"/>
          </a:xfrm>
          <a:prstGeom xmlns:a="http://schemas.openxmlformats.org/drawingml/2006/main" prst="rect">
            <a:avLst/>
          </a:prstGeom>
          <a:solidFill xmlns:a="http://schemas.openxmlformats.org/drawingml/2006/main">
            <a:srgbClr val="B9C8C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91C6184-1FB6-437A-9A12-693EF3313240}"/>
              </a:ext>
            </a:extLst>
          </p:cNvPr>
          <p:cNvSpPr>
            <a:spLocks xmlns:a="http://schemas.openxmlformats.org/drawingml/2006/main" noGrp="1"/>
          </p:cNvSpPr>
          <p:nvPr/>
        </p:nvSpPr>
        <p:spPr>
          <a:xfrm xmlns:a="http://schemas.openxmlformats.org/drawingml/2006/main">
            <a:off x="10858500" y="630555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526271"/>
                </a:solidFill>
                <a:latin typeface="Avenir Next"/>
                <a:ea typeface="Avenir Next"/>
                <a:cs typeface="Avenir Next"/>
              </a:defRPr>
            </a:defPPr>
            <a:lvl1pPr algn="r">
              <a:defRPr sz="1125" b="1">
                <a:solidFill>
                  <a:srgbClr val="526271"/>
                </a:solidFill>
                <a:latin typeface="Avenir Next"/>
                <a:ea typeface="Avenir Next"/>
                <a:cs typeface="Avenir Next"/>
              </a:defRPr>
            </a:lvl1pPr>
            <a:lvl2pPr algn="r">
              <a:defRPr sz="1125" b="1">
                <a:solidFill>
                  <a:srgbClr val="526271"/>
                </a:solidFill>
                <a:latin typeface="Avenir Next"/>
                <a:ea typeface="Avenir Next"/>
                <a:cs typeface="Avenir Next"/>
              </a:defRPr>
            </a:lvl2pPr>
            <a:lvl3pPr algn="r">
              <a:defRPr sz="1125" b="1">
                <a:solidFill>
                  <a:srgbClr val="526271"/>
                </a:solidFill>
                <a:latin typeface="Avenir Next"/>
                <a:ea typeface="Avenir Next"/>
                <a:cs typeface="Avenir Next"/>
              </a:defRPr>
            </a:lvl3pPr>
            <a:lvl4pPr algn="r">
              <a:defRPr sz="1125" b="1">
                <a:solidFill>
                  <a:srgbClr val="526271"/>
                </a:solidFill>
                <a:latin typeface="Avenir Next"/>
                <a:ea typeface="Avenir Next"/>
                <a:cs typeface="Avenir Next"/>
              </a:defRPr>
            </a:lvl4pPr>
            <a:lvl5pPr algn="r">
              <a:defRPr sz="1125" b="1">
                <a:solidFill>
                  <a:srgbClr val="526271"/>
                </a:solidFill>
                <a:latin typeface="Avenir Next"/>
                <a:ea typeface="Avenir Next"/>
                <a:cs typeface="Avenir Next"/>
              </a:defRPr>
            </a:lvl5pPr>
            <a:lvl6pPr algn="r">
              <a:defRPr sz="1125" b="1">
                <a:solidFill>
                  <a:srgbClr val="526271"/>
                </a:solidFill>
                <a:latin typeface="Avenir Next"/>
                <a:ea typeface="Avenir Next"/>
                <a:cs typeface="Avenir Next"/>
              </a:defRPr>
            </a:lvl6pPr>
            <a:lvl7pPr algn="r">
              <a:defRPr sz="1125" b="1">
                <a:solidFill>
                  <a:srgbClr val="526271"/>
                </a:solidFill>
                <a:latin typeface="Avenir Next"/>
                <a:ea typeface="Avenir Next"/>
                <a:cs typeface="Avenir Next"/>
              </a:defRPr>
            </a:lvl7pPr>
            <a:lvl8pPr algn="r">
              <a:defRPr sz="1125" b="1">
                <a:solidFill>
                  <a:srgbClr val="526271"/>
                </a:solidFill>
                <a:latin typeface="Avenir Next"/>
                <a:ea typeface="Avenir Next"/>
                <a:cs typeface="Avenir Next"/>
              </a:defRPr>
            </a:lvl8pPr>
            <a:lvl9pPr algn="r">
              <a:defRPr sz="1125" b="1">
                <a:solidFill>
                  <a:srgbClr val="526271"/>
                </a:solidFill>
                <a:latin typeface="Avenir Next"/>
                <a:ea typeface="Avenir Next"/>
                <a:cs typeface="Avenir Next"/>
              </a:defRPr>
            </a:lvl9pPr>
          </a:lstStyle>
          <a:p xmlns:a="http://schemas.openxmlformats.org/drawingml/2006/main">
            <a:pPr algn="r">
              <a:defRPr sz="1125" b="1">
                <a:solidFill>
                  <a:srgbClr val="526271"/>
                </a:solidFill>
                <a:latin typeface="Avenir Next"/>
                <a:ea typeface="Avenir Next"/>
                <a:cs typeface="Avenir Next"/>
              </a:defRPr>
            </a:pPr>
            <a:r>
              <a:rPr sz="1125" b="1">
                <a:solidFill>
                  <a:srgbClr val="526271"/>
                </a:solidFill>
                <a:latin typeface="Avenir Next"/>
                <a:ea typeface="Avenir Next"/>
                <a:cs typeface="Avenir Next"/>
              </a:rPr>
              <a:t>06</a:t>
            </a:r>
          </a:p>
        </p:txBody>
      </p:sp>
      <p:sp>
        <p:nvSpPr>
          <p:cNvPr id="5" name="">
            <a:extLst xmlns:a="http://schemas.openxmlformats.org/drawingml/2006/main">
              <a:ext uri="{FF2B5EF4-FFF2-40B4-BE49-F238E27FC236}">
                <a16:creationId xmlns:a16="http://schemas.microsoft.com/office/drawing/2014/main" id="{583DF4EA-5055-41C4-8967-B3B959FD9DDE}"/>
              </a:ext>
            </a:extLst>
          </p:cNvPr>
          <p:cNvSpPr>
            <a:spLocks xmlns:a="http://schemas.openxmlformats.org/drawingml/2006/main" noGrp="1"/>
          </p:cNvSpPr>
          <p:nvPr/>
        </p:nvSpPr>
        <p:spPr>
          <a:xfrm xmlns:a="http://schemas.openxmlformats.org/drawingml/2006/main">
            <a:off x="714375" y="1952625"/>
            <a:ext cx="1638300" cy="600075"/>
          </a:xfrm>
          <a:prstGeom xmlns:a="http://schemas.openxmlformats.org/drawingml/2006/main" prst="roundRect">
            <a:avLst>
              <a:gd name="adj" fmla="val 12698"/>
            </a:avLst>
          </a:prstGeom>
          <a:solidFill xmlns:a="http://schemas.openxmlformats.org/drawingml/2006/main">
            <a:srgbClr val="DCECE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6D6EB13-EA20-41AB-9746-EA23F6008ECA}"/>
              </a:ext>
            </a:extLst>
          </p:cNvPr>
          <p:cNvSpPr>
            <a:spLocks xmlns:a="http://schemas.openxmlformats.org/drawingml/2006/main" noGrp="1"/>
          </p:cNvSpPr>
          <p:nvPr/>
        </p:nvSpPr>
        <p:spPr>
          <a:xfrm xmlns:a="http://schemas.openxmlformats.org/drawingml/2006/main">
            <a:off x="866775" y="2047875"/>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950" b="1">
                <a:solidFill>
                  <a:srgbClr val="0A7777"/>
                </a:solidFill>
                <a:latin typeface="Avenir Next"/>
                <a:ea typeface="Avenir Next"/>
                <a:cs typeface="Avenir Next"/>
              </a:defRPr>
            </a:defPPr>
            <a:lvl1pPr algn="l">
              <a:defRPr sz="1950" b="1">
                <a:solidFill>
                  <a:srgbClr val="0A7777"/>
                </a:solidFill>
                <a:latin typeface="Avenir Next"/>
                <a:ea typeface="Avenir Next"/>
                <a:cs typeface="Avenir Next"/>
              </a:defRPr>
            </a:lvl1pPr>
            <a:lvl2pPr algn="l">
              <a:defRPr sz="1950" b="1">
                <a:solidFill>
                  <a:srgbClr val="0A7777"/>
                </a:solidFill>
                <a:latin typeface="Avenir Next"/>
                <a:ea typeface="Avenir Next"/>
                <a:cs typeface="Avenir Next"/>
              </a:defRPr>
            </a:lvl2pPr>
            <a:lvl3pPr algn="l">
              <a:defRPr sz="1950" b="1">
                <a:solidFill>
                  <a:srgbClr val="0A7777"/>
                </a:solidFill>
                <a:latin typeface="Avenir Next"/>
                <a:ea typeface="Avenir Next"/>
                <a:cs typeface="Avenir Next"/>
              </a:defRPr>
            </a:lvl3pPr>
            <a:lvl4pPr algn="l">
              <a:defRPr sz="1950" b="1">
                <a:solidFill>
                  <a:srgbClr val="0A7777"/>
                </a:solidFill>
                <a:latin typeface="Avenir Next"/>
                <a:ea typeface="Avenir Next"/>
                <a:cs typeface="Avenir Next"/>
              </a:defRPr>
            </a:lvl4pPr>
            <a:lvl5pPr algn="l">
              <a:defRPr sz="1950" b="1">
                <a:solidFill>
                  <a:srgbClr val="0A7777"/>
                </a:solidFill>
                <a:latin typeface="Avenir Next"/>
                <a:ea typeface="Avenir Next"/>
                <a:cs typeface="Avenir Next"/>
              </a:defRPr>
            </a:lvl5pPr>
            <a:lvl6pPr algn="l">
              <a:defRPr sz="1950" b="1">
                <a:solidFill>
                  <a:srgbClr val="0A7777"/>
                </a:solidFill>
                <a:latin typeface="Avenir Next"/>
                <a:ea typeface="Avenir Next"/>
                <a:cs typeface="Avenir Next"/>
              </a:defRPr>
            </a:lvl6pPr>
            <a:lvl7pPr algn="l">
              <a:defRPr sz="1950" b="1">
                <a:solidFill>
                  <a:srgbClr val="0A7777"/>
                </a:solidFill>
                <a:latin typeface="Avenir Next"/>
                <a:ea typeface="Avenir Next"/>
                <a:cs typeface="Avenir Next"/>
              </a:defRPr>
            </a:lvl7pPr>
            <a:lvl8pPr algn="l">
              <a:defRPr sz="1950" b="1">
                <a:solidFill>
                  <a:srgbClr val="0A7777"/>
                </a:solidFill>
                <a:latin typeface="Avenir Next"/>
                <a:ea typeface="Avenir Next"/>
                <a:cs typeface="Avenir Next"/>
              </a:defRPr>
            </a:lvl8pPr>
            <a:lvl9pPr algn="l">
              <a:defRPr sz="1950" b="1">
                <a:solidFill>
                  <a:srgbClr val="0A7777"/>
                </a:solidFill>
                <a:latin typeface="Avenir Next"/>
                <a:ea typeface="Avenir Next"/>
                <a:cs typeface="Avenir Next"/>
              </a:defRPr>
            </a:lvl9pPr>
          </a:lstStyle>
          <a:p xmlns:a="http://schemas.openxmlformats.org/drawingml/2006/main">
            <a:pPr algn="l">
              <a:defRPr sz="1950" b="1">
                <a:solidFill>
                  <a:srgbClr val="0A7777"/>
                </a:solidFill>
                <a:latin typeface="Avenir Next"/>
                <a:ea typeface="Avenir Next"/>
                <a:cs typeface="Avenir Next"/>
              </a:defRPr>
            </a:pPr>
            <a:r>
              <a:rPr sz="1950" b="1">
                <a:solidFill>
                  <a:srgbClr val="0A7777"/>
                </a:solidFill>
                <a:latin typeface="Avenir Next"/>
                <a:ea typeface="Avenir Next"/>
                <a:cs typeface="Avenir Next"/>
              </a:rPr>
              <a:t>1</a:t>
            </a:r>
          </a:p>
        </p:txBody>
      </p:sp>
      <p:sp>
        <p:nvSpPr>
          <p:cNvPr id="7" name="">
            <a:extLst xmlns:a="http://schemas.openxmlformats.org/drawingml/2006/main">
              <a:ext uri="{FF2B5EF4-FFF2-40B4-BE49-F238E27FC236}">
                <a16:creationId xmlns:a16="http://schemas.microsoft.com/office/drawing/2014/main" id="{3BE7D450-E118-484D-9FBC-C607E6B5C269}"/>
              </a:ext>
            </a:extLst>
          </p:cNvPr>
          <p:cNvSpPr>
            <a:spLocks xmlns:a="http://schemas.openxmlformats.org/drawingml/2006/main" noGrp="1"/>
          </p:cNvSpPr>
          <p:nvPr/>
        </p:nvSpPr>
        <p:spPr>
          <a:xfrm xmlns:a="http://schemas.openxmlformats.org/drawingml/2006/main">
            <a:off x="714375" y="2762250"/>
            <a:ext cx="17526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42B3D"/>
                </a:solidFill>
                <a:latin typeface="Avenir Next"/>
                <a:ea typeface="Avenir Next"/>
                <a:cs typeface="Avenir Next"/>
              </a:defRPr>
            </a:defPPr>
            <a:lvl1pPr algn="l">
              <a:defRPr sz="1725" b="1">
                <a:solidFill>
                  <a:srgbClr val="142B3D"/>
                </a:solidFill>
                <a:latin typeface="Avenir Next"/>
                <a:ea typeface="Avenir Next"/>
                <a:cs typeface="Avenir Next"/>
              </a:defRPr>
            </a:lvl1pPr>
            <a:lvl2pPr algn="l">
              <a:defRPr sz="1725" b="1">
                <a:solidFill>
                  <a:srgbClr val="142B3D"/>
                </a:solidFill>
                <a:latin typeface="Avenir Next"/>
                <a:ea typeface="Avenir Next"/>
                <a:cs typeface="Avenir Next"/>
              </a:defRPr>
            </a:lvl2pPr>
            <a:lvl3pPr algn="l">
              <a:defRPr sz="1725" b="1">
                <a:solidFill>
                  <a:srgbClr val="142B3D"/>
                </a:solidFill>
                <a:latin typeface="Avenir Next"/>
                <a:ea typeface="Avenir Next"/>
                <a:cs typeface="Avenir Next"/>
              </a:defRPr>
            </a:lvl3pPr>
            <a:lvl4pPr algn="l">
              <a:defRPr sz="1725" b="1">
                <a:solidFill>
                  <a:srgbClr val="142B3D"/>
                </a:solidFill>
                <a:latin typeface="Avenir Next"/>
                <a:ea typeface="Avenir Next"/>
                <a:cs typeface="Avenir Next"/>
              </a:defRPr>
            </a:lvl4pPr>
            <a:lvl5pPr algn="l">
              <a:defRPr sz="1725" b="1">
                <a:solidFill>
                  <a:srgbClr val="142B3D"/>
                </a:solidFill>
                <a:latin typeface="Avenir Next"/>
                <a:ea typeface="Avenir Next"/>
                <a:cs typeface="Avenir Next"/>
              </a:defRPr>
            </a:lvl5pPr>
            <a:lvl6pPr algn="l">
              <a:defRPr sz="1725" b="1">
                <a:solidFill>
                  <a:srgbClr val="142B3D"/>
                </a:solidFill>
                <a:latin typeface="Avenir Next"/>
                <a:ea typeface="Avenir Next"/>
                <a:cs typeface="Avenir Next"/>
              </a:defRPr>
            </a:lvl6pPr>
            <a:lvl7pPr algn="l">
              <a:defRPr sz="1725" b="1">
                <a:solidFill>
                  <a:srgbClr val="142B3D"/>
                </a:solidFill>
                <a:latin typeface="Avenir Next"/>
                <a:ea typeface="Avenir Next"/>
                <a:cs typeface="Avenir Next"/>
              </a:defRPr>
            </a:lvl7pPr>
            <a:lvl8pPr algn="l">
              <a:defRPr sz="1725" b="1">
                <a:solidFill>
                  <a:srgbClr val="142B3D"/>
                </a:solidFill>
                <a:latin typeface="Avenir Next"/>
                <a:ea typeface="Avenir Next"/>
                <a:cs typeface="Avenir Next"/>
              </a:defRPr>
            </a:lvl8pPr>
            <a:lvl9pPr algn="l">
              <a:defRPr sz="1725" b="1">
                <a:solidFill>
                  <a:srgbClr val="142B3D"/>
                </a:solidFill>
                <a:latin typeface="Avenir Next"/>
                <a:ea typeface="Avenir Next"/>
                <a:cs typeface="Avenir Next"/>
              </a:defRPr>
            </a:lvl9pPr>
          </a:lstStyle>
          <a:p xmlns:a="http://schemas.openxmlformats.org/drawingml/2006/main">
            <a:pPr algn="l">
              <a:defRPr sz="1725" b="1">
                <a:solidFill>
                  <a:srgbClr val="142B3D"/>
                </a:solidFill>
                <a:latin typeface="Avenir Next"/>
                <a:ea typeface="Avenir Next"/>
                <a:cs typeface="Avenir Next"/>
              </a:defRPr>
            </a:pPr>
            <a:r>
              <a:rPr sz="1725" b="1">
                <a:solidFill>
                  <a:srgbClr val="142B3D"/>
                </a:solidFill>
                <a:latin typeface="Avenir Next"/>
                <a:ea typeface="Avenir Next"/>
                <a:cs typeface="Avenir Next"/>
              </a:rPr>
              <a:t>Diego ingresa</a:t>
            </a:r>
          </a:p>
        </p:txBody>
      </p:sp>
      <p:sp>
        <p:nvSpPr>
          <p:cNvPr id="8" name="">
            <a:extLst xmlns:a="http://schemas.openxmlformats.org/drawingml/2006/main">
              <a:ext uri="{FF2B5EF4-FFF2-40B4-BE49-F238E27FC236}">
                <a16:creationId xmlns:a16="http://schemas.microsoft.com/office/drawing/2014/main" id="{9A566C77-0B2A-4957-804F-FD98AED37B8D}"/>
              </a:ext>
            </a:extLst>
          </p:cNvPr>
          <p:cNvSpPr>
            <a:spLocks xmlns:a="http://schemas.openxmlformats.org/drawingml/2006/main" noGrp="1"/>
          </p:cNvSpPr>
          <p:nvPr/>
        </p:nvSpPr>
        <p:spPr>
          <a:xfrm xmlns:a="http://schemas.openxmlformats.org/drawingml/2006/main">
            <a:off x="2428875" y="2057400"/>
            <a:ext cx="3238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0A7777"/>
                </a:solidFill>
                <a:latin typeface="Avenir Next"/>
                <a:ea typeface="Avenir Next"/>
                <a:cs typeface="Avenir Next"/>
              </a:defRPr>
            </a:defPPr>
            <a:lvl1pPr algn="l">
              <a:defRPr sz="2025" b="1">
                <a:solidFill>
                  <a:srgbClr val="0A7777"/>
                </a:solidFill>
                <a:latin typeface="Avenir Next"/>
                <a:ea typeface="Avenir Next"/>
                <a:cs typeface="Avenir Next"/>
              </a:defRPr>
            </a:lvl1pPr>
            <a:lvl2pPr algn="l">
              <a:defRPr sz="2025" b="1">
                <a:solidFill>
                  <a:srgbClr val="0A7777"/>
                </a:solidFill>
                <a:latin typeface="Avenir Next"/>
                <a:ea typeface="Avenir Next"/>
                <a:cs typeface="Avenir Next"/>
              </a:defRPr>
            </a:lvl2pPr>
            <a:lvl3pPr algn="l">
              <a:defRPr sz="2025" b="1">
                <a:solidFill>
                  <a:srgbClr val="0A7777"/>
                </a:solidFill>
                <a:latin typeface="Avenir Next"/>
                <a:ea typeface="Avenir Next"/>
                <a:cs typeface="Avenir Next"/>
              </a:defRPr>
            </a:lvl3pPr>
            <a:lvl4pPr algn="l">
              <a:defRPr sz="2025" b="1">
                <a:solidFill>
                  <a:srgbClr val="0A7777"/>
                </a:solidFill>
                <a:latin typeface="Avenir Next"/>
                <a:ea typeface="Avenir Next"/>
                <a:cs typeface="Avenir Next"/>
              </a:defRPr>
            </a:lvl4pPr>
            <a:lvl5pPr algn="l">
              <a:defRPr sz="2025" b="1">
                <a:solidFill>
                  <a:srgbClr val="0A7777"/>
                </a:solidFill>
                <a:latin typeface="Avenir Next"/>
                <a:ea typeface="Avenir Next"/>
                <a:cs typeface="Avenir Next"/>
              </a:defRPr>
            </a:lvl5pPr>
            <a:lvl6pPr algn="l">
              <a:defRPr sz="2025" b="1">
                <a:solidFill>
                  <a:srgbClr val="0A7777"/>
                </a:solidFill>
                <a:latin typeface="Avenir Next"/>
                <a:ea typeface="Avenir Next"/>
                <a:cs typeface="Avenir Next"/>
              </a:defRPr>
            </a:lvl6pPr>
            <a:lvl7pPr algn="l">
              <a:defRPr sz="2025" b="1">
                <a:solidFill>
                  <a:srgbClr val="0A7777"/>
                </a:solidFill>
                <a:latin typeface="Avenir Next"/>
                <a:ea typeface="Avenir Next"/>
                <a:cs typeface="Avenir Next"/>
              </a:defRPr>
            </a:lvl7pPr>
            <a:lvl8pPr algn="l">
              <a:defRPr sz="2025" b="1">
                <a:solidFill>
                  <a:srgbClr val="0A7777"/>
                </a:solidFill>
                <a:latin typeface="Avenir Next"/>
                <a:ea typeface="Avenir Next"/>
                <a:cs typeface="Avenir Next"/>
              </a:defRPr>
            </a:lvl8pPr>
            <a:lvl9pPr algn="l">
              <a:defRPr sz="2025" b="1">
                <a:solidFill>
                  <a:srgbClr val="0A7777"/>
                </a:solidFill>
                <a:latin typeface="Avenir Next"/>
                <a:ea typeface="Avenir Next"/>
                <a:cs typeface="Avenir Next"/>
              </a:defRPr>
            </a:lvl9pPr>
          </a:lstStyle>
          <a:p xmlns:a="http://schemas.openxmlformats.org/drawingml/2006/main">
            <a:pPr algn="l">
              <a:defRPr sz="2025" b="1">
                <a:solidFill>
                  <a:srgbClr val="0A7777"/>
                </a:solidFill>
                <a:latin typeface="Avenir Next"/>
                <a:ea typeface="Avenir Next"/>
                <a:cs typeface="Avenir Next"/>
              </a:defRPr>
            </a:pPr>
            <a:r>
              <a:rPr sz="2025" b="1">
                <a:solidFill>
                  <a:srgbClr val="0A7777"/>
                </a:solidFill>
                <a:latin typeface="Avenir Next"/>
                <a:ea typeface="Avenir Next"/>
                <a:cs typeface="Avenir Next"/>
              </a:rPr>
              <a:t>→</a:t>
            </a:r>
          </a:p>
        </p:txBody>
      </p:sp>
      <p:sp>
        <p:nvSpPr>
          <p:cNvPr id="9" name="">
            <a:extLst xmlns:a="http://schemas.openxmlformats.org/drawingml/2006/main">
              <a:ext uri="{FF2B5EF4-FFF2-40B4-BE49-F238E27FC236}">
                <a16:creationId xmlns:a16="http://schemas.microsoft.com/office/drawing/2014/main" id="{AB60BB34-CD5A-41FE-B858-4F7753A1B5B9}"/>
              </a:ext>
            </a:extLst>
          </p:cNvPr>
          <p:cNvSpPr>
            <a:spLocks xmlns:a="http://schemas.openxmlformats.org/drawingml/2006/main" noGrp="1"/>
          </p:cNvSpPr>
          <p:nvPr/>
        </p:nvSpPr>
        <p:spPr>
          <a:xfrm xmlns:a="http://schemas.openxmlformats.org/drawingml/2006/main">
            <a:off x="2809875" y="1952625"/>
            <a:ext cx="1638300" cy="600075"/>
          </a:xfrm>
          <a:prstGeom xmlns:a="http://schemas.openxmlformats.org/drawingml/2006/main" prst="roundRect">
            <a:avLst>
              <a:gd name="adj" fmla="val 12698"/>
            </a:avLst>
          </a:prstGeom>
          <a:solidFill xmlns:a="http://schemas.openxmlformats.org/drawingml/2006/main">
            <a:srgbClr val="DCECE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2E74F14-33C2-4CFA-AF98-52138250C6A5}"/>
              </a:ext>
            </a:extLst>
          </p:cNvPr>
          <p:cNvSpPr>
            <a:spLocks xmlns:a="http://schemas.openxmlformats.org/drawingml/2006/main" noGrp="1"/>
          </p:cNvSpPr>
          <p:nvPr/>
        </p:nvSpPr>
        <p:spPr>
          <a:xfrm xmlns:a="http://schemas.openxmlformats.org/drawingml/2006/main">
            <a:off x="2962275" y="2047875"/>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950" b="1">
                <a:solidFill>
                  <a:srgbClr val="0A7777"/>
                </a:solidFill>
                <a:latin typeface="Avenir Next"/>
                <a:ea typeface="Avenir Next"/>
                <a:cs typeface="Avenir Next"/>
              </a:defRPr>
            </a:defPPr>
            <a:lvl1pPr algn="l">
              <a:defRPr sz="1950" b="1">
                <a:solidFill>
                  <a:srgbClr val="0A7777"/>
                </a:solidFill>
                <a:latin typeface="Avenir Next"/>
                <a:ea typeface="Avenir Next"/>
                <a:cs typeface="Avenir Next"/>
              </a:defRPr>
            </a:lvl1pPr>
            <a:lvl2pPr algn="l">
              <a:defRPr sz="1950" b="1">
                <a:solidFill>
                  <a:srgbClr val="0A7777"/>
                </a:solidFill>
                <a:latin typeface="Avenir Next"/>
                <a:ea typeface="Avenir Next"/>
                <a:cs typeface="Avenir Next"/>
              </a:defRPr>
            </a:lvl2pPr>
            <a:lvl3pPr algn="l">
              <a:defRPr sz="1950" b="1">
                <a:solidFill>
                  <a:srgbClr val="0A7777"/>
                </a:solidFill>
                <a:latin typeface="Avenir Next"/>
                <a:ea typeface="Avenir Next"/>
                <a:cs typeface="Avenir Next"/>
              </a:defRPr>
            </a:lvl3pPr>
            <a:lvl4pPr algn="l">
              <a:defRPr sz="1950" b="1">
                <a:solidFill>
                  <a:srgbClr val="0A7777"/>
                </a:solidFill>
                <a:latin typeface="Avenir Next"/>
                <a:ea typeface="Avenir Next"/>
                <a:cs typeface="Avenir Next"/>
              </a:defRPr>
            </a:lvl4pPr>
            <a:lvl5pPr algn="l">
              <a:defRPr sz="1950" b="1">
                <a:solidFill>
                  <a:srgbClr val="0A7777"/>
                </a:solidFill>
                <a:latin typeface="Avenir Next"/>
                <a:ea typeface="Avenir Next"/>
                <a:cs typeface="Avenir Next"/>
              </a:defRPr>
            </a:lvl5pPr>
            <a:lvl6pPr algn="l">
              <a:defRPr sz="1950" b="1">
                <a:solidFill>
                  <a:srgbClr val="0A7777"/>
                </a:solidFill>
                <a:latin typeface="Avenir Next"/>
                <a:ea typeface="Avenir Next"/>
                <a:cs typeface="Avenir Next"/>
              </a:defRPr>
            </a:lvl6pPr>
            <a:lvl7pPr algn="l">
              <a:defRPr sz="1950" b="1">
                <a:solidFill>
                  <a:srgbClr val="0A7777"/>
                </a:solidFill>
                <a:latin typeface="Avenir Next"/>
                <a:ea typeface="Avenir Next"/>
                <a:cs typeface="Avenir Next"/>
              </a:defRPr>
            </a:lvl7pPr>
            <a:lvl8pPr algn="l">
              <a:defRPr sz="1950" b="1">
                <a:solidFill>
                  <a:srgbClr val="0A7777"/>
                </a:solidFill>
                <a:latin typeface="Avenir Next"/>
                <a:ea typeface="Avenir Next"/>
                <a:cs typeface="Avenir Next"/>
              </a:defRPr>
            </a:lvl8pPr>
            <a:lvl9pPr algn="l">
              <a:defRPr sz="1950" b="1">
                <a:solidFill>
                  <a:srgbClr val="0A7777"/>
                </a:solidFill>
                <a:latin typeface="Avenir Next"/>
                <a:ea typeface="Avenir Next"/>
                <a:cs typeface="Avenir Next"/>
              </a:defRPr>
            </a:lvl9pPr>
          </a:lstStyle>
          <a:p xmlns:a="http://schemas.openxmlformats.org/drawingml/2006/main">
            <a:pPr algn="l">
              <a:defRPr sz="1950" b="1">
                <a:solidFill>
                  <a:srgbClr val="0A7777"/>
                </a:solidFill>
                <a:latin typeface="Avenir Next"/>
                <a:ea typeface="Avenir Next"/>
                <a:cs typeface="Avenir Next"/>
              </a:defRPr>
            </a:pPr>
            <a:r>
              <a:rPr sz="1950" b="1">
                <a:solidFill>
                  <a:srgbClr val="0A7777"/>
                </a:solidFill>
                <a:latin typeface="Avenir Next"/>
                <a:ea typeface="Avenir Next"/>
                <a:cs typeface="Avenir Next"/>
              </a:rPr>
              <a:t>2</a:t>
            </a:r>
          </a:p>
        </p:txBody>
      </p:sp>
      <p:sp>
        <p:nvSpPr>
          <p:cNvPr id="11" name="">
            <a:extLst xmlns:a="http://schemas.openxmlformats.org/drawingml/2006/main">
              <a:ext uri="{FF2B5EF4-FFF2-40B4-BE49-F238E27FC236}">
                <a16:creationId xmlns:a16="http://schemas.microsoft.com/office/drawing/2014/main" id="{DE02BAB9-F96E-4FBA-BBC3-33E0494D8E6F}"/>
              </a:ext>
            </a:extLst>
          </p:cNvPr>
          <p:cNvSpPr>
            <a:spLocks xmlns:a="http://schemas.openxmlformats.org/drawingml/2006/main" noGrp="1"/>
          </p:cNvSpPr>
          <p:nvPr/>
        </p:nvSpPr>
        <p:spPr>
          <a:xfrm xmlns:a="http://schemas.openxmlformats.org/drawingml/2006/main">
            <a:off x="2809875" y="2762250"/>
            <a:ext cx="17526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42B3D"/>
                </a:solidFill>
                <a:latin typeface="Avenir Next"/>
                <a:ea typeface="Avenir Next"/>
                <a:cs typeface="Avenir Next"/>
              </a:defRPr>
            </a:defPPr>
            <a:lvl1pPr algn="l">
              <a:defRPr sz="1725" b="1">
                <a:solidFill>
                  <a:srgbClr val="142B3D"/>
                </a:solidFill>
                <a:latin typeface="Avenir Next"/>
                <a:ea typeface="Avenir Next"/>
                <a:cs typeface="Avenir Next"/>
              </a:defRPr>
            </a:lvl1pPr>
            <a:lvl2pPr algn="l">
              <a:defRPr sz="1725" b="1">
                <a:solidFill>
                  <a:srgbClr val="142B3D"/>
                </a:solidFill>
                <a:latin typeface="Avenir Next"/>
                <a:ea typeface="Avenir Next"/>
                <a:cs typeface="Avenir Next"/>
              </a:defRPr>
            </a:lvl2pPr>
            <a:lvl3pPr algn="l">
              <a:defRPr sz="1725" b="1">
                <a:solidFill>
                  <a:srgbClr val="142B3D"/>
                </a:solidFill>
                <a:latin typeface="Avenir Next"/>
                <a:ea typeface="Avenir Next"/>
                <a:cs typeface="Avenir Next"/>
              </a:defRPr>
            </a:lvl3pPr>
            <a:lvl4pPr algn="l">
              <a:defRPr sz="1725" b="1">
                <a:solidFill>
                  <a:srgbClr val="142B3D"/>
                </a:solidFill>
                <a:latin typeface="Avenir Next"/>
                <a:ea typeface="Avenir Next"/>
                <a:cs typeface="Avenir Next"/>
              </a:defRPr>
            </a:lvl4pPr>
            <a:lvl5pPr algn="l">
              <a:defRPr sz="1725" b="1">
                <a:solidFill>
                  <a:srgbClr val="142B3D"/>
                </a:solidFill>
                <a:latin typeface="Avenir Next"/>
                <a:ea typeface="Avenir Next"/>
                <a:cs typeface="Avenir Next"/>
              </a:defRPr>
            </a:lvl5pPr>
            <a:lvl6pPr algn="l">
              <a:defRPr sz="1725" b="1">
                <a:solidFill>
                  <a:srgbClr val="142B3D"/>
                </a:solidFill>
                <a:latin typeface="Avenir Next"/>
                <a:ea typeface="Avenir Next"/>
                <a:cs typeface="Avenir Next"/>
              </a:defRPr>
            </a:lvl6pPr>
            <a:lvl7pPr algn="l">
              <a:defRPr sz="1725" b="1">
                <a:solidFill>
                  <a:srgbClr val="142B3D"/>
                </a:solidFill>
                <a:latin typeface="Avenir Next"/>
                <a:ea typeface="Avenir Next"/>
                <a:cs typeface="Avenir Next"/>
              </a:defRPr>
            </a:lvl7pPr>
            <a:lvl8pPr algn="l">
              <a:defRPr sz="1725" b="1">
                <a:solidFill>
                  <a:srgbClr val="142B3D"/>
                </a:solidFill>
                <a:latin typeface="Avenir Next"/>
                <a:ea typeface="Avenir Next"/>
                <a:cs typeface="Avenir Next"/>
              </a:defRPr>
            </a:lvl8pPr>
            <a:lvl9pPr algn="l">
              <a:defRPr sz="1725" b="1">
                <a:solidFill>
                  <a:srgbClr val="142B3D"/>
                </a:solidFill>
                <a:latin typeface="Avenir Next"/>
                <a:ea typeface="Avenir Next"/>
                <a:cs typeface="Avenir Next"/>
              </a:defRPr>
            </a:lvl9pPr>
          </a:lstStyle>
          <a:p xmlns:a="http://schemas.openxmlformats.org/drawingml/2006/main">
            <a:pPr algn="l">
              <a:defRPr sz="1725" b="1">
                <a:solidFill>
                  <a:srgbClr val="142B3D"/>
                </a:solidFill>
                <a:latin typeface="Avenir Next"/>
                <a:ea typeface="Avenir Next"/>
                <a:cs typeface="Avenir Next"/>
              </a:defRPr>
            </a:pPr>
            <a:r>
              <a:rPr sz="1725" b="1">
                <a:solidFill>
                  <a:srgbClr val="142B3D"/>
                </a:solidFill>
                <a:latin typeface="Avenir Next"/>
                <a:ea typeface="Avenir Next"/>
                <a:cs typeface="Avenir Next"/>
              </a:rPr>
              <a:t>Agrega a Bruno</a:t>
            </a:r>
          </a:p>
        </p:txBody>
      </p:sp>
      <p:sp>
        <p:nvSpPr>
          <p:cNvPr id="12" name="">
            <a:extLst xmlns:a="http://schemas.openxmlformats.org/drawingml/2006/main">
              <a:ext uri="{FF2B5EF4-FFF2-40B4-BE49-F238E27FC236}">
                <a16:creationId xmlns:a16="http://schemas.microsoft.com/office/drawing/2014/main" id="{E13DD65C-B104-49B8-A863-7E68EFFC54D6}"/>
              </a:ext>
            </a:extLst>
          </p:cNvPr>
          <p:cNvSpPr>
            <a:spLocks xmlns:a="http://schemas.openxmlformats.org/drawingml/2006/main" noGrp="1"/>
          </p:cNvSpPr>
          <p:nvPr/>
        </p:nvSpPr>
        <p:spPr>
          <a:xfrm xmlns:a="http://schemas.openxmlformats.org/drawingml/2006/main">
            <a:off x="4524375" y="2057400"/>
            <a:ext cx="3238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0A7777"/>
                </a:solidFill>
                <a:latin typeface="Avenir Next"/>
                <a:ea typeface="Avenir Next"/>
                <a:cs typeface="Avenir Next"/>
              </a:defRPr>
            </a:defPPr>
            <a:lvl1pPr algn="l">
              <a:defRPr sz="2025" b="1">
                <a:solidFill>
                  <a:srgbClr val="0A7777"/>
                </a:solidFill>
                <a:latin typeface="Avenir Next"/>
                <a:ea typeface="Avenir Next"/>
                <a:cs typeface="Avenir Next"/>
              </a:defRPr>
            </a:lvl1pPr>
            <a:lvl2pPr algn="l">
              <a:defRPr sz="2025" b="1">
                <a:solidFill>
                  <a:srgbClr val="0A7777"/>
                </a:solidFill>
                <a:latin typeface="Avenir Next"/>
                <a:ea typeface="Avenir Next"/>
                <a:cs typeface="Avenir Next"/>
              </a:defRPr>
            </a:lvl2pPr>
            <a:lvl3pPr algn="l">
              <a:defRPr sz="2025" b="1">
                <a:solidFill>
                  <a:srgbClr val="0A7777"/>
                </a:solidFill>
                <a:latin typeface="Avenir Next"/>
                <a:ea typeface="Avenir Next"/>
                <a:cs typeface="Avenir Next"/>
              </a:defRPr>
            </a:lvl3pPr>
            <a:lvl4pPr algn="l">
              <a:defRPr sz="2025" b="1">
                <a:solidFill>
                  <a:srgbClr val="0A7777"/>
                </a:solidFill>
                <a:latin typeface="Avenir Next"/>
                <a:ea typeface="Avenir Next"/>
                <a:cs typeface="Avenir Next"/>
              </a:defRPr>
            </a:lvl4pPr>
            <a:lvl5pPr algn="l">
              <a:defRPr sz="2025" b="1">
                <a:solidFill>
                  <a:srgbClr val="0A7777"/>
                </a:solidFill>
                <a:latin typeface="Avenir Next"/>
                <a:ea typeface="Avenir Next"/>
                <a:cs typeface="Avenir Next"/>
              </a:defRPr>
            </a:lvl5pPr>
            <a:lvl6pPr algn="l">
              <a:defRPr sz="2025" b="1">
                <a:solidFill>
                  <a:srgbClr val="0A7777"/>
                </a:solidFill>
                <a:latin typeface="Avenir Next"/>
                <a:ea typeface="Avenir Next"/>
                <a:cs typeface="Avenir Next"/>
              </a:defRPr>
            </a:lvl6pPr>
            <a:lvl7pPr algn="l">
              <a:defRPr sz="2025" b="1">
                <a:solidFill>
                  <a:srgbClr val="0A7777"/>
                </a:solidFill>
                <a:latin typeface="Avenir Next"/>
                <a:ea typeface="Avenir Next"/>
                <a:cs typeface="Avenir Next"/>
              </a:defRPr>
            </a:lvl7pPr>
            <a:lvl8pPr algn="l">
              <a:defRPr sz="2025" b="1">
                <a:solidFill>
                  <a:srgbClr val="0A7777"/>
                </a:solidFill>
                <a:latin typeface="Avenir Next"/>
                <a:ea typeface="Avenir Next"/>
                <a:cs typeface="Avenir Next"/>
              </a:defRPr>
            </a:lvl8pPr>
            <a:lvl9pPr algn="l">
              <a:defRPr sz="2025" b="1">
                <a:solidFill>
                  <a:srgbClr val="0A7777"/>
                </a:solidFill>
                <a:latin typeface="Avenir Next"/>
                <a:ea typeface="Avenir Next"/>
                <a:cs typeface="Avenir Next"/>
              </a:defRPr>
            </a:lvl9pPr>
          </a:lstStyle>
          <a:p xmlns:a="http://schemas.openxmlformats.org/drawingml/2006/main">
            <a:pPr algn="l">
              <a:defRPr sz="2025" b="1">
                <a:solidFill>
                  <a:srgbClr val="0A7777"/>
                </a:solidFill>
                <a:latin typeface="Avenir Next"/>
                <a:ea typeface="Avenir Next"/>
                <a:cs typeface="Avenir Next"/>
              </a:defRPr>
            </a:pPr>
            <a:r>
              <a:rPr sz="2025" b="1">
                <a:solidFill>
                  <a:srgbClr val="0A7777"/>
                </a:solidFill>
                <a:latin typeface="Avenir Next"/>
                <a:ea typeface="Avenir Next"/>
                <a:cs typeface="Avenir Next"/>
              </a:rPr>
              <a:t>→</a:t>
            </a:r>
          </a:p>
        </p:txBody>
      </p:sp>
      <p:sp>
        <p:nvSpPr>
          <p:cNvPr id="13" name="">
            <a:extLst xmlns:a="http://schemas.openxmlformats.org/drawingml/2006/main">
              <a:ext uri="{FF2B5EF4-FFF2-40B4-BE49-F238E27FC236}">
                <a16:creationId xmlns:a16="http://schemas.microsoft.com/office/drawing/2014/main" id="{0E68C27F-D801-4343-A7E0-E471E84BCAB4}"/>
              </a:ext>
            </a:extLst>
          </p:cNvPr>
          <p:cNvSpPr>
            <a:spLocks xmlns:a="http://schemas.openxmlformats.org/drawingml/2006/main" noGrp="1"/>
          </p:cNvSpPr>
          <p:nvPr/>
        </p:nvSpPr>
        <p:spPr>
          <a:xfrm xmlns:a="http://schemas.openxmlformats.org/drawingml/2006/main">
            <a:off x="4905375" y="1952625"/>
            <a:ext cx="1638300" cy="600075"/>
          </a:xfrm>
          <a:prstGeom xmlns:a="http://schemas.openxmlformats.org/drawingml/2006/main" prst="roundRect">
            <a:avLst>
              <a:gd name="adj" fmla="val 12698"/>
            </a:avLst>
          </a:prstGeom>
          <a:solidFill xmlns:a="http://schemas.openxmlformats.org/drawingml/2006/main">
            <a:srgbClr val="DCECE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DB8A53A-935E-4C5D-82A0-283E305B73E8}"/>
              </a:ext>
            </a:extLst>
          </p:cNvPr>
          <p:cNvSpPr>
            <a:spLocks xmlns:a="http://schemas.openxmlformats.org/drawingml/2006/main" noGrp="1"/>
          </p:cNvSpPr>
          <p:nvPr/>
        </p:nvSpPr>
        <p:spPr>
          <a:xfrm xmlns:a="http://schemas.openxmlformats.org/drawingml/2006/main">
            <a:off x="5057775" y="2047875"/>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950" b="1">
                <a:solidFill>
                  <a:srgbClr val="0A7777"/>
                </a:solidFill>
                <a:latin typeface="Avenir Next"/>
                <a:ea typeface="Avenir Next"/>
                <a:cs typeface="Avenir Next"/>
              </a:defRPr>
            </a:defPPr>
            <a:lvl1pPr algn="l">
              <a:defRPr sz="1950" b="1">
                <a:solidFill>
                  <a:srgbClr val="0A7777"/>
                </a:solidFill>
                <a:latin typeface="Avenir Next"/>
                <a:ea typeface="Avenir Next"/>
                <a:cs typeface="Avenir Next"/>
              </a:defRPr>
            </a:lvl1pPr>
            <a:lvl2pPr algn="l">
              <a:defRPr sz="1950" b="1">
                <a:solidFill>
                  <a:srgbClr val="0A7777"/>
                </a:solidFill>
                <a:latin typeface="Avenir Next"/>
                <a:ea typeface="Avenir Next"/>
                <a:cs typeface="Avenir Next"/>
              </a:defRPr>
            </a:lvl2pPr>
            <a:lvl3pPr algn="l">
              <a:defRPr sz="1950" b="1">
                <a:solidFill>
                  <a:srgbClr val="0A7777"/>
                </a:solidFill>
                <a:latin typeface="Avenir Next"/>
                <a:ea typeface="Avenir Next"/>
                <a:cs typeface="Avenir Next"/>
              </a:defRPr>
            </a:lvl3pPr>
            <a:lvl4pPr algn="l">
              <a:defRPr sz="1950" b="1">
                <a:solidFill>
                  <a:srgbClr val="0A7777"/>
                </a:solidFill>
                <a:latin typeface="Avenir Next"/>
                <a:ea typeface="Avenir Next"/>
                <a:cs typeface="Avenir Next"/>
              </a:defRPr>
            </a:lvl4pPr>
            <a:lvl5pPr algn="l">
              <a:defRPr sz="1950" b="1">
                <a:solidFill>
                  <a:srgbClr val="0A7777"/>
                </a:solidFill>
                <a:latin typeface="Avenir Next"/>
                <a:ea typeface="Avenir Next"/>
                <a:cs typeface="Avenir Next"/>
              </a:defRPr>
            </a:lvl5pPr>
            <a:lvl6pPr algn="l">
              <a:defRPr sz="1950" b="1">
                <a:solidFill>
                  <a:srgbClr val="0A7777"/>
                </a:solidFill>
                <a:latin typeface="Avenir Next"/>
                <a:ea typeface="Avenir Next"/>
                <a:cs typeface="Avenir Next"/>
              </a:defRPr>
            </a:lvl6pPr>
            <a:lvl7pPr algn="l">
              <a:defRPr sz="1950" b="1">
                <a:solidFill>
                  <a:srgbClr val="0A7777"/>
                </a:solidFill>
                <a:latin typeface="Avenir Next"/>
                <a:ea typeface="Avenir Next"/>
                <a:cs typeface="Avenir Next"/>
              </a:defRPr>
            </a:lvl7pPr>
            <a:lvl8pPr algn="l">
              <a:defRPr sz="1950" b="1">
                <a:solidFill>
                  <a:srgbClr val="0A7777"/>
                </a:solidFill>
                <a:latin typeface="Avenir Next"/>
                <a:ea typeface="Avenir Next"/>
                <a:cs typeface="Avenir Next"/>
              </a:defRPr>
            </a:lvl8pPr>
            <a:lvl9pPr algn="l">
              <a:defRPr sz="1950" b="1">
                <a:solidFill>
                  <a:srgbClr val="0A7777"/>
                </a:solidFill>
                <a:latin typeface="Avenir Next"/>
                <a:ea typeface="Avenir Next"/>
                <a:cs typeface="Avenir Next"/>
              </a:defRPr>
            </a:lvl9pPr>
          </a:lstStyle>
          <a:p xmlns:a="http://schemas.openxmlformats.org/drawingml/2006/main">
            <a:pPr algn="l">
              <a:defRPr sz="1950" b="1">
                <a:solidFill>
                  <a:srgbClr val="0A7777"/>
                </a:solidFill>
                <a:latin typeface="Avenir Next"/>
                <a:ea typeface="Avenir Next"/>
                <a:cs typeface="Avenir Next"/>
              </a:defRPr>
            </a:pPr>
            <a:r>
              <a:rPr sz="1950" b="1">
                <a:solidFill>
                  <a:srgbClr val="0A7777"/>
                </a:solidFill>
                <a:latin typeface="Avenir Next"/>
                <a:ea typeface="Avenir Next"/>
                <a:cs typeface="Avenir Next"/>
              </a:rPr>
              <a:t>3</a:t>
            </a:r>
          </a:p>
        </p:txBody>
      </p:sp>
      <p:sp>
        <p:nvSpPr>
          <p:cNvPr id="15" name="">
            <a:extLst xmlns:a="http://schemas.openxmlformats.org/drawingml/2006/main">
              <a:ext uri="{FF2B5EF4-FFF2-40B4-BE49-F238E27FC236}">
                <a16:creationId xmlns:a16="http://schemas.microsoft.com/office/drawing/2014/main" id="{0694BBF6-E788-402E-8244-E561F27948F7}"/>
              </a:ext>
            </a:extLst>
          </p:cNvPr>
          <p:cNvSpPr>
            <a:spLocks xmlns:a="http://schemas.openxmlformats.org/drawingml/2006/main" noGrp="1"/>
          </p:cNvSpPr>
          <p:nvPr/>
        </p:nvSpPr>
        <p:spPr>
          <a:xfrm xmlns:a="http://schemas.openxmlformats.org/drawingml/2006/main">
            <a:off x="4905375" y="2762250"/>
            <a:ext cx="17526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42B3D"/>
                </a:solidFill>
                <a:latin typeface="Avenir Next"/>
                <a:ea typeface="Avenir Next"/>
                <a:cs typeface="Avenir Next"/>
              </a:defRPr>
            </a:defPPr>
            <a:lvl1pPr algn="l">
              <a:defRPr sz="1725" b="1">
                <a:solidFill>
                  <a:srgbClr val="142B3D"/>
                </a:solidFill>
                <a:latin typeface="Avenir Next"/>
                <a:ea typeface="Avenir Next"/>
                <a:cs typeface="Avenir Next"/>
              </a:defRPr>
            </a:lvl1pPr>
            <a:lvl2pPr algn="l">
              <a:defRPr sz="1725" b="1">
                <a:solidFill>
                  <a:srgbClr val="142B3D"/>
                </a:solidFill>
                <a:latin typeface="Avenir Next"/>
                <a:ea typeface="Avenir Next"/>
                <a:cs typeface="Avenir Next"/>
              </a:defRPr>
            </a:lvl2pPr>
            <a:lvl3pPr algn="l">
              <a:defRPr sz="1725" b="1">
                <a:solidFill>
                  <a:srgbClr val="142B3D"/>
                </a:solidFill>
                <a:latin typeface="Avenir Next"/>
                <a:ea typeface="Avenir Next"/>
                <a:cs typeface="Avenir Next"/>
              </a:defRPr>
            </a:lvl3pPr>
            <a:lvl4pPr algn="l">
              <a:defRPr sz="1725" b="1">
                <a:solidFill>
                  <a:srgbClr val="142B3D"/>
                </a:solidFill>
                <a:latin typeface="Avenir Next"/>
                <a:ea typeface="Avenir Next"/>
                <a:cs typeface="Avenir Next"/>
              </a:defRPr>
            </a:lvl4pPr>
            <a:lvl5pPr algn="l">
              <a:defRPr sz="1725" b="1">
                <a:solidFill>
                  <a:srgbClr val="142B3D"/>
                </a:solidFill>
                <a:latin typeface="Avenir Next"/>
                <a:ea typeface="Avenir Next"/>
                <a:cs typeface="Avenir Next"/>
              </a:defRPr>
            </a:lvl5pPr>
            <a:lvl6pPr algn="l">
              <a:defRPr sz="1725" b="1">
                <a:solidFill>
                  <a:srgbClr val="142B3D"/>
                </a:solidFill>
                <a:latin typeface="Avenir Next"/>
                <a:ea typeface="Avenir Next"/>
                <a:cs typeface="Avenir Next"/>
              </a:defRPr>
            </a:lvl6pPr>
            <a:lvl7pPr algn="l">
              <a:defRPr sz="1725" b="1">
                <a:solidFill>
                  <a:srgbClr val="142B3D"/>
                </a:solidFill>
                <a:latin typeface="Avenir Next"/>
                <a:ea typeface="Avenir Next"/>
                <a:cs typeface="Avenir Next"/>
              </a:defRPr>
            </a:lvl7pPr>
            <a:lvl8pPr algn="l">
              <a:defRPr sz="1725" b="1">
                <a:solidFill>
                  <a:srgbClr val="142B3D"/>
                </a:solidFill>
                <a:latin typeface="Avenir Next"/>
                <a:ea typeface="Avenir Next"/>
                <a:cs typeface="Avenir Next"/>
              </a:defRPr>
            </a:lvl8pPr>
            <a:lvl9pPr algn="l">
              <a:defRPr sz="1725" b="1">
                <a:solidFill>
                  <a:srgbClr val="142B3D"/>
                </a:solidFill>
                <a:latin typeface="Avenir Next"/>
                <a:ea typeface="Avenir Next"/>
                <a:cs typeface="Avenir Next"/>
              </a:defRPr>
            </a:lvl9pPr>
          </a:lstStyle>
          <a:p xmlns:a="http://schemas.openxmlformats.org/drawingml/2006/main">
            <a:pPr algn="l">
              <a:defRPr sz="1725" b="1">
                <a:solidFill>
                  <a:srgbClr val="142B3D"/>
                </a:solidFill>
                <a:latin typeface="Avenir Next"/>
                <a:ea typeface="Avenir Next"/>
                <a:cs typeface="Avenir Next"/>
              </a:defRPr>
            </a:pPr>
            <a:r>
              <a:rPr sz="1725" b="1">
                <a:solidFill>
                  <a:srgbClr val="142B3D"/>
                </a:solidFill>
                <a:latin typeface="Avenir Next"/>
                <a:ea typeface="Avenir Next"/>
                <a:cs typeface="Avenir Next"/>
              </a:rPr>
              <a:t>Solicita S/ 25</a:t>
            </a:r>
          </a:p>
        </p:txBody>
      </p:sp>
      <p:sp>
        <p:nvSpPr>
          <p:cNvPr id="16" name="">
            <a:extLst xmlns:a="http://schemas.openxmlformats.org/drawingml/2006/main">
              <a:ext uri="{FF2B5EF4-FFF2-40B4-BE49-F238E27FC236}">
                <a16:creationId xmlns:a16="http://schemas.microsoft.com/office/drawing/2014/main" id="{803D319C-3C80-4757-87B3-B01C9CCCBAA5}"/>
              </a:ext>
            </a:extLst>
          </p:cNvPr>
          <p:cNvSpPr>
            <a:spLocks xmlns:a="http://schemas.openxmlformats.org/drawingml/2006/main" noGrp="1"/>
          </p:cNvSpPr>
          <p:nvPr/>
        </p:nvSpPr>
        <p:spPr>
          <a:xfrm xmlns:a="http://schemas.openxmlformats.org/drawingml/2006/main">
            <a:off x="6619875" y="2057400"/>
            <a:ext cx="3238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0A7777"/>
                </a:solidFill>
                <a:latin typeface="Avenir Next"/>
                <a:ea typeface="Avenir Next"/>
                <a:cs typeface="Avenir Next"/>
              </a:defRPr>
            </a:defPPr>
            <a:lvl1pPr algn="l">
              <a:defRPr sz="2025" b="1">
                <a:solidFill>
                  <a:srgbClr val="0A7777"/>
                </a:solidFill>
                <a:latin typeface="Avenir Next"/>
                <a:ea typeface="Avenir Next"/>
                <a:cs typeface="Avenir Next"/>
              </a:defRPr>
            </a:lvl1pPr>
            <a:lvl2pPr algn="l">
              <a:defRPr sz="2025" b="1">
                <a:solidFill>
                  <a:srgbClr val="0A7777"/>
                </a:solidFill>
                <a:latin typeface="Avenir Next"/>
                <a:ea typeface="Avenir Next"/>
                <a:cs typeface="Avenir Next"/>
              </a:defRPr>
            </a:lvl2pPr>
            <a:lvl3pPr algn="l">
              <a:defRPr sz="2025" b="1">
                <a:solidFill>
                  <a:srgbClr val="0A7777"/>
                </a:solidFill>
                <a:latin typeface="Avenir Next"/>
                <a:ea typeface="Avenir Next"/>
                <a:cs typeface="Avenir Next"/>
              </a:defRPr>
            </a:lvl3pPr>
            <a:lvl4pPr algn="l">
              <a:defRPr sz="2025" b="1">
                <a:solidFill>
                  <a:srgbClr val="0A7777"/>
                </a:solidFill>
                <a:latin typeface="Avenir Next"/>
                <a:ea typeface="Avenir Next"/>
                <a:cs typeface="Avenir Next"/>
              </a:defRPr>
            </a:lvl4pPr>
            <a:lvl5pPr algn="l">
              <a:defRPr sz="2025" b="1">
                <a:solidFill>
                  <a:srgbClr val="0A7777"/>
                </a:solidFill>
                <a:latin typeface="Avenir Next"/>
                <a:ea typeface="Avenir Next"/>
                <a:cs typeface="Avenir Next"/>
              </a:defRPr>
            </a:lvl5pPr>
            <a:lvl6pPr algn="l">
              <a:defRPr sz="2025" b="1">
                <a:solidFill>
                  <a:srgbClr val="0A7777"/>
                </a:solidFill>
                <a:latin typeface="Avenir Next"/>
                <a:ea typeface="Avenir Next"/>
                <a:cs typeface="Avenir Next"/>
              </a:defRPr>
            </a:lvl6pPr>
            <a:lvl7pPr algn="l">
              <a:defRPr sz="2025" b="1">
                <a:solidFill>
                  <a:srgbClr val="0A7777"/>
                </a:solidFill>
                <a:latin typeface="Avenir Next"/>
                <a:ea typeface="Avenir Next"/>
                <a:cs typeface="Avenir Next"/>
              </a:defRPr>
            </a:lvl7pPr>
            <a:lvl8pPr algn="l">
              <a:defRPr sz="2025" b="1">
                <a:solidFill>
                  <a:srgbClr val="0A7777"/>
                </a:solidFill>
                <a:latin typeface="Avenir Next"/>
                <a:ea typeface="Avenir Next"/>
                <a:cs typeface="Avenir Next"/>
              </a:defRPr>
            </a:lvl8pPr>
            <a:lvl9pPr algn="l">
              <a:defRPr sz="2025" b="1">
                <a:solidFill>
                  <a:srgbClr val="0A7777"/>
                </a:solidFill>
                <a:latin typeface="Avenir Next"/>
                <a:ea typeface="Avenir Next"/>
                <a:cs typeface="Avenir Next"/>
              </a:defRPr>
            </a:lvl9pPr>
          </a:lstStyle>
          <a:p xmlns:a="http://schemas.openxmlformats.org/drawingml/2006/main">
            <a:pPr algn="l">
              <a:defRPr sz="2025" b="1">
                <a:solidFill>
                  <a:srgbClr val="0A7777"/>
                </a:solidFill>
                <a:latin typeface="Avenir Next"/>
                <a:ea typeface="Avenir Next"/>
                <a:cs typeface="Avenir Next"/>
              </a:defRPr>
            </a:pPr>
            <a:r>
              <a:rPr sz="2025" b="1">
                <a:solidFill>
                  <a:srgbClr val="0A7777"/>
                </a:solidFill>
                <a:latin typeface="Avenir Next"/>
                <a:ea typeface="Avenir Next"/>
                <a:cs typeface="Avenir Next"/>
              </a:rPr>
              <a:t>→</a:t>
            </a:r>
          </a:p>
        </p:txBody>
      </p:sp>
      <p:sp>
        <p:nvSpPr>
          <p:cNvPr id="17" name="">
            <a:extLst xmlns:a="http://schemas.openxmlformats.org/drawingml/2006/main">
              <a:ext uri="{FF2B5EF4-FFF2-40B4-BE49-F238E27FC236}">
                <a16:creationId xmlns:a16="http://schemas.microsoft.com/office/drawing/2014/main" id="{3EB2EA39-5D0D-4FD7-AD95-35BC228C31A2}"/>
              </a:ext>
            </a:extLst>
          </p:cNvPr>
          <p:cNvSpPr>
            <a:spLocks xmlns:a="http://schemas.openxmlformats.org/drawingml/2006/main" noGrp="1"/>
          </p:cNvSpPr>
          <p:nvPr/>
        </p:nvSpPr>
        <p:spPr>
          <a:xfrm xmlns:a="http://schemas.openxmlformats.org/drawingml/2006/main">
            <a:off x="7000875" y="1952625"/>
            <a:ext cx="1638300" cy="600075"/>
          </a:xfrm>
          <a:prstGeom xmlns:a="http://schemas.openxmlformats.org/drawingml/2006/main" prst="roundRect">
            <a:avLst>
              <a:gd name="adj" fmla="val 12698"/>
            </a:avLst>
          </a:prstGeom>
          <a:solidFill xmlns:a="http://schemas.openxmlformats.org/drawingml/2006/main">
            <a:srgbClr val="0A777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F33934E-2279-45C5-AD8D-522A7E947DDA}"/>
              </a:ext>
            </a:extLst>
          </p:cNvPr>
          <p:cNvSpPr>
            <a:spLocks xmlns:a="http://schemas.openxmlformats.org/drawingml/2006/main" noGrp="1"/>
          </p:cNvSpPr>
          <p:nvPr/>
        </p:nvSpPr>
        <p:spPr>
          <a:xfrm xmlns:a="http://schemas.openxmlformats.org/drawingml/2006/main">
            <a:off x="7153275" y="2047875"/>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950" b="1">
                <a:solidFill>
                  <a:srgbClr val="FFFFFF"/>
                </a:solidFill>
                <a:latin typeface="Avenir Next"/>
                <a:ea typeface="Avenir Next"/>
                <a:cs typeface="Avenir Next"/>
              </a:defRPr>
            </a:defPPr>
            <a:lvl1pPr algn="l">
              <a:defRPr sz="1950" b="1">
                <a:solidFill>
                  <a:srgbClr val="FFFFFF"/>
                </a:solidFill>
                <a:latin typeface="Avenir Next"/>
                <a:ea typeface="Avenir Next"/>
                <a:cs typeface="Avenir Next"/>
              </a:defRPr>
            </a:lvl1pPr>
            <a:lvl2pPr algn="l">
              <a:defRPr sz="1950" b="1">
                <a:solidFill>
                  <a:srgbClr val="FFFFFF"/>
                </a:solidFill>
                <a:latin typeface="Avenir Next"/>
                <a:ea typeface="Avenir Next"/>
                <a:cs typeface="Avenir Next"/>
              </a:defRPr>
            </a:lvl2pPr>
            <a:lvl3pPr algn="l">
              <a:defRPr sz="1950" b="1">
                <a:solidFill>
                  <a:srgbClr val="FFFFFF"/>
                </a:solidFill>
                <a:latin typeface="Avenir Next"/>
                <a:ea typeface="Avenir Next"/>
                <a:cs typeface="Avenir Next"/>
              </a:defRPr>
            </a:lvl3pPr>
            <a:lvl4pPr algn="l">
              <a:defRPr sz="1950" b="1">
                <a:solidFill>
                  <a:srgbClr val="FFFFFF"/>
                </a:solidFill>
                <a:latin typeface="Avenir Next"/>
                <a:ea typeface="Avenir Next"/>
                <a:cs typeface="Avenir Next"/>
              </a:defRPr>
            </a:lvl4pPr>
            <a:lvl5pPr algn="l">
              <a:defRPr sz="1950" b="1">
                <a:solidFill>
                  <a:srgbClr val="FFFFFF"/>
                </a:solidFill>
                <a:latin typeface="Avenir Next"/>
                <a:ea typeface="Avenir Next"/>
                <a:cs typeface="Avenir Next"/>
              </a:defRPr>
            </a:lvl5pPr>
            <a:lvl6pPr algn="l">
              <a:defRPr sz="1950" b="1">
                <a:solidFill>
                  <a:srgbClr val="FFFFFF"/>
                </a:solidFill>
                <a:latin typeface="Avenir Next"/>
                <a:ea typeface="Avenir Next"/>
                <a:cs typeface="Avenir Next"/>
              </a:defRPr>
            </a:lvl6pPr>
            <a:lvl7pPr algn="l">
              <a:defRPr sz="1950" b="1">
                <a:solidFill>
                  <a:srgbClr val="FFFFFF"/>
                </a:solidFill>
                <a:latin typeface="Avenir Next"/>
                <a:ea typeface="Avenir Next"/>
                <a:cs typeface="Avenir Next"/>
              </a:defRPr>
            </a:lvl7pPr>
            <a:lvl8pPr algn="l">
              <a:defRPr sz="1950" b="1">
                <a:solidFill>
                  <a:srgbClr val="FFFFFF"/>
                </a:solidFill>
                <a:latin typeface="Avenir Next"/>
                <a:ea typeface="Avenir Next"/>
                <a:cs typeface="Avenir Next"/>
              </a:defRPr>
            </a:lvl8pPr>
            <a:lvl9pPr algn="l">
              <a:defRPr sz="1950" b="1">
                <a:solidFill>
                  <a:srgbClr val="FFFFFF"/>
                </a:solidFill>
                <a:latin typeface="Avenir Next"/>
                <a:ea typeface="Avenir Next"/>
                <a:cs typeface="Avenir Next"/>
              </a:defRPr>
            </a:lvl9pPr>
          </a:lstStyle>
          <a:p xmlns:a="http://schemas.openxmlformats.org/drawingml/2006/main">
            <a:pPr algn="l">
              <a:defRPr sz="1950" b="1">
                <a:solidFill>
                  <a:srgbClr val="FFFFFF"/>
                </a:solidFill>
                <a:latin typeface="Avenir Next"/>
                <a:ea typeface="Avenir Next"/>
                <a:cs typeface="Avenir Next"/>
              </a:defRPr>
            </a:pPr>
            <a:r>
              <a:rPr sz="1950" b="1">
                <a:solidFill>
                  <a:srgbClr val="FFFFFF"/>
                </a:solidFill>
                <a:latin typeface="Avenir Next"/>
                <a:ea typeface="Avenir Next"/>
                <a:cs typeface="Avenir Next"/>
              </a:rPr>
              <a:t>4</a:t>
            </a:r>
          </a:p>
        </p:txBody>
      </p:sp>
      <p:sp>
        <p:nvSpPr>
          <p:cNvPr id="19" name="">
            <a:extLst xmlns:a="http://schemas.openxmlformats.org/drawingml/2006/main">
              <a:ext uri="{FF2B5EF4-FFF2-40B4-BE49-F238E27FC236}">
                <a16:creationId xmlns:a16="http://schemas.microsoft.com/office/drawing/2014/main" id="{835DC818-8D7D-4383-8A57-557DDF0806B0}"/>
              </a:ext>
            </a:extLst>
          </p:cNvPr>
          <p:cNvSpPr>
            <a:spLocks xmlns:a="http://schemas.openxmlformats.org/drawingml/2006/main" noGrp="1"/>
          </p:cNvSpPr>
          <p:nvPr/>
        </p:nvSpPr>
        <p:spPr>
          <a:xfrm xmlns:a="http://schemas.openxmlformats.org/drawingml/2006/main">
            <a:off x="7000875" y="2762250"/>
            <a:ext cx="17526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42B3D"/>
                </a:solidFill>
                <a:latin typeface="Avenir Next"/>
                <a:ea typeface="Avenir Next"/>
                <a:cs typeface="Avenir Next"/>
              </a:defRPr>
            </a:defPPr>
            <a:lvl1pPr algn="l">
              <a:defRPr sz="1725" b="1">
                <a:solidFill>
                  <a:srgbClr val="142B3D"/>
                </a:solidFill>
                <a:latin typeface="Avenir Next"/>
                <a:ea typeface="Avenir Next"/>
                <a:cs typeface="Avenir Next"/>
              </a:defRPr>
            </a:lvl1pPr>
            <a:lvl2pPr algn="l">
              <a:defRPr sz="1725" b="1">
                <a:solidFill>
                  <a:srgbClr val="142B3D"/>
                </a:solidFill>
                <a:latin typeface="Avenir Next"/>
                <a:ea typeface="Avenir Next"/>
                <a:cs typeface="Avenir Next"/>
              </a:defRPr>
            </a:lvl2pPr>
            <a:lvl3pPr algn="l">
              <a:defRPr sz="1725" b="1">
                <a:solidFill>
                  <a:srgbClr val="142B3D"/>
                </a:solidFill>
                <a:latin typeface="Avenir Next"/>
                <a:ea typeface="Avenir Next"/>
                <a:cs typeface="Avenir Next"/>
              </a:defRPr>
            </a:lvl3pPr>
            <a:lvl4pPr algn="l">
              <a:defRPr sz="1725" b="1">
                <a:solidFill>
                  <a:srgbClr val="142B3D"/>
                </a:solidFill>
                <a:latin typeface="Avenir Next"/>
                <a:ea typeface="Avenir Next"/>
                <a:cs typeface="Avenir Next"/>
              </a:defRPr>
            </a:lvl4pPr>
            <a:lvl5pPr algn="l">
              <a:defRPr sz="1725" b="1">
                <a:solidFill>
                  <a:srgbClr val="142B3D"/>
                </a:solidFill>
                <a:latin typeface="Avenir Next"/>
                <a:ea typeface="Avenir Next"/>
                <a:cs typeface="Avenir Next"/>
              </a:defRPr>
            </a:lvl5pPr>
            <a:lvl6pPr algn="l">
              <a:defRPr sz="1725" b="1">
                <a:solidFill>
                  <a:srgbClr val="142B3D"/>
                </a:solidFill>
                <a:latin typeface="Avenir Next"/>
                <a:ea typeface="Avenir Next"/>
                <a:cs typeface="Avenir Next"/>
              </a:defRPr>
            </a:lvl6pPr>
            <a:lvl7pPr algn="l">
              <a:defRPr sz="1725" b="1">
                <a:solidFill>
                  <a:srgbClr val="142B3D"/>
                </a:solidFill>
                <a:latin typeface="Avenir Next"/>
                <a:ea typeface="Avenir Next"/>
                <a:cs typeface="Avenir Next"/>
              </a:defRPr>
            </a:lvl7pPr>
            <a:lvl8pPr algn="l">
              <a:defRPr sz="1725" b="1">
                <a:solidFill>
                  <a:srgbClr val="142B3D"/>
                </a:solidFill>
                <a:latin typeface="Avenir Next"/>
                <a:ea typeface="Avenir Next"/>
                <a:cs typeface="Avenir Next"/>
              </a:defRPr>
            </a:lvl8pPr>
            <a:lvl9pPr algn="l">
              <a:defRPr sz="1725" b="1">
                <a:solidFill>
                  <a:srgbClr val="142B3D"/>
                </a:solidFill>
                <a:latin typeface="Avenir Next"/>
                <a:ea typeface="Avenir Next"/>
                <a:cs typeface="Avenir Next"/>
              </a:defRPr>
            </a:lvl9pPr>
          </a:lstStyle>
          <a:p xmlns:a="http://schemas.openxmlformats.org/drawingml/2006/main">
            <a:pPr algn="l">
              <a:defRPr sz="1725" b="1">
                <a:solidFill>
                  <a:srgbClr val="142B3D"/>
                </a:solidFill>
                <a:latin typeface="Avenir Next"/>
                <a:ea typeface="Avenir Next"/>
                <a:cs typeface="Avenir Next"/>
              </a:defRPr>
            </a:pPr>
            <a:r>
              <a:rPr sz="1725" b="1">
                <a:solidFill>
                  <a:srgbClr val="142B3D"/>
                </a:solidFill>
                <a:latin typeface="Avenir Next"/>
                <a:ea typeface="Avenir Next"/>
                <a:cs typeface="Avenir Next"/>
              </a:rPr>
              <a:t>Bruno acepta</a:t>
            </a:r>
          </a:p>
        </p:txBody>
      </p:sp>
      <p:sp>
        <p:nvSpPr>
          <p:cNvPr id="20" name="">
            <a:extLst xmlns:a="http://schemas.openxmlformats.org/drawingml/2006/main">
              <a:ext uri="{FF2B5EF4-FFF2-40B4-BE49-F238E27FC236}">
                <a16:creationId xmlns:a16="http://schemas.microsoft.com/office/drawing/2014/main" id="{46D00D85-53EA-4FD4-8EAF-B4AD0926DE96}"/>
              </a:ext>
            </a:extLst>
          </p:cNvPr>
          <p:cNvSpPr>
            <a:spLocks xmlns:a="http://schemas.openxmlformats.org/drawingml/2006/main" noGrp="1"/>
          </p:cNvSpPr>
          <p:nvPr/>
        </p:nvSpPr>
        <p:spPr>
          <a:xfrm xmlns:a="http://schemas.openxmlformats.org/drawingml/2006/main">
            <a:off x="8715375" y="2057400"/>
            <a:ext cx="3238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0A7777"/>
                </a:solidFill>
                <a:latin typeface="Avenir Next"/>
                <a:ea typeface="Avenir Next"/>
                <a:cs typeface="Avenir Next"/>
              </a:defRPr>
            </a:defPPr>
            <a:lvl1pPr algn="l">
              <a:defRPr sz="2025" b="1">
                <a:solidFill>
                  <a:srgbClr val="0A7777"/>
                </a:solidFill>
                <a:latin typeface="Avenir Next"/>
                <a:ea typeface="Avenir Next"/>
                <a:cs typeface="Avenir Next"/>
              </a:defRPr>
            </a:lvl1pPr>
            <a:lvl2pPr algn="l">
              <a:defRPr sz="2025" b="1">
                <a:solidFill>
                  <a:srgbClr val="0A7777"/>
                </a:solidFill>
                <a:latin typeface="Avenir Next"/>
                <a:ea typeface="Avenir Next"/>
                <a:cs typeface="Avenir Next"/>
              </a:defRPr>
            </a:lvl2pPr>
            <a:lvl3pPr algn="l">
              <a:defRPr sz="2025" b="1">
                <a:solidFill>
                  <a:srgbClr val="0A7777"/>
                </a:solidFill>
                <a:latin typeface="Avenir Next"/>
                <a:ea typeface="Avenir Next"/>
                <a:cs typeface="Avenir Next"/>
              </a:defRPr>
            </a:lvl3pPr>
            <a:lvl4pPr algn="l">
              <a:defRPr sz="2025" b="1">
                <a:solidFill>
                  <a:srgbClr val="0A7777"/>
                </a:solidFill>
                <a:latin typeface="Avenir Next"/>
                <a:ea typeface="Avenir Next"/>
                <a:cs typeface="Avenir Next"/>
              </a:defRPr>
            </a:lvl4pPr>
            <a:lvl5pPr algn="l">
              <a:defRPr sz="2025" b="1">
                <a:solidFill>
                  <a:srgbClr val="0A7777"/>
                </a:solidFill>
                <a:latin typeface="Avenir Next"/>
                <a:ea typeface="Avenir Next"/>
                <a:cs typeface="Avenir Next"/>
              </a:defRPr>
            </a:lvl5pPr>
            <a:lvl6pPr algn="l">
              <a:defRPr sz="2025" b="1">
                <a:solidFill>
                  <a:srgbClr val="0A7777"/>
                </a:solidFill>
                <a:latin typeface="Avenir Next"/>
                <a:ea typeface="Avenir Next"/>
                <a:cs typeface="Avenir Next"/>
              </a:defRPr>
            </a:lvl6pPr>
            <a:lvl7pPr algn="l">
              <a:defRPr sz="2025" b="1">
                <a:solidFill>
                  <a:srgbClr val="0A7777"/>
                </a:solidFill>
                <a:latin typeface="Avenir Next"/>
                <a:ea typeface="Avenir Next"/>
                <a:cs typeface="Avenir Next"/>
              </a:defRPr>
            </a:lvl7pPr>
            <a:lvl8pPr algn="l">
              <a:defRPr sz="2025" b="1">
                <a:solidFill>
                  <a:srgbClr val="0A7777"/>
                </a:solidFill>
                <a:latin typeface="Avenir Next"/>
                <a:ea typeface="Avenir Next"/>
                <a:cs typeface="Avenir Next"/>
              </a:defRPr>
            </a:lvl8pPr>
            <a:lvl9pPr algn="l">
              <a:defRPr sz="2025" b="1">
                <a:solidFill>
                  <a:srgbClr val="0A7777"/>
                </a:solidFill>
                <a:latin typeface="Avenir Next"/>
                <a:ea typeface="Avenir Next"/>
                <a:cs typeface="Avenir Next"/>
              </a:defRPr>
            </a:lvl9pPr>
          </a:lstStyle>
          <a:p xmlns:a="http://schemas.openxmlformats.org/drawingml/2006/main">
            <a:pPr algn="l">
              <a:defRPr sz="2025" b="1">
                <a:solidFill>
                  <a:srgbClr val="0A7777"/>
                </a:solidFill>
                <a:latin typeface="Avenir Next"/>
                <a:ea typeface="Avenir Next"/>
                <a:cs typeface="Avenir Next"/>
              </a:defRPr>
            </a:pPr>
            <a:r>
              <a:rPr sz="2025" b="1">
                <a:solidFill>
                  <a:srgbClr val="0A7777"/>
                </a:solidFill>
                <a:latin typeface="Avenir Next"/>
                <a:ea typeface="Avenir Next"/>
                <a:cs typeface="Avenir Next"/>
              </a:rPr>
              <a:t>→</a:t>
            </a:r>
          </a:p>
        </p:txBody>
      </p:sp>
      <p:sp>
        <p:nvSpPr>
          <p:cNvPr id="21" name="">
            <a:extLst xmlns:a="http://schemas.openxmlformats.org/drawingml/2006/main">
              <a:ext uri="{FF2B5EF4-FFF2-40B4-BE49-F238E27FC236}">
                <a16:creationId xmlns:a16="http://schemas.microsoft.com/office/drawing/2014/main" id="{E45421F8-DC67-4213-83B2-4E4592B3D7BD}"/>
              </a:ext>
            </a:extLst>
          </p:cNvPr>
          <p:cNvSpPr>
            <a:spLocks xmlns:a="http://schemas.openxmlformats.org/drawingml/2006/main" noGrp="1"/>
          </p:cNvSpPr>
          <p:nvPr/>
        </p:nvSpPr>
        <p:spPr>
          <a:xfrm xmlns:a="http://schemas.openxmlformats.org/drawingml/2006/main">
            <a:off x="9096375" y="1952625"/>
            <a:ext cx="1638300" cy="600075"/>
          </a:xfrm>
          <a:prstGeom xmlns:a="http://schemas.openxmlformats.org/drawingml/2006/main" prst="roundRect">
            <a:avLst>
              <a:gd name="adj" fmla="val 12698"/>
            </a:avLst>
          </a:prstGeom>
          <a:solidFill xmlns:a="http://schemas.openxmlformats.org/drawingml/2006/main">
            <a:srgbClr val="DCECE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E597552-3ADC-4424-8DB4-A256A7CDADBE}"/>
              </a:ext>
            </a:extLst>
          </p:cNvPr>
          <p:cNvSpPr>
            <a:spLocks xmlns:a="http://schemas.openxmlformats.org/drawingml/2006/main" noGrp="1"/>
          </p:cNvSpPr>
          <p:nvPr/>
        </p:nvSpPr>
        <p:spPr>
          <a:xfrm xmlns:a="http://schemas.openxmlformats.org/drawingml/2006/main">
            <a:off x="9248775" y="2047875"/>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950" b="1">
                <a:solidFill>
                  <a:srgbClr val="0A7777"/>
                </a:solidFill>
                <a:latin typeface="Avenir Next"/>
                <a:ea typeface="Avenir Next"/>
                <a:cs typeface="Avenir Next"/>
              </a:defRPr>
            </a:defPPr>
            <a:lvl1pPr algn="l">
              <a:defRPr sz="1950" b="1">
                <a:solidFill>
                  <a:srgbClr val="0A7777"/>
                </a:solidFill>
                <a:latin typeface="Avenir Next"/>
                <a:ea typeface="Avenir Next"/>
                <a:cs typeface="Avenir Next"/>
              </a:defRPr>
            </a:lvl1pPr>
            <a:lvl2pPr algn="l">
              <a:defRPr sz="1950" b="1">
                <a:solidFill>
                  <a:srgbClr val="0A7777"/>
                </a:solidFill>
                <a:latin typeface="Avenir Next"/>
                <a:ea typeface="Avenir Next"/>
                <a:cs typeface="Avenir Next"/>
              </a:defRPr>
            </a:lvl2pPr>
            <a:lvl3pPr algn="l">
              <a:defRPr sz="1950" b="1">
                <a:solidFill>
                  <a:srgbClr val="0A7777"/>
                </a:solidFill>
                <a:latin typeface="Avenir Next"/>
                <a:ea typeface="Avenir Next"/>
                <a:cs typeface="Avenir Next"/>
              </a:defRPr>
            </a:lvl3pPr>
            <a:lvl4pPr algn="l">
              <a:defRPr sz="1950" b="1">
                <a:solidFill>
                  <a:srgbClr val="0A7777"/>
                </a:solidFill>
                <a:latin typeface="Avenir Next"/>
                <a:ea typeface="Avenir Next"/>
                <a:cs typeface="Avenir Next"/>
              </a:defRPr>
            </a:lvl4pPr>
            <a:lvl5pPr algn="l">
              <a:defRPr sz="1950" b="1">
                <a:solidFill>
                  <a:srgbClr val="0A7777"/>
                </a:solidFill>
                <a:latin typeface="Avenir Next"/>
                <a:ea typeface="Avenir Next"/>
                <a:cs typeface="Avenir Next"/>
              </a:defRPr>
            </a:lvl5pPr>
            <a:lvl6pPr algn="l">
              <a:defRPr sz="1950" b="1">
                <a:solidFill>
                  <a:srgbClr val="0A7777"/>
                </a:solidFill>
                <a:latin typeface="Avenir Next"/>
                <a:ea typeface="Avenir Next"/>
                <a:cs typeface="Avenir Next"/>
              </a:defRPr>
            </a:lvl6pPr>
            <a:lvl7pPr algn="l">
              <a:defRPr sz="1950" b="1">
                <a:solidFill>
                  <a:srgbClr val="0A7777"/>
                </a:solidFill>
                <a:latin typeface="Avenir Next"/>
                <a:ea typeface="Avenir Next"/>
                <a:cs typeface="Avenir Next"/>
              </a:defRPr>
            </a:lvl7pPr>
            <a:lvl8pPr algn="l">
              <a:defRPr sz="1950" b="1">
                <a:solidFill>
                  <a:srgbClr val="0A7777"/>
                </a:solidFill>
                <a:latin typeface="Avenir Next"/>
                <a:ea typeface="Avenir Next"/>
                <a:cs typeface="Avenir Next"/>
              </a:defRPr>
            </a:lvl8pPr>
            <a:lvl9pPr algn="l">
              <a:defRPr sz="1950" b="1">
                <a:solidFill>
                  <a:srgbClr val="0A7777"/>
                </a:solidFill>
                <a:latin typeface="Avenir Next"/>
                <a:ea typeface="Avenir Next"/>
                <a:cs typeface="Avenir Next"/>
              </a:defRPr>
            </a:lvl9pPr>
          </a:lstStyle>
          <a:p xmlns:a="http://schemas.openxmlformats.org/drawingml/2006/main">
            <a:pPr algn="l">
              <a:defRPr sz="1950" b="1">
                <a:solidFill>
                  <a:srgbClr val="0A7777"/>
                </a:solidFill>
                <a:latin typeface="Avenir Next"/>
                <a:ea typeface="Avenir Next"/>
                <a:cs typeface="Avenir Next"/>
              </a:defRPr>
            </a:pPr>
            <a:r>
              <a:rPr sz="1950" b="1">
                <a:solidFill>
                  <a:srgbClr val="0A7777"/>
                </a:solidFill>
                <a:latin typeface="Avenir Next"/>
                <a:ea typeface="Avenir Next"/>
                <a:cs typeface="Avenir Next"/>
              </a:rPr>
              <a:t>5</a:t>
            </a:r>
          </a:p>
        </p:txBody>
      </p:sp>
      <p:sp>
        <p:nvSpPr>
          <p:cNvPr id="23" name="">
            <a:extLst xmlns:a="http://schemas.openxmlformats.org/drawingml/2006/main">
              <a:ext uri="{FF2B5EF4-FFF2-40B4-BE49-F238E27FC236}">
                <a16:creationId xmlns:a16="http://schemas.microsoft.com/office/drawing/2014/main" id="{6376739A-BB15-44A8-A381-854037D6B8DE}"/>
              </a:ext>
            </a:extLst>
          </p:cNvPr>
          <p:cNvSpPr>
            <a:spLocks xmlns:a="http://schemas.openxmlformats.org/drawingml/2006/main" noGrp="1"/>
          </p:cNvSpPr>
          <p:nvPr/>
        </p:nvSpPr>
        <p:spPr>
          <a:xfrm xmlns:a="http://schemas.openxmlformats.org/drawingml/2006/main">
            <a:off x="9096375" y="2762250"/>
            <a:ext cx="17526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42B3D"/>
                </a:solidFill>
                <a:latin typeface="Avenir Next"/>
                <a:ea typeface="Avenir Next"/>
                <a:cs typeface="Avenir Next"/>
              </a:defRPr>
            </a:defPPr>
            <a:lvl1pPr algn="l">
              <a:defRPr sz="1725" b="1">
                <a:solidFill>
                  <a:srgbClr val="142B3D"/>
                </a:solidFill>
                <a:latin typeface="Avenir Next"/>
                <a:ea typeface="Avenir Next"/>
                <a:cs typeface="Avenir Next"/>
              </a:defRPr>
            </a:lvl1pPr>
            <a:lvl2pPr algn="l">
              <a:defRPr sz="1725" b="1">
                <a:solidFill>
                  <a:srgbClr val="142B3D"/>
                </a:solidFill>
                <a:latin typeface="Avenir Next"/>
                <a:ea typeface="Avenir Next"/>
                <a:cs typeface="Avenir Next"/>
              </a:defRPr>
            </a:lvl2pPr>
            <a:lvl3pPr algn="l">
              <a:defRPr sz="1725" b="1">
                <a:solidFill>
                  <a:srgbClr val="142B3D"/>
                </a:solidFill>
                <a:latin typeface="Avenir Next"/>
                <a:ea typeface="Avenir Next"/>
                <a:cs typeface="Avenir Next"/>
              </a:defRPr>
            </a:lvl3pPr>
            <a:lvl4pPr algn="l">
              <a:defRPr sz="1725" b="1">
                <a:solidFill>
                  <a:srgbClr val="142B3D"/>
                </a:solidFill>
                <a:latin typeface="Avenir Next"/>
                <a:ea typeface="Avenir Next"/>
                <a:cs typeface="Avenir Next"/>
              </a:defRPr>
            </a:lvl4pPr>
            <a:lvl5pPr algn="l">
              <a:defRPr sz="1725" b="1">
                <a:solidFill>
                  <a:srgbClr val="142B3D"/>
                </a:solidFill>
                <a:latin typeface="Avenir Next"/>
                <a:ea typeface="Avenir Next"/>
                <a:cs typeface="Avenir Next"/>
              </a:defRPr>
            </a:lvl5pPr>
            <a:lvl6pPr algn="l">
              <a:defRPr sz="1725" b="1">
                <a:solidFill>
                  <a:srgbClr val="142B3D"/>
                </a:solidFill>
                <a:latin typeface="Avenir Next"/>
                <a:ea typeface="Avenir Next"/>
                <a:cs typeface="Avenir Next"/>
              </a:defRPr>
            </a:lvl6pPr>
            <a:lvl7pPr algn="l">
              <a:defRPr sz="1725" b="1">
                <a:solidFill>
                  <a:srgbClr val="142B3D"/>
                </a:solidFill>
                <a:latin typeface="Avenir Next"/>
                <a:ea typeface="Avenir Next"/>
                <a:cs typeface="Avenir Next"/>
              </a:defRPr>
            </a:lvl7pPr>
            <a:lvl8pPr algn="l">
              <a:defRPr sz="1725" b="1">
                <a:solidFill>
                  <a:srgbClr val="142B3D"/>
                </a:solidFill>
                <a:latin typeface="Avenir Next"/>
                <a:ea typeface="Avenir Next"/>
                <a:cs typeface="Avenir Next"/>
              </a:defRPr>
            </a:lvl8pPr>
            <a:lvl9pPr algn="l">
              <a:defRPr sz="1725" b="1">
                <a:solidFill>
                  <a:srgbClr val="142B3D"/>
                </a:solidFill>
                <a:latin typeface="Avenir Next"/>
                <a:ea typeface="Avenir Next"/>
                <a:cs typeface="Avenir Next"/>
              </a:defRPr>
            </a:lvl9pPr>
          </a:lstStyle>
          <a:p xmlns:a="http://schemas.openxmlformats.org/drawingml/2006/main">
            <a:pPr algn="l">
              <a:defRPr sz="1725" b="1">
                <a:solidFill>
                  <a:srgbClr val="142B3D"/>
                </a:solidFill>
                <a:latin typeface="Avenir Next"/>
                <a:ea typeface="Avenir Next"/>
                <a:cs typeface="Avenir Next"/>
              </a:defRPr>
            </a:pPr>
            <a:r>
              <a:rPr sz="1725" b="1">
                <a:solidFill>
                  <a:srgbClr val="142B3D"/>
                </a:solidFill>
                <a:latin typeface="Avenir Next"/>
                <a:ea typeface="Avenir Next"/>
                <a:cs typeface="Avenir Next"/>
              </a:rPr>
              <a:t>Ambos ven Aceptada</a:t>
            </a:r>
          </a:p>
        </p:txBody>
      </p:sp>
      <p:sp>
        <p:nvSpPr>
          <p:cNvPr id="24" name="">
            <a:extLst xmlns:a="http://schemas.openxmlformats.org/drawingml/2006/main">
              <a:ext uri="{FF2B5EF4-FFF2-40B4-BE49-F238E27FC236}">
                <a16:creationId xmlns:a16="http://schemas.microsoft.com/office/drawing/2014/main" id="{6091ECA4-7316-43BC-B620-AA3F22B1C5D2}"/>
              </a:ext>
            </a:extLst>
          </p:cNvPr>
          <p:cNvSpPr>
            <a:spLocks xmlns:a="http://schemas.openxmlformats.org/drawingml/2006/main" noGrp="1"/>
          </p:cNvSpPr>
          <p:nvPr/>
        </p:nvSpPr>
        <p:spPr>
          <a:xfrm xmlns:a="http://schemas.openxmlformats.org/drawingml/2006/main">
            <a:off x="714375" y="4191000"/>
            <a:ext cx="10382250" cy="19050"/>
          </a:xfrm>
          <a:prstGeom xmlns:a="http://schemas.openxmlformats.org/drawingml/2006/main" prst="rect">
            <a:avLst/>
          </a:prstGeom>
          <a:solidFill xmlns:a="http://schemas.openxmlformats.org/drawingml/2006/main">
            <a:srgbClr val="B9C8C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D896C05-1DAB-4872-8396-1D659E5A226F}"/>
              </a:ext>
            </a:extLst>
          </p:cNvPr>
          <p:cNvSpPr>
            <a:spLocks xmlns:a="http://schemas.openxmlformats.org/drawingml/2006/main" noGrp="1"/>
          </p:cNvSpPr>
          <p:nvPr/>
        </p:nvSpPr>
        <p:spPr>
          <a:xfrm xmlns:a="http://schemas.openxmlformats.org/drawingml/2006/main">
            <a:off x="714375" y="44577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0A7777"/>
                </a:solidFill>
                <a:latin typeface="Avenir Next"/>
                <a:ea typeface="Avenir Next"/>
                <a:cs typeface="Avenir Next"/>
              </a:defRPr>
            </a:defPPr>
            <a:lvl1pPr algn="l">
              <a:defRPr sz="1875" b="1">
                <a:solidFill>
                  <a:srgbClr val="0A7777"/>
                </a:solidFill>
                <a:latin typeface="Avenir Next"/>
                <a:ea typeface="Avenir Next"/>
                <a:cs typeface="Avenir Next"/>
              </a:defRPr>
            </a:lvl1pPr>
            <a:lvl2pPr algn="l">
              <a:defRPr sz="1875" b="1">
                <a:solidFill>
                  <a:srgbClr val="0A7777"/>
                </a:solidFill>
                <a:latin typeface="Avenir Next"/>
                <a:ea typeface="Avenir Next"/>
                <a:cs typeface="Avenir Next"/>
              </a:defRPr>
            </a:lvl2pPr>
            <a:lvl3pPr algn="l">
              <a:defRPr sz="1875" b="1">
                <a:solidFill>
                  <a:srgbClr val="0A7777"/>
                </a:solidFill>
                <a:latin typeface="Avenir Next"/>
                <a:ea typeface="Avenir Next"/>
                <a:cs typeface="Avenir Next"/>
              </a:defRPr>
            </a:lvl3pPr>
            <a:lvl4pPr algn="l">
              <a:defRPr sz="1875" b="1">
                <a:solidFill>
                  <a:srgbClr val="0A7777"/>
                </a:solidFill>
                <a:latin typeface="Avenir Next"/>
                <a:ea typeface="Avenir Next"/>
                <a:cs typeface="Avenir Next"/>
              </a:defRPr>
            </a:lvl4pPr>
            <a:lvl5pPr algn="l">
              <a:defRPr sz="1875" b="1">
                <a:solidFill>
                  <a:srgbClr val="0A7777"/>
                </a:solidFill>
                <a:latin typeface="Avenir Next"/>
                <a:ea typeface="Avenir Next"/>
                <a:cs typeface="Avenir Next"/>
              </a:defRPr>
            </a:lvl5pPr>
            <a:lvl6pPr algn="l">
              <a:defRPr sz="1875" b="1">
                <a:solidFill>
                  <a:srgbClr val="0A7777"/>
                </a:solidFill>
                <a:latin typeface="Avenir Next"/>
                <a:ea typeface="Avenir Next"/>
                <a:cs typeface="Avenir Next"/>
              </a:defRPr>
            </a:lvl6pPr>
            <a:lvl7pPr algn="l">
              <a:defRPr sz="1875" b="1">
                <a:solidFill>
                  <a:srgbClr val="0A7777"/>
                </a:solidFill>
                <a:latin typeface="Avenir Next"/>
                <a:ea typeface="Avenir Next"/>
                <a:cs typeface="Avenir Next"/>
              </a:defRPr>
            </a:lvl7pPr>
            <a:lvl8pPr algn="l">
              <a:defRPr sz="1875" b="1">
                <a:solidFill>
                  <a:srgbClr val="0A7777"/>
                </a:solidFill>
                <a:latin typeface="Avenir Next"/>
                <a:ea typeface="Avenir Next"/>
                <a:cs typeface="Avenir Next"/>
              </a:defRPr>
            </a:lvl8pPr>
            <a:lvl9pPr algn="l">
              <a:defRPr sz="1875" b="1">
                <a:solidFill>
                  <a:srgbClr val="0A7777"/>
                </a:solidFill>
                <a:latin typeface="Avenir Next"/>
                <a:ea typeface="Avenir Next"/>
                <a:cs typeface="Avenir Next"/>
              </a:defRPr>
            </a:lvl9pPr>
          </a:lstStyle>
          <a:p xmlns:a="http://schemas.openxmlformats.org/drawingml/2006/main">
            <a:pPr algn="l">
              <a:defRPr sz="1875" b="1">
                <a:solidFill>
                  <a:srgbClr val="0A7777"/>
                </a:solidFill>
                <a:latin typeface="Avenir Next"/>
                <a:ea typeface="Avenir Next"/>
                <a:cs typeface="Avenir Next"/>
              </a:defRPr>
            </a:pPr>
            <a:r>
              <a:rPr sz="1875" b="1">
                <a:solidFill>
                  <a:srgbClr val="0A7777"/>
                </a:solidFill>
                <a:latin typeface="Avenir Next"/>
                <a:ea typeface="Avenir Next"/>
                <a:cs typeface="Avenir Next"/>
              </a:rPr>
              <a:t>Oráculo visible</a:t>
            </a:r>
          </a:p>
        </p:txBody>
      </p:sp>
      <p:sp>
        <p:nvSpPr>
          <p:cNvPr id="26" name="">
            <a:extLst xmlns:a="http://schemas.openxmlformats.org/drawingml/2006/main">
              <a:ext uri="{FF2B5EF4-FFF2-40B4-BE49-F238E27FC236}">
                <a16:creationId xmlns:a16="http://schemas.microsoft.com/office/drawing/2014/main" id="{0820DA01-B328-46FF-B2A9-E7CFEAC652E7}"/>
              </a:ext>
            </a:extLst>
          </p:cNvPr>
          <p:cNvSpPr>
            <a:spLocks xmlns:a="http://schemas.openxmlformats.org/drawingml/2006/main" noGrp="1"/>
          </p:cNvSpPr>
          <p:nvPr/>
        </p:nvSpPr>
        <p:spPr>
          <a:xfrm xmlns:a="http://schemas.openxmlformats.org/drawingml/2006/main">
            <a:off x="714375" y="4933950"/>
            <a:ext cx="10382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0">
                <a:solidFill>
                  <a:srgbClr val="142B3D"/>
                </a:solidFill>
                <a:latin typeface="Avenir Next"/>
                <a:ea typeface="Avenir Next"/>
                <a:cs typeface="Avenir Next"/>
              </a:defRPr>
            </a:defPPr>
            <a:lvl1pPr algn="l">
              <a:defRPr sz="2100" b="0">
                <a:solidFill>
                  <a:srgbClr val="142B3D"/>
                </a:solidFill>
                <a:latin typeface="Avenir Next"/>
                <a:ea typeface="Avenir Next"/>
                <a:cs typeface="Avenir Next"/>
              </a:defRPr>
            </a:lvl1pPr>
            <a:lvl2pPr algn="l">
              <a:defRPr sz="2100" b="0">
                <a:solidFill>
                  <a:srgbClr val="142B3D"/>
                </a:solidFill>
                <a:latin typeface="Avenir Next"/>
                <a:ea typeface="Avenir Next"/>
                <a:cs typeface="Avenir Next"/>
              </a:defRPr>
            </a:lvl2pPr>
            <a:lvl3pPr algn="l">
              <a:defRPr sz="2100" b="0">
                <a:solidFill>
                  <a:srgbClr val="142B3D"/>
                </a:solidFill>
                <a:latin typeface="Avenir Next"/>
                <a:ea typeface="Avenir Next"/>
                <a:cs typeface="Avenir Next"/>
              </a:defRPr>
            </a:lvl3pPr>
            <a:lvl4pPr algn="l">
              <a:defRPr sz="2100" b="0">
                <a:solidFill>
                  <a:srgbClr val="142B3D"/>
                </a:solidFill>
                <a:latin typeface="Avenir Next"/>
                <a:ea typeface="Avenir Next"/>
                <a:cs typeface="Avenir Next"/>
              </a:defRPr>
            </a:lvl4pPr>
            <a:lvl5pPr algn="l">
              <a:defRPr sz="2100" b="0">
                <a:solidFill>
                  <a:srgbClr val="142B3D"/>
                </a:solidFill>
                <a:latin typeface="Avenir Next"/>
                <a:ea typeface="Avenir Next"/>
                <a:cs typeface="Avenir Next"/>
              </a:defRPr>
            </a:lvl5pPr>
            <a:lvl6pPr algn="l">
              <a:defRPr sz="2100" b="0">
                <a:solidFill>
                  <a:srgbClr val="142B3D"/>
                </a:solidFill>
                <a:latin typeface="Avenir Next"/>
                <a:ea typeface="Avenir Next"/>
                <a:cs typeface="Avenir Next"/>
              </a:defRPr>
            </a:lvl6pPr>
            <a:lvl7pPr algn="l">
              <a:defRPr sz="2100" b="0">
                <a:solidFill>
                  <a:srgbClr val="142B3D"/>
                </a:solidFill>
                <a:latin typeface="Avenir Next"/>
                <a:ea typeface="Avenir Next"/>
                <a:cs typeface="Avenir Next"/>
              </a:defRPr>
            </a:lvl7pPr>
            <a:lvl8pPr algn="l">
              <a:defRPr sz="2100" b="0">
                <a:solidFill>
                  <a:srgbClr val="142B3D"/>
                </a:solidFill>
                <a:latin typeface="Avenir Next"/>
                <a:ea typeface="Avenir Next"/>
                <a:cs typeface="Avenir Next"/>
              </a:defRPr>
            </a:lvl8pPr>
            <a:lvl9pPr algn="l">
              <a:defRPr sz="2100" b="0">
                <a:solidFill>
                  <a:srgbClr val="142B3D"/>
                </a:solidFill>
                <a:latin typeface="Avenir Next"/>
                <a:ea typeface="Avenir Next"/>
                <a:cs typeface="Avenir Next"/>
              </a:defRPr>
            </a:lvl9pPr>
          </a:lstStyle>
          <a:p xmlns:a="http://schemas.openxmlformats.org/drawingml/2006/main">
            <a:pPr algn="l">
              <a:defRPr sz="2100" b="0">
                <a:solidFill>
                  <a:srgbClr val="142B3D"/>
                </a:solidFill>
                <a:latin typeface="Avenir Next"/>
                <a:ea typeface="Avenir Next"/>
                <a:cs typeface="Avenir Next"/>
              </a:defRPr>
            </a:pPr>
            <a:r>
              <a:rPr sz="2100" b="0">
                <a:solidFill>
                  <a:srgbClr val="142B3D"/>
                </a:solidFill>
                <a:latin typeface="Avenir Next"/>
                <a:ea typeface="Avenir Next"/>
                <a:cs typeface="Avenir Next"/>
              </a:rPr>
              <a:t>Pendiente → Aceptada + operación + saldos S/ 775.00 / S/ 2,525.00</a:t>
            </a:r>
          </a:p>
        </p:txBody>
      </p:sp>
    </p:spTree>
    <p:extLst>
      <p:ext uri="{BB962C8B-B14F-4D97-AF65-F5344CB8AC3E}">
        <p14:creationId xmlns:p14="http://schemas.microsoft.com/office/powerpoint/2010/main" val="312252385"/>
      </p:ext>
    </p:extLst>
  </p:cSld>
</p:sld>
</file>

<file path=ppt/slides/slide7.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B3A3F01-42C1-4B32-B41A-E9855BF90F9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A777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E95F872-3C8A-4625-88D8-82668DB4C3E4}"/>
              </a:ext>
            </a:extLst>
          </p:cNvPr>
          <p:cNvSpPr>
            <a:spLocks xmlns:a="http://schemas.openxmlformats.org/drawingml/2006/main" noGrp="1"/>
          </p:cNvSpPr>
          <p:nvPr/>
        </p:nvSpPr>
        <p:spPr>
          <a:xfrm xmlns:a="http://schemas.openxmlformats.org/drawingml/2006/main">
            <a:off x="666750" y="428625"/>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000" b="1">
                <a:solidFill>
                  <a:srgbClr val="142B3D"/>
                </a:solidFill>
                <a:latin typeface="Avenir Next"/>
                <a:ea typeface="Avenir Next"/>
                <a:cs typeface="Avenir Next"/>
              </a:defRPr>
            </a:defPPr>
            <a:lvl1pPr algn="l">
              <a:defRPr sz="3000" b="1">
                <a:solidFill>
                  <a:srgbClr val="142B3D"/>
                </a:solidFill>
                <a:latin typeface="Avenir Next"/>
                <a:ea typeface="Avenir Next"/>
                <a:cs typeface="Avenir Next"/>
              </a:defRPr>
            </a:lvl1pPr>
            <a:lvl2pPr algn="l">
              <a:defRPr sz="3000" b="1">
                <a:solidFill>
                  <a:srgbClr val="142B3D"/>
                </a:solidFill>
                <a:latin typeface="Avenir Next"/>
                <a:ea typeface="Avenir Next"/>
                <a:cs typeface="Avenir Next"/>
              </a:defRPr>
            </a:lvl2pPr>
            <a:lvl3pPr algn="l">
              <a:defRPr sz="3000" b="1">
                <a:solidFill>
                  <a:srgbClr val="142B3D"/>
                </a:solidFill>
                <a:latin typeface="Avenir Next"/>
                <a:ea typeface="Avenir Next"/>
                <a:cs typeface="Avenir Next"/>
              </a:defRPr>
            </a:lvl3pPr>
            <a:lvl4pPr algn="l">
              <a:defRPr sz="3000" b="1">
                <a:solidFill>
                  <a:srgbClr val="142B3D"/>
                </a:solidFill>
                <a:latin typeface="Avenir Next"/>
                <a:ea typeface="Avenir Next"/>
                <a:cs typeface="Avenir Next"/>
              </a:defRPr>
            </a:lvl4pPr>
            <a:lvl5pPr algn="l">
              <a:defRPr sz="3000" b="1">
                <a:solidFill>
                  <a:srgbClr val="142B3D"/>
                </a:solidFill>
                <a:latin typeface="Avenir Next"/>
                <a:ea typeface="Avenir Next"/>
                <a:cs typeface="Avenir Next"/>
              </a:defRPr>
            </a:lvl5pPr>
            <a:lvl6pPr algn="l">
              <a:defRPr sz="3000" b="1">
                <a:solidFill>
                  <a:srgbClr val="142B3D"/>
                </a:solidFill>
                <a:latin typeface="Avenir Next"/>
                <a:ea typeface="Avenir Next"/>
                <a:cs typeface="Avenir Next"/>
              </a:defRPr>
            </a:lvl6pPr>
            <a:lvl7pPr algn="l">
              <a:defRPr sz="3000" b="1">
                <a:solidFill>
                  <a:srgbClr val="142B3D"/>
                </a:solidFill>
                <a:latin typeface="Avenir Next"/>
                <a:ea typeface="Avenir Next"/>
                <a:cs typeface="Avenir Next"/>
              </a:defRPr>
            </a:lvl7pPr>
            <a:lvl8pPr algn="l">
              <a:defRPr sz="3000" b="1">
                <a:solidFill>
                  <a:srgbClr val="142B3D"/>
                </a:solidFill>
                <a:latin typeface="Avenir Next"/>
                <a:ea typeface="Avenir Next"/>
                <a:cs typeface="Avenir Next"/>
              </a:defRPr>
            </a:lvl8pPr>
            <a:lvl9pPr algn="l">
              <a:defRPr sz="3000" b="1">
                <a:solidFill>
                  <a:srgbClr val="142B3D"/>
                </a:solidFill>
                <a:latin typeface="Avenir Next"/>
                <a:ea typeface="Avenir Next"/>
                <a:cs typeface="Avenir Next"/>
              </a:defRPr>
            </a:lvl9pPr>
          </a:lstStyle>
          <a:p xmlns:a="http://schemas.openxmlformats.org/drawingml/2006/main">
            <a:pPr algn="l">
              <a:defRPr sz="3000" b="1">
                <a:solidFill>
                  <a:srgbClr val="142B3D"/>
                </a:solidFill>
                <a:latin typeface="Avenir Next"/>
                <a:ea typeface="Avenir Next"/>
                <a:cs typeface="Avenir Next"/>
              </a:defRPr>
            </a:pPr>
            <a:r>
              <a:rPr sz="3000" b="1">
                <a:solidFill>
                  <a:srgbClr val="142B3D"/>
                </a:solidFill>
                <a:latin typeface="Avenir Next"/>
                <a:ea typeface="Avenir Next"/>
                <a:cs typeface="Avenir Next"/>
              </a:rPr>
              <a:t>Demo: ejecutar y leer el resultado</a:t>
            </a:r>
          </a:p>
        </p:txBody>
      </p:sp>
      <p:sp>
        <p:nvSpPr>
          <p:cNvPr id="3" name="">
            <a:extLst xmlns:a="http://schemas.openxmlformats.org/drawingml/2006/main">
              <a:ext uri="{FF2B5EF4-FFF2-40B4-BE49-F238E27FC236}">
                <a16:creationId xmlns:a16="http://schemas.microsoft.com/office/drawing/2014/main" id="{99CC593A-5F9A-415C-B5D7-3D5305D77D58}"/>
              </a:ext>
            </a:extLst>
          </p:cNvPr>
          <p:cNvSpPr>
            <a:spLocks xmlns:a="http://schemas.openxmlformats.org/drawingml/2006/main" noGrp="1"/>
          </p:cNvSpPr>
          <p:nvPr/>
        </p:nvSpPr>
        <p:spPr>
          <a:xfrm xmlns:a="http://schemas.openxmlformats.org/drawingml/2006/main">
            <a:off x="666750" y="1257300"/>
            <a:ext cx="10668000" cy="19050"/>
          </a:xfrm>
          <a:prstGeom xmlns:a="http://schemas.openxmlformats.org/drawingml/2006/main" prst="rect">
            <a:avLst/>
          </a:prstGeom>
          <a:solidFill xmlns:a="http://schemas.openxmlformats.org/drawingml/2006/main">
            <a:srgbClr val="B9C8C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4379983-06A8-4242-9E9A-F60FA4F9B6C9}"/>
              </a:ext>
            </a:extLst>
          </p:cNvPr>
          <p:cNvSpPr>
            <a:spLocks xmlns:a="http://schemas.openxmlformats.org/drawingml/2006/main" noGrp="1"/>
          </p:cNvSpPr>
          <p:nvPr/>
        </p:nvSpPr>
        <p:spPr>
          <a:xfrm xmlns:a="http://schemas.openxmlformats.org/drawingml/2006/main">
            <a:off x="10858500" y="630555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526271"/>
                </a:solidFill>
                <a:latin typeface="Avenir Next"/>
                <a:ea typeface="Avenir Next"/>
                <a:cs typeface="Avenir Next"/>
              </a:defRPr>
            </a:defPPr>
            <a:lvl1pPr algn="r">
              <a:defRPr sz="1125" b="1">
                <a:solidFill>
                  <a:srgbClr val="526271"/>
                </a:solidFill>
                <a:latin typeface="Avenir Next"/>
                <a:ea typeface="Avenir Next"/>
                <a:cs typeface="Avenir Next"/>
              </a:defRPr>
            </a:lvl1pPr>
            <a:lvl2pPr algn="r">
              <a:defRPr sz="1125" b="1">
                <a:solidFill>
                  <a:srgbClr val="526271"/>
                </a:solidFill>
                <a:latin typeface="Avenir Next"/>
                <a:ea typeface="Avenir Next"/>
                <a:cs typeface="Avenir Next"/>
              </a:defRPr>
            </a:lvl2pPr>
            <a:lvl3pPr algn="r">
              <a:defRPr sz="1125" b="1">
                <a:solidFill>
                  <a:srgbClr val="526271"/>
                </a:solidFill>
                <a:latin typeface="Avenir Next"/>
                <a:ea typeface="Avenir Next"/>
                <a:cs typeface="Avenir Next"/>
              </a:defRPr>
            </a:lvl3pPr>
            <a:lvl4pPr algn="r">
              <a:defRPr sz="1125" b="1">
                <a:solidFill>
                  <a:srgbClr val="526271"/>
                </a:solidFill>
                <a:latin typeface="Avenir Next"/>
                <a:ea typeface="Avenir Next"/>
                <a:cs typeface="Avenir Next"/>
              </a:defRPr>
            </a:lvl4pPr>
            <a:lvl5pPr algn="r">
              <a:defRPr sz="1125" b="1">
                <a:solidFill>
                  <a:srgbClr val="526271"/>
                </a:solidFill>
                <a:latin typeface="Avenir Next"/>
                <a:ea typeface="Avenir Next"/>
                <a:cs typeface="Avenir Next"/>
              </a:defRPr>
            </a:lvl5pPr>
            <a:lvl6pPr algn="r">
              <a:defRPr sz="1125" b="1">
                <a:solidFill>
                  <a:srgbClr val="526271"/>
                </a:solidFill>
                <a:latin typeface="Avenir Next"/>
                <a:ea typeface="Avenir Next"/>
                <a:cs typeface="Avenir Next"/>
              </a:defRPr>
            </a:lvl6pPr>
            <a:lvl7pPr algn="r">
              <a:defRPr sz="1125" b="1">
                <a:solidFill>
                  <a:srgbClr val="526271"/>
                </a:solidFill>
                <a:latin typeface="Avenir Next"/>
                <a:ea typeface="Avenir Next"/>
                <a:cs typeface="Avenir Next"/>
              </a:defRPr>
            </a:lvl7pPr>
            <a:lvl8pPr algn="r">
              <a:defRPr sz="1125" b="1">
                <a:solidFill>
                  <a:srgbClr val="526271"/>
                </a:solidFill>
                <a:latin typeface="Avenir Next"/>
                <a:ea typeface="Avenir Next"/>
                <a:cs typeface="Avenir Next"/>
              </a:defRPr>
            </a:lvl8pPr>
            <a:lvl9pPr algn="r">
              <a:defRPr sz="1125" b="1">
                <a:solidFill>
                  <a:srgbClr val="526271"/>
                </a:solidFill>
                <a:latin typeface="Avenir Next"/>
                <a:ea typeface="Avenir Next"/>
                <a:cs typeface="Avenir Next"/>
              </a:defRPr>
            </a:lvl9pPr>
          </a:lstStyle>
          <a:p xmlns:a="http://schemas.openxmlformats.org/drawingml/2006/main">
            <a:pPr algn="r">
              <a:defRPr sz="1125" b="1">
                <a:solidFill>
                  <a:srgbClr val="526271"/>
                </a:solidFill>
                <a:latin typeface="Avenir Next"/>
                <a:ea typeface="Avenir Next"/>
                <a:cs typeface="Avenir Next"/>
              </a:defRPr>
            </a:pPr>
            <a:r>
              <a:rPr sz="1125" b="1">
                <a:solidFill>
                  <a:srgbClr val="526271"/>
                </a:solidFill>
                <a:latin typeface="Avenir Next"/>
                <a:ea typeface="Avenir Next"/>
                <a:cs typeface="Avenir Next"/>
              </a:rPr>
              <a:t>07</a:t>
            </a:r>
          </a:p>
        </p:txBody>
      </p:sp>
      <p:sp>
        <p:nvSpPr>
          <p:cNvPr id="5" name="">
            <a:extLst xmlns:a="http://schemas.openxmlformats.org/drawingml/2006/main">
              <a:ext uri="{FF2B5EF4-FFF2-40B4-BE49-F238E27FC236}">
                <a16:creationId xmlns:a16="http://schemas.microsoft.com/office/drawing/2014/main" id="{8410C186-9C49-45B5-837E-E4288E9BD794}"/>
              </a:ext>
            </a:extLst>
          </p:cNvPr>
          <p:cNvSpPr>
            <a:spLocks xmlns:a="http://schemas.openxmlformats.org/drawingml/2006/main" noGrp="1"/>
          </p:cNvSpPr>
          <p:nvPr/>
        </p:nvSpPr>
        <p:spPr>
          <a:xfrm xmlns:a="http://schemas.openxmlformats.org/drawingml/2006/main">
            <a:off x="714375" y="1714500"/>
            <a:ext cx="49053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0A7777"/>
                </a:solidFill>
                <a:latin typeface="Avenir Next"/>
                <a:ea typeface="Avenir Next"/>
                <a:cs typeface="Avenir Next"/>
              </a:defRPr>
            </a:defPPr>
            <a:lvl1pPr algn="l">
              <a:defRPr sz="1275" b="1">
                <a:solidFill>
                  <a:srgbClr val="0A7777"/>
                </a:solidFill>
                <a:latin typeface="Avenir Next"/>
                <a:ea typeface="Avenir Next"/>
                <a:cs typeface="Avenir Next"/>
              </a:defRPr>
            </a:lvl1pPr>
            <a:lvl2pPr algn="l">
              <a:defRPr sz="1275" b="1">
                <a:solidFill>
                  <a:srgbClr val="0A7777"/>
                </a:solidFill>
                <a:latin typeface="Avenir Next"/>
                <a:ea typeface="Avenir Next"/>
                <a:cs typeface="Avenir Next"/>
              </a:defRPr>
            </a:lvl2pPr>
            <a:lvl3pPr algn="l">
              <a:defRPr sz="1275" b="1">
                <a:solidFill>
                  <a:srgbClr val="0A7777"/>
                </a:solidFill>
                <a:latin typeface="Avenir Next"/>
                <a:ea typeface="Avenir Next"/>
                <a:cs typeface="Avenir Next"/>
              </a:defRPr>
            </a:lvl3pPr>
            <a:lvl4pPr algn="l">
              <a:defRPr sz="1275" b="1">
                <a:solidFill>
                  <a:srgbClr val="0A7777"/>
                </a:solidFill>
                <a:latin typeface="Avenir Next"/>
                <a:ea typeface="Avenir Next"/>
                <a:cs typeface="Avenir Next"/>
              </a:defRPr>
            </a:lvl4pPr>
            <a:lvl5pPr algn="l">
              <a:defRPr sz="1275" b="1">
                <a:solidFill>
                  <a:srgbClr val="0A7777"/>
                </a:solidFill>
                <a:latin typeface="Avenir Next"/>
                <a:ea typeface="Avenir Next"/>
                <a:cs typeface="Avenir Next"/>
              </a:defRPr>
            </a:lvl5pPr>
            <a:lvl6pPr algn="l">
              <a:defRPr sz="1275" b="1">
                <a:solidFill>
                  <a:srgbClr val="0A7777"/>
                </a:solidFill>
                <a:latin typeface="Avenir Next"/>
                <a:ea typeface="Avenir Next"/>
                <a:cs typeface="Avenir Next"/>
              </a:defRPr>
            </a:lvl6pPr>
            <a:lvl7pPr algn="l">
              <a:defRPr sz="1275" b="1">
                <a:solidFill>
                  <a:srgbClr val="0A7777"/>
                </a:solidFill>
                <a:latin typeface="Avenir Next"/>
                <a:ea typeface="Avenir Next"/>
                <a:cs typeface="Avenir Next"/>
              </a:defRPr>
            </a:lvl7pPr>
            <a:lvl8pPr algn="l">
              <a:defRPr sz="1275" b="1">
                <a:solidFill>
                  <a:srgbClr val="0A7777"/>
                </a:solidFill>
                <a:latin typeface="Avenir Next"/>
                <a:ea typeface="Avenir Next"/>
                <a:cs typeface="Avenir Next"/>
              </a:defRPr>
            </a:lvl8pPr>
            <a:lvl9pPr algn="l">
              <a:defRPr sz="1275" b="1">
                <a:solidFill>
                  <a:srgbClr val="0A7777"/>
                </a:solidFill>
                <a:latin typeface="Avenir Next"/>
                <a:ea typeface="Avenir Next"/>
                <a:cs typeface="Avenir Next"/>
              </a:defRPr>
            </a:lvl9pPr>
          </a:lstStyle>
          <a:p xmlns:a="http://schemas.openxmlformats.org/drawingml/2006/main">
            <a:pPr algn="l">
              <a:defRPr sz="1275" b="1">
                <a:solidFill>
                  <a:srgbClr val="0A7777"/>
                </a:solidFill>
                <a:latin typeface="Avenir Next"/>
                <a:ea typeface="Avenir Next"/>
                <a:cs typeface="Avenir Next"/>
              </a:defRPr>
            </a:pPr>
            <a:r>
              <a:rPr sz="1275" b="1">
                <a:solidFill>
                  <a:srgbClr val="0A7777"/>
                </a:solidFill>
                <a:latin typeface="Avenir Next"/>
                <a:ea typeface="Avenir Next"/>
                <a:cs typeface="Avenir Next"/>
              </a:rPr>
              <a:t>TERMINAL 1</a:t>
            </a:r>
          </a:p>
        </p:txBody>
      </p:sp>
      <p:sp>
        <p:nvSpPr>
          <p:cNvPr id="6" name="">
            <a:extLst xmlns:a="http://schemas.openxmlformats.org/drawingml/2006/main">
              <a:ext uri="{FF2B5EF4-FFF2-40B4-BE49-F238E27FC236}">
                <a16:creationId xmlns:a16="http://schemas.microsoft.com/office/drawing/2014/main" id="{8638C626-442E-4A00-BEE5-8F01BE67ECDB}"/>
              </a:ext>
            </a:extLst>
          </p:cNvPr>
          <p:cNvSpPr>
            <a:spLocks xmlns:a="http://schemas.openxmlformats.org/drawingml/2006/main" noGrp="1"/>
          </p:cNvSpPr>
          <p:nvPr/>
        </p:nvSpPr>
        <p:spPr>
          <a:xfrm xmlns:a="http://schemas.openxmlformats.org/drawingml/2006/main">
            <a:off x="714375" y="2114550"/>
            <a:ext cx="476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42B3D"/>
                </a:solidFill>
                <a:latin typeface="Avenir Next"/>
                <a:ea typeface="Avenir Next"/>
                <a:cs typeface="Avenir Next"/>
              </a:defRPr>
            </a:defPPr>
            <a:lvl1pPr algn="l">
              <a:defRPr sz="2025" b="1">
                <a:solidFill>
                  <a:srgbClr val="142B3D"/>
                </a:solidFill>
                <a:latin typeface="Avenir Next"/>
                <a:ea typeface="Avenir Next"/>
                <a:cs typeface="Avenir Next"/>
              </a:defRPr>
            </a:lvl1pPr>
            <a:lvl2pPr algn="l">
              <a:defRPr sz="2025" b="1">
                <a:solidFill>
                  <a:srgbClr val="142B3D"/>
                </a:solidFill>
                <a:latin typeface="Avenir Next"/>
                <a:ea typeface="Avenir Next"/>
                <a:cs typeface="Avenir Next"/>
              </a:defRPr>
            </a:lvl2pPr>
            <a:lvl3pPr algn="l">
              <a:defRPr sz="2025" b="1">
                <a:solidFill>
                  <a:srgbClr val="142B3D"/>
                </a:solidFill>
                <a:latin typeface="Avenir Next"/>
                <a:ea typeface="Avenir Next"/>
                <a:cs typeface="Avenir Next"/>
              </a:defRPr>
            </a:lvl3pPr>
            <a:lvl4pPr algn="l">
              <a:defRPr sz="2025" b="1">
                <a:solidFill>
                  <a:srgbClr val="142B3D"/>
                </a:solidFill>
                <a:latin typeface="Avenir Next"/>
                <a:ea typeface="Avenir Next"/>
                <a:cs typeface="Avenir Next"/>
              </a:defRPr>
            </a:lvl4pPr>
            <a:lvl5pPr algn="l">
              <a:defRPr sz="2025" b="1">
                <a:solidFill>
                  <a:srgbClr val="142B3D"/>
                </a:solidFill>
                <a:latin typeface="Avenir Next"/>
                <a:ea typeface="Avenir Next"/>
                <a:cs typeface="Avenir Next"/>
              </a:defRPr>
            </a:lvl5pPr>
            <a:lvl6pPr algn="l">
              <a:defRPr sz="2025" b="1">
                <a:solidFill>
                  <a:srgbClr val="142B3D"/>
                </a:solidFill>
                <a:latin typeface="Avenir Next"/>
                <a:ea typeface="Avenir Next"/>
                <a:cs typeface="Avenir Next"/>
              </a:defRPr>
            </a:lvl6pPr>
            <a:lvl7pPr algn="l">
              <a:defRPr sz="2025" b="1">
                <a:solidFill>
                  <a:srgbClr val="142B3D"/>
                </a:solidFill>
                <a:latin typeface="Avenir Next"/>
                <a:ea typeface="Avenir Next"/>
                <a:cs typeface="Avenir Next"/>
              </a:defRPr>
            </a:lvl7pPr>
            <a:lvl8pPr algn="l">
              <a:defRPr sz="2025" b="1">
                <a:solidFill>
                  <a:srgbClr val="142B3D"/>
                </a:solidFill>
                <a:latin typeface="Avenir Next"/>
                <a:ea typeface="Avenir Next"/>
                <a:cs typeface="Avenir Next"/>
              </a:defRPr>
            </a:lvl8pPr>
            <a:lvl9pPr algn="l">
              <a:defRPr sz="2025" b="1">
                <a:solidFill>
                  <a:srgbClr val="142B3D"/>
                </a:solidFill>
                <a:latin typeface="Avenir Next"/>
                <a:ea typeface="Avenir Next"/>
                <a:cs typeface="Avenir Next"/>
              </a:defRPr>
            </a:lvl9pPr>
          </a:lstStyle>
          <a:p xmlns:a="http://schemas.openxmlformats.org/drawingml/2006/main">
            <a:pPr algn="l">
              <a:defRPr sz="2025" b="1">
                <a:solidFill>
                  <a:srgbClr val="142B3D"/>
                </a:solidFill>
                <a:latin typeface="Avenir Next"/>
                <a:ea typeface="Avenir Next"/>
                <a:cs typeface="Avenir Next"/>
              </a:defRPr>
            </a:pPr>
            <a:r>
              <a:rPr sz="2025" b="1">
                <a:solidFill>
                  <a:srgbClr val="142B3D"/>
                </a:solidFill>
                <a:latin typeface="Avenir Next"/>
                <a:ea typeface="Avenir Next"/>
                <a:cs typeface="Avenir Next"/>
              </a:rPr>
              <a:t>Iniciar Qolqe en 127.0.0.1:8000</a:t>
            </a:r>
          </a:p>
        </p:txBody>
      </p:sp>
      <p:sp>
        <p:nvSpPr>
          <p:cNvPr id="7" name="">
            <a:extLst xmlns:a="http://schemas.openxmlformats.org/drawingml/2006/main">
              <a:ext uri="{FF2B5EF4-FFF2-40B4-BE49-F238E27FC236}">
                <a16:creationId xmlns:a16="http://schemas.microsoft.com/office/drawing/2014/main" id="{56D4CEEF-E018-4F21-B112-5CFD4FBC0868}"/>
              </a:ext>
            </a:extLst>
          </p:cNvPr>
          <p:cNvSpPr>
            <a:spLocks xmlns:a="http://schemas.openxmlformats.org/drawingml/2006/main" noGrp="1"/>
          </p:cNvSpPr>
          <p:nvPr/>
        </p:nvSpPr>
        <p:spPr>
          <a:xfrm xmlns:a="http://schemas.openxmlformats.org/drawingml/2006/main">
            <a:off x="6191250" y="1714500"/>
            <a:ext cx="49053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0A7777"/>
                </a:solidFill>
                <a:latin typeface="Avenir Next"/>
                <a:ea typeface="Avenir Next"/>
                <a:cs typeface="Avenir Next"/>
              </a:defRPr>
            </a:defPPr>
            <a:lvl1pPr algn="l">
              <a:defRPr sz="1275" b="1">
                <a:solidFill>
                  <a:srgbClr val="0A7777"/>
                </a:solidFill>
                <a:latin typeface="Avenir Next"/>
                <a:ea typeface="Avenir Next"/>
                <a:cs typeface="Avenir Next"/>
              </a:defRPr>
            </a:lvl1pPr>
            <a:lvl2pPr algn="l">
              <a:defRPr sz="1275" b="1">
                <a:solidFill>
                  <a:srgbClr val="0A7777"/>
                </a:solidFill>
                <a:latin typeface="Avenir Next"/>
                <a:ea typeface="Avenir Next"/>
                <a:cs typeface="Avenir Next"/>
              </a:defRPr>
            </a:lvl2pPr>
            <a:lvl3pPr algn="l">
              <a:defRPr sz="1275" b="1">
                <a:solidFill>
                  <a:srgbClr val="0A7777"/>
                </a:solidFill>
                <a:latin typeface="Avenir Next"/>
                <a:ea typeface="Avenir Next"/>
                <a:cs typeface="Avenir Next"/>
              </a:defRPr>
            </a:lvl3pPr>
            <a:lvl4pPr algn="l">
              <a:defRPr sz="1275" b="1">
                <a:solidFill>
                  <a:srgbClr val="0A7777"/>
                </a:solidFill>
                <a:latin typeface="Avenir Next"/>
                <a:ea typeface="Avenir Next"/>
                <a:cs typeface="Avenir Next"/>
              </a:defRPr>
            </a:lvl4pPr>
            <a:lvl5pPr algn="l">
              <a:defRPr sz="1275" b="1">
                <a:solidFill>
                  <a:srgbClr val="0A7777"/>
                </a:solidFill>
                <a:latin typeface="Avenir Next"/>
                <a:ea typeface="Avenir Next"/>
                <a:cs typeface="Avenir Next"/>
              </a:defRPr>
            </a:lvl5pPr>
            <a:lvl6pPr algn="l">
              <a:defRPr sz="1275" b="1">
                <a:solidFill>
                  <a:srgbClr val="0A7777"/>
                </a:solidFill>
                <a:latin typeface="Avenir Next"/>
                <a:ea typeface="Avenir Next"/>
                <a:cs typeface="Avenir Next"/>
              </a:defRPr>
            </a:lvl6pPr>
            <a:lvl7pPr algn="l">
              <a:defRPr sz="1275" b="1">
                <a:solidFill>
                  <a:srgbClr val="0A7777"/>
                </a:solidFill>
                <a:latin typeface="Avenir Next"/>
                <a:ea typeface="Avenir Next"/>
                <a:cs typeface="Avenir Next"/>
              </a:defRPr>
            </a:lvl7pPr>
            <a:lvl8pPr algn="l">
              <a:defRPr sz="1275" b="1">
                <a:solidFill>
                  <a:srgbClr val="0A7777"/>
                </a:solidFill>
                <a:latin typeface="Avenir Next"/>
                <a:ea typeface="Avenir Next"/>
                <a:cs typeface="Avenir Next"/>
              </a:defRPr>
            </a:lvl8pPr>
            <a:lvl9pPr algn="l">
              <a:defRPr sz="1275" b="1">
                <a:solidFill>
                  <a:srgbClr val="0A7777"/>
                </a:solidFill>
                <a:latin typeface="Avenir Next"/>
                <a:ea typeface="Avenir Next"/>
                <a:cs typeface="Avenir Next"/>
              </a:defRPr>
            </a:lvl9pPr>
          </a:lstStyle>
          <a:p xmlns:a="http://schemas.openxmlformats.org/drawingml/2006/main">
            <a:pPr algn="l">
              <a:defRPr sz="1275" b="1">
                <a:solidFill>
                  <a:srgbClr val="0A7777"/>
                </a:solidFill>
                <a:latin typeface="Avenir Next"/>
                <a:ea typeface="Avenir Next"/>
                <a:cs typeface="Avenir Next"/>
              </a:defRPr>
            </a:pPr>
            <a:r>
              <a:rPr sz="1275" b="1">
                <a:solidFill>
                  <a:srgbClr val="0A7777"/>
                </a:solidFill>
                <a:latin typeface="Avenir Next"/>
                <a:ea typeface="Avenir Next"/>
                <a:cs typeface="Avenir Next"/>
              </a:rPr>
              <a:t>TERMINAL 2</a:t>
            </a:r>
          </a:p>
        </p:txBody>
      </p:sp>
      <p:sp>
        <p:nvSpPr>
          <p:cNvPr id="8" name="">
            <a:extLst xmlns:a="http://schemas.openxmlformats.org/drawingml/2006/main">
              <a:ext uri="{FF2B5EF4-FFF2-40B4-BE49-F238E27FC236}">
                <a16:creationId xmlns:a16="http://schemas.microsoft.com/office/drawing/2014/main" id="{13A05571-D2E8-4A9E-9EE1-A9B441D68EF4}"/>
              </a:ext>
            </a:extLst>
          </p:cNvPr>
          <p:cNvSpPr>
            <a:spLocks xmlns:a="http://schemas.openxmlformats.org/drawingml/2006/main" noGrp="1"/>
          </p:cNvSpPr>
          <p:nvPr/>
        </p:nvSpPr>
        <p:spPr>
          <a:xfrm xmlns:a="http://schemas.openxmlformats.org/drawingml/2006/main">
            <a:off x="6191250" y="2114550"/>
            <a:ext cx="49053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42B3D"/>
                </a:solidFill>
                <a:latin typeface="Avenir Next"/>
                <a:ea typeface="Avenir Next"/>
                <a:cs typeface="Avenir Next"/>
              </a:defRPr>
            </a:defPPr>
            <a:lvl1pPr algn="l">
              <a:defRPr sz="2025" b="1">
                <a:solidFill>
                  <a:srgbClr val="142B3D"/>
                </a:solidFill>
                <a:latin typeface="Avenir Next"/>
                <a:ea typeface="Avenir Next"/>
                <a:cs typeface="Avenir Next"/>
              </a:defRPr>
            </a:lvl1pPr>
            <a:lvl2pPr algn="l">
              <a:defRPr sz="2025" b="1">
                <a:solidFill>
                  <a:srgbClr val="142B3D"/>
                </a:solidFill>
                <a:latin typeface="Avenir Next"/>
                <a:ea typeface="Avenir Next"/>
                <a:cs typeface="Avenir Next"/>
              </a:defRPr>
            </a:lvl2pPr>
            <a:lvl3pPr algn="l">
              <a:defRPr sz="2025" b="1">
                <a:solidFill>
                  <a:srgbClr val="142B3D"/>
                </a:solidFill>
                <a:latin typeface="Avenir Next"/>
                <a:ea typeface="Avenir Next"/>
                <a:cs typeface="Avenir Next"/>
              </a:defRPr>
            </a:lvl3pPr>
            <a:lvl4pPr algn="l">
              <a:defRPr sz="2025" b="1">
                <a:solidFill>
                  <a:srgbClr val="142B3D"/>
                </a:solidFill>
                <a:latin typeface="Avenir Next"/>
                <a:ea typeface="Avenir Next"/>
                <a:cs typeface="Avenir Next"/>
              </a:defRPr>
            </a:lvl4pPr>
            <a:lvl5pPr algn="l">
              <a:defRPr sz="2025" b="1">
                <a:solidFill>
                  <a:srgbClr val="142B3D"/>
                </a:solidFill>
                <a:latin typeface="Avenir Next"/>
                <a:ea typeface="Avenir Next"/>
                <a:cs typeface="Avenir Next"/>
              </a:defRPr>
            </a:lvl5pPr>
            <a:lvl6pPr algn="l">
              <a:defRPr sz="2025" b="1">
                <a:solidFill>
                  <a:srgbClr val="142B3D"/>
                </a:solidFill>
                <a:latin typeface="Avenir Next"/>
                <a:ea typeface="Avenir Next"/>
                <a:cs typeface="Avenir Next"/>
              </a:defRPr>
            </a:lvl6pPr>
            <a:lvl7pPr algn="l">
              <a:defRPr sz="2025" b="1">
                <a:solidFill>
                  <a:srgbClr val="142B3D"/>
                </a:solidFill>
                <a:latin typeface="Avenir Next"/>
                <a:ea typeface="Avenir Next"/>
                <a:cs typeface="Avenir Next"/>
              </a:defRPr>
            </a:lvl7pPr>
            <a:lvl8pPr algn="l">
              <a:defRPr sz="2025" b="1">
                <a:solidFill>
                  <a:srgbClr val="142B3D"/>
                </a:solidFill>
                <a:latin typeface="Avenir Next"/>
                <a:ea typeface="Avenir Next"/>
                <a:cs typeface="Avenir Next"/>
              </a:defRPr>
            </a:lvl8pPr>
            <a:lvl9pPr algn="l">
              <a:defRPr sz="2025" b="1">
                <a:solidFill>
                  <a:srgbClr val="142B3D"/>
                </a:solidFill>
                <a:latin typeface="Avenir Next"/>
                <a:ea typeface="Avenir Next"/>
                <a:cs typeface="Avenir Next"/>
              </a:defRPr>
            </a:lvl9pPr>
          </a:lstStyle>
          <a:p xmlns:a="http://schemas.openxmlformats.org/drawingml/2006/main">
            <a:pPr algn="l">
              <a:defRPr sz="2025" b="1">
                <a:solidFill>
                  <a:srgbClr val="142B3D"/>
                </a:solidFill>
                <a:latin typeface="Avenir Next"/>
                <a:ea typeface="Avenir Next"/>
                <a:cs typeface="Avenir Next"/>
              </a:defRPr>
            </a:pPr>
            <a:r>
              <a:rPr sz="2025" b="1">
                <a:solidFill>
                  <a:srgbClr val="142B3D"/>
                </a:solidFill>
                <a:latin typeface="Avenir Next"/>
                <a:ea typeface="Avenir Next"/>
                <a:cs typeface="Avenir Next"/>
              </a:rPr>
              <a:t>robot --variable HEADLESS:False ...</a:t>
            </a:r>
          </a:p>
        </p:txBody>
      </p:sp>
      <p:sp>
        <p:nvSpPr>
          <p:cNvPr id="9" name="">
            <a:extLst xmlns:a="http://schemas.openxmlformats.org/drawingml/2006/main">
              <a:ext uri="{FF2B5EF4-FFF2-40B4-BE49-F238E27FC236}">
                <a16:creationId xmlns:a16="http://schemas.microsoft.com/office/drawing/2014/main" id="{BEA30176-C717-4AEF-A6E4-A19943CBC24C}"/>
              </a:ext>
            </a:extLst>
          </p:cNvPr>
          <p:cNvSpPr>
            <a:spLocks xmlns:a="http://schemas.openxmlformats.org/drawingml/2006/main" noGrp="1"/>
          </p:cNvSpPr>
          <p:nvPr/>
        </p:nvSpPr>
        <p:spPr>
          <a:xfrm xmlns:a="http://schemas.openxmlformats.org/drawingml/2006/main">
            <a:off x="714375" y="3476625"/>
            <a:ext cx="10382250" cy="19050"/>
          </a:xfrm>
          <a:prstGeom xmlns:a="http://schemas.openxmlformats.org/drawingml/2006/main" prst="rect">
            <a:avLst/>
          </a:prstGeom>
          <a:solidFill xmlns:a="http://schemas.openxmlformats.org/drawingml/2006/main">
            <a:srgbClr val="B9C8C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DB705C2-1914-462A-A0BF-280E5731DDE7}"/>
              </a:ext>
            </a:extLst>
          </p:cNvPr>
          <p:cNvSpPr>
            <a:spLocks xmlns:a="http://schemas.openxmlformats.org/drawingml/2006/main" noGrp="1"/>
          </p:cNvSpPr>
          <p:nvPr/>
        </p:nvSpPr>
        <p:spPr>
          <a:xfrm xmlns:a="http://schemas.openxmlformats.org/drawingml/2006/main">
            <a:off x="714375" y="3886200"/>
            <a:ext cx="10382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000" b="1">
                <a:solidFill>
                  <a:srgbClr val="166A4D"/>
                </a:solidFill>
                <a:latin typeface="Avenir Next"/>
                <a:ea typeface="Avenir Next"/>
                <a:cs typeface="Avenir Next"/>
              </a:defRPr>
            </a:defPPr>
            <a:lvl1pPr algn="l">
              <a:defRPr sz="3000" b="1">
                <a:solidFill>
                  <a:srgbClr val="166A4D"/>
                </a:solidFill>
                <a:latin typeface="Avenir Next"/>
                <a:ea typeface="Avenir Next"/>
                <a:cs typeface="Avenir Next"/>
              </a:defRPr>
            </a:lvl1pPr>
            <a:lvl2pPr algn="l">
              <a:defRPr sz="3000" b="1">
                <a:solidFill>
                  <a:srgbClr val="166A4D"/>
                </a:solidFill>
                <a:latin typeface="Avenir Next"/>
                <a:ea typeface="Avenir Next"/>
                <a:cs typeface="Avenir Next"/>
              </a:defRPr>
            </a:lvl2pPr>
            <a:lvl3pPr algn="l">
              <a:defRPr sz="3000" b="1">
                <a:solidFill>
                  <a:srgbClr val="166A4D"/>
                </a:solidFill>
                <a:latin typeface="Avenir Next"/>
                <a:ea typeface="Avenir Next"/>
                <a:cs typeface="Avenir Next"/>
              </a:defRPr>
            </a:lvl3pPr>
            <a:lvl4pPr algn="l">
              <a:defRPr sz="3000" b="1">
                <a:solidFill>
                  <a:srgbClr val="166A4D"/>
                </a:solidFill>
                <a:latin typeface="Avenir Next"/>
                <a:ea typeface="Avenir Next"/>
                <a:cs typeface="Avenir Next"/>
              </a:defRPr>
            </a:lvl4pPr>
            <a:lvl5pPr algn="l">
              <a:defRPr sz="3000" b="1">
                <a:solidFill>
                  <a:srgbClr val="166A4D"/>
                </a:solidFill>
                <a:latin typeface="Avenir Next"/>
                <a:ea typeface="Avenir Next"/>
                <a:cs typeface="Avenir Next"/>
              </a:defRPr>
            </a:lvl5pPr>
            <a:lvl6pPr algn="l">
              <a:defRPr sz="3000" b="1">
                <a:solidFill>
                  <a:srgbClr val="166A4D"/>
                </a:solidFill>
                <a:latin typeface="Avenir Next"/>
                <a:ea typeface="Avenir Next"/>
                <a:cs typeface="Avenir Next"/>
              </a:defRPr>
            </a:lvl6pPr>
            <a:lvl7pPr algn="l">
              <a:defRPr sz="3000" b="1">
                <a:solidFill>
                  <a:srgbClr val="166A4D"/>
                </a:solidFill>
                <a:latin typeface="Avenir Next"/>
                <a:ea typeface="Avenir Next"/>
                <a:cs typeface="Avenir Next"/>
              </a:defRPr>
            </a:lvl7pPr>
            <a:lvl8pPr algn="l">
              <a:defRPr sz="3000" b="1">
                <a:solidFill>
                  <a:srgbClr val="166A4D"/>
                </a:solidFill>
                <a:latin typeface="Avenir Next"/>
                <a:ea typeface="Avenir Next"/>
                <a:cs typeface="Avenir Next"/>
              </a:defRPr>
            </a:lvl8pPr>
            <a:lvl9pPr algn="l">
              <a:defRPr sz="3000" b="1">
                <a:solidFill>
                  <a:srgbClr val="166A4D"/>
                </a:solidFill>
                <a:latin typeface="Avenir Next"/>
                <a:ea typeface="Avenir Next"/>
                <a:cs typeface="Avenir Next"/>
              </a:defRPr>
            </a:lvl9pPr>
          </a:lstStyle>
          <a:p xmlns:a="http://schemas.openxmlformats.org/drawingml/2006/main">
            <a:pPr algn="l">
              <a:defRPr sz="3000" b="1">
                <a:solidFill>
                  <a:srgbClr val="166A4D"/>
                </a:solidFill>
                <a:latin typeface="Avenir Next"/>
                <a:ea typeface="Avenir Next"/>
                <a:cs typeface="Avenir Next"/>
              </a:defRPr>
            </a:pPr>
            <a:r>
              <a:rPr sz="3000" b="1">
                <a:solidFill>
                  <a:srgbClr val="166A4D"/>
                </a:solidFill>
                <a:latin typeface="Avenir Next"/>
                <a:ea typeface="Avenir Next"/>
                <a:cs typeface="Avenir Next"/>
              </a:rPr>
              <a:t>1 test · 1 passed · 0 failed</a:t>
            </a:r>
          </a:p>
        </p:txBody>
      </p:sp>
      <p:sp>
        <p:nvSpPr>
          <p:cNvPr id="11" name="">
            <a:extLst xmlns:a="http://schemas.openxmlformats.org/drawingml/2006/main">
              <a:ext uri="{FF2B5EF4-FFF2-40B4-BE49-F238E27FC236}">
                <a16:creationId xmlns:a16="http://schemas.microsoft.com/office/drawing/2014/main" id="{41881F43-F46C-405F-8452-F5898D09C213}"/>
              </a:ext>
            </a:extLst>
          </p:cNvPr>
          <p:cNvSpPr>
            <a:spLocks xmlns:a="http://schemas.openxmlformats.org/drawingml/2006/main" noGrp="1"/>
          </p:cNvSpPr>
          <p:nvPr/>
        </p:nvSpPr>
        <p:spPr>
          <a:xfrm xmlns:a="http://schemas.openxmlformats.org/drawingml/2006/main">
            <a:off x="714375" y="4781550"/>
            <a:ext cx="10382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0">
                <a:solidFill>
                  <a:srgbClr val="526271"/>
                </a:solidFill>
                <a:latin typeface="Avenir Next"/>
                <a:ea typeface="Avenir Next"/>
                <a:cs typeface="Avenir Next"/>
              </a:defRPr>
            </a:defPPr>
            <a:lvl1pPr algn="l">
              <a:defRPr sz="2025" b="0">
                <a:solidFill>
                  <a:srgbClr val="526271"/>
                </a:solidFill>
                <a:latin typeface="Avenir Next"/>
                <a:ea typeface="Avenir Next"/>
                <a:cs typeface="Avenir Next"/>
              </a:defRPr>
            </a:lvl1pPr>
            <a:lvl2pPr algn="l">
              <a:defRPr sz="2025" b="0">
                <a:solidFill>
                  <a:srgbClr val="526271"/>
                </a:solidFill>
                <a:latin typeface="Avenir Next"/>
                <a:ea typeface="Avenir Next"/>
                <a:cs typeface="Avenir Next"/>
              </a:defRPr>
            </a:lvl2pPr>
            <a:lvl3pPr algn="l">
              <a:defRPr sz="2025" b="0">
                <a:solidFill>
                  <a:srgbClr val="526271"/>
                </a:solidFill>
                <a:latin typeface="Avenir Next"/>
                <a:ea typeface="Avenir Next"/>
                <a:cs typeface="Avenir Next"/>
              </a:defRPr>
            </a:lvl3pPr>
            <a:lvl4pPr algn="l">
              <a:defRPr sz="2025" b="0">
                <a:solidFill>
                  <a:srgbClr val="526271"/>
                </a:solidFill>
                <a:latin typeface="Avenir Next"/>
                <a:ea typeface="Avenir Next"/>
                <a:cs typeface="Avenir Next"/>
              </a:defRPr>
            </a:lvl4pPr>
            <a:lvl5pPr algn="l">
              <a:defRPr sz="2025" b="0">
                <a:solidFill>
                  <a:srgbClr val="526271"/>
                </a:solidFill>
                <a:latin typeface="Avenir Next"/>
                <a:ea typeface="Avenir Next"/>
                <a:cs typeface="Avenir Next"/>
              </a:defRPr>
            </a:lvl5pPr>
            <a:lvl6pPr algn="l">
              <a:defRPr sz="2025" b="0">
                <a:solidFill>
                  <a:srgbClr val="526271"/>
                </a:solidFill>
                <a:latin typeface="Avenir Next"/>
                <a:ea typeface="Avenir Next"/>
                <a:cs typeface="Avenir Next"/>
              </a:defRPr>
            </a:lvl6pPr>
            <a:lvl7pPr algn="l">
              <a:defRPr sz="2025" b="0">
                <a:solidFill>
                  <a:srgbClr val="526271"/>
                </a:solidFill>
                <a:latin typeface="Avenir Next"/>
                <a:ea typeface="Avenir Next"/>
                <a:cs typeface="Avenir Next"/>
              </a:defRPr>
            </a:lvl7pPr>
            <a:lvl8pPr algn="l">
              <a:defRPr sz="2025" b="0">
                <a:solidFill>
                  <a:srgbClr val="526271"/>
                </a:solidFill>
                <a:latin typeface="Avenir Next"/>
                <a:ea typeface="Avenir Next"/>
                <a:cs typeface="Avenir Next"/>
              </a:defRPr>
            </a:lvl8pPr>
            <a:lvl9pPr algn="l">
              <a:defRPr sz="2025" b="0">
                <a:solidFill>
                  <a:srgbClr val="526271"/>
                </a:solidFill>
                <a:latin typeface="Avenir Next"/>
                <a:ea typeface="Avenir Next"/>
                <a:cs typeface="Avenir Next"/>
              </a:defRPr>
            </a:lvl9pPr>
          </a:lstStyle>
          <a:p xmlns:a="http://schemas.openxmlformats.org/drawingml/2006/main">
            <a:pPr algn="l">
              <a:defRPr sz="2025" b="0">
                <a:solidFill>
                  <a:srgbClr val="526271"/>
                </a:solidFill>
                <a:latin typeface="Avenir Next"/>
                <a:ea typeface="Avenir Next"/>
                <a:cs typeface="Avenir Next"/>
              </a:defRPr>
            </a:pPr>
            <a:r>
              <a:rPr sz="2025" b="0">
                <a:solidFill>
                  <a:srgbClr val="526271"/>
                </a:solidFill>
                <a:latin typeface="Avenir Next"/>
                <a:ea typeface="Avenir Next"/>
                <a:cs typeface="Avenir Next"/>
              </a:rPr>
              <a:t>Abrir reportes/report.html y expandir los pasos en log.html</a:t>
            </a:r>
          </a:p>
        </p:txBody>
      </p:sp>
    </p:spTree>
    <p:extLst>
      <p:ext uri="{BB962C8B-B14F-4D97-AF65-F5344CB8AC3E}">
        <p14:creationId xmlns:p14="http://schemas.microsoft.com/office/powerpoint/2010/main" val="825745217"/>
      </p:ext>
    </p:extLst>
  </p:cSld>
</p:sld>
</file>

<file path=ppt/slides/slide8.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EFBE725-DE6F-4CD2-93EC-D7380806A23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A777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3D6B9D6-ADD9-49E4-93E9-E92042CBA114}"/>
              </a:ext>
            </a:extLst>
          </p:cNvPr>
          <p:cNvSpPr>
            <a:spLocks xmlns:a="http://schemas.openxmlformats.org/drawingml/2006/main" noGrp="1"/>
          </p:cNvSpPr>
          <p:nvPr/>
        </p:nvSpPr>
        <p:spPr>
          <a:xfrm xmlns:a="http://schemas.openxmlformats.org/drawingml/2006/main">
            <a:off x="666750" y="428625"/>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000" b="1">
                <a:solidFill>
                  <a:srgbClr val="142B3D"/>
                </a:solidFill>
                <a:latin typeface="Avenir Next"/>
                <a:ea typeface="Avenir Next"/>
                <a:cs typeface="Avenir Next"/>
              </a:defRPr>
            </a:defPPr>
            <a:lvl1pPr algn="l">
              <a:defRPr sz="3000" b="1">
                <a:solidFill>
                  <a:srgbClr val="142B3D"/>
                </a:solidFill>
                <a:latin typeface="Avenir Next"/>
                <a:ea typeface="Avenir Next"/>
                <a:cs typeface="Avenir Next"/>
              </a:defRPr>
            </a:lvl1pPr>
            <a:lvl2pPr algn="l">
              <a:defRPr sz="3000" b="1">
                <a:solidFill>
                  <a:srgbClr val="142B3D"/>
                </a:solidFill>
                <a:latin typeface="Avenir Next"/>
                <a:ea typeface="Avenir Next"/>
                <a:cs typeface="Avenir Next"/>
              </a:defRPr>
            </a:lvl2pPr>
            <a:lvl3pPr algn="l">
              <a:defRPr sz="3000" b="1">
                <a:solidFill>
                  <a:srgbClr val="142B3D"/>
                </a:solidFill>
                <a:latin typeface="Avenir Next"/>
                <a:ea typeface="Avenir Next"/>
                <a:cs typeface="Avenir Next"/>
              </a:defRPr>
            </a:lvl3pPr>
            <a:lvl4pPr algn="l">
              <a:defRPr sz="3000" b="1">
                <a:solidFill>
                  <a:srgbClr val="142B3D"/>
                </a:solidFill>
                <a:latin typeface="Avenir Next"/>
                <a:ea typeface="Avenir Next"/>
                <a:cs typeface="Avenir Next"/>
              </a:defRPr>
            </a:lvl4pPr>
            <a:lvl5pPr algn="l">
              <a:defRPr sz="3000" b="1">
                <a:solidFill>
                  <a:srgbClr val="142B3D"/>
                </a:solidFill>
                <a:latin typeface="Avenir Next"/>
                <a:ea typeface="Avenir Next"/>
                <a:cs typeface="Avenir Next"/>
              </a:defRPr>
            </a:lvl5pPr>
            <a:lvl6pPr algn="l">
              <a:defRPr sz="3000" b="1">
                <a:solidFill>
                  <a:srgbClr val="142B3D"/>
                </a:solidFill>
                <a:latin typeface="Avenir Next"/>
                <a:ea typeface="Avenir Next"/>
                <a:cs typeface="Avenir Next"/>
              </a:defRPr>
            </a:lvl6pPr>
            <a:lvl7pPr algn="l">
              <a:defRPr sz="3000" b="1">
                <a:solidFill>
                  <a:srgbClr val="142B3D"/>
                </a:solidFill>
                <a:latin typeface="Avenir Next"/>
                <a:ea typeface="Avenir Next"/>
                <a:cs typeface="Avenir Next"/>
              </a:defRPr>
            </a:lvl7pPr>
            <a:lvl8pPr algn="l">
              <a:defRPr sz="3000" b="1">
                <a:solidFill>
                  <a:srgbClr val="142B3D"/>
                </a:solidFill>
                <a:latin typeface="Avenir Next"/>
                <a:ea typeface="Avenir Next"/>
                <a:cs typeface="Avenir Next"/>
              </a:defRPr>
            </a:lvl8pPr>
            <a:lvl9pPr algn="l">
              <a:defRPr sz="3000" b="1">
                <a:solidFill>
                  <a:srgbClr val="142B3D"/>
                </a:solidFill>
                <a:latin typeface="Avenir Next"/>
                <a:ea typeface="Avenir Next"/>
                <a:cs typeface="Avenir Next"/>
              </a:defRPr>
            </a:lvl9pPr>
          </a:lstStyle>
          <a:p xmlns:a="http://schemas.openxmlformats.org/drawingml/2006/main">
            <a:pPr algn="l">
              <a:defRPr sz="3000" b="1">
                <a:solidFill>
                  <a:srgbClr val="142B3D"/>
                </a:solidFill>
                <a:latin typeface="Avenir Next"/>
                <a:ea typeface="Avenir Next"/>
                <a:cs typeface="Avenir Next"/>
              </a:defRPr>
            </a:pPr>
            <a:r>
              <a:rPr sz="3000" b="1">
                <a:solidFill>
                  <a:srgbClr val="142B3D"/>
                </a:solidFill>
                <a:latin typeface="Avenir Next"/>
                <a:ea typeface="Avenir Next"/>
                <a:cs typeface="Avenir Next"/>
              </a:rPr>
              <a:t>IA en vivo: revisar una prueba real</a:t>
            </a:r>
          </a:p>
        </p:txBody>
      </p:sp>
      <p:sp>
        <p:nvSpPr>
          <p:cNvPr id="3" name="">
            <a:extLst xmlns:a="http://schemas.openxmlformats.org/drawingml/2006/main">
              <a:ext uri="{FF2B5EF4-FFF2-40B4-BE49-F238E27FC236}">
                <a16:creationId xmlns:a16="http://schemas.microsoft.com/office/drawing/2014/main" id="{360ADCA5-8CFE-45CB-8CAB-18380C63B365}"/>
              </a:ext>
            </a:extLst>
          </p:cNvPr>
          <p:cNvSpPr>
            <a:spLocks xmlns:a="http://schemas.openxmlformats.org/drawingml/2006/main" noGrp="1"/>
          </p:cNvSpPr>
          <p:nvPr/>
        </p:nvSpPr>
        <p:spPr>
          <a:xfrm xmlns:a="http://schemas.openxmlformats.org/drawingml/2006/main">
            <a:off x="666750" y="1257300"/>
            <a:ext cx="10668000" cy="19050"/>
          </a:xfrm>
          <a:prstGeom xmlns:a="http://schemas.openxmlformats.org/drawingml/2006/main" prst="rect">
            <a:avLst/>
          </a:prstGeom>
          <a:solidFill xmlns:a="http://schemas.openxmlformats.org/drawingml/2006/main">
            <a:srgbClr val="B9C8C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4AB3263-F452-4F7E-A67C-A200535734A3}"/>
              </a:ext>
            </a:extLst>
          </p:cNvPr>
          <p:cNvSpPr>
            <a:spLocks xmlns:a="http://schemas.openxmlformats.org/drawingml/2006/main" noGrp="1"/>
          </p:cNvSpPr>
          <p:nvPr/>
        </p:nvSpPr>
        <p:spPr>
          <a:xfrm xmlns:a="http://schemas.openxmlformats.org/drawingml/2006/main">
            <a:off x="10858500" y="630555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526271"/>
                </a:solidFill>
                <a:latin typeface="Avenir Next"/>
                <a:ea typeface="Avenir Next"/>
                <a:cs typeface="Avenir Next"/>
              </a:defRPr>
            </a:defPPr>
            <a:lvl1pPr algn="r">
              <a:defRPr sz="1125" b="1">
                <a:solidFill>
                  <a:srgbClr val="526271"/>
                </a:solidFill>
                <a:latin typeface="Avenir Next"/>
                <a:ea typeface="Avenir Next"/>
                <a:cs typeface="Avenir Next"/>
              </a:defRPr>
            </a:lvl1pPr>
            <a:lvl2pPr algn="r">
              <a:defRPr sz="1125" b="1">
                <a:solidFill>
                  <a:srgbClr val="526271"/>
                </a:solidFill>
                <a:latin typeface="Avenir Next"/>
                <a:ea typeface="Avenir Next"/>
                <a:cs typeface="Avenir Next"/>
              </a:defRPr>
            </a:lvl2pPr>
            <a:lvl3pPr algn="r">
              <a:defRPr sz="1125" b="1">
                <a:solidFill>
                  <a:srgbClr val="526271"/>
                </a:solidFill>
                <a:latin typeface="Avenir Next"/>
                <a:ea typeface="Avenir Next"/>
                <a:cs typeface="Avenir Next"/>
              </a:defRPr>
            </a:lvl3pPr>
            <a:lvl4pPr algn="r">
              <a:defRPr sz="1125" b="1">
                <a:solidFill>
                  <a:srgbClr val="526271"/>
                </a:solidFill>
                <a:latin typeface="Avenir Next"/>
                <a:ea typeface="Avenir Next"/>
                <a:cs typeface="Avenir Next"/>
              </a:defRPr>
            </a:lvl4pPr>
            <a:lvl5pPr algn="r">
              <a:defRPr sz="1125" b="1">
                <a:solidFill>
                  <a:srgbClr val="526271"/>
                </a:solidFill>
                <a:latin typeface="Avenir Next"/>
                <a:ea typeface="Avenir Next"/>
                <a:cs typeface="Avenir Next"/>
              </a:defRPr>
            </a:lvl5pPr>
            <a:lvl6pPr algn="r">
              <a:defRPr sz="1125" b="1">
                <a:solidFill>
                  <a:srgbClr val="526271"/>
                </a:solidFill>
                <a:latin typeface="Avenir Next"/>
                <a:ea typeface="Avenir Next"/>
                <a:cs typeface="Avenir Next"/>
              </a:defRPr>
            </a:lvl6pPr>
            <a:lvl7pPr algn="r">
              <a:defRPr sz="1125" b="1">
                <a:solidFill>
                  <a:srgbClr val="526271"/>
                </a:solidFill>
                <a:latin typeface="Avenir Next"/>
                <a:ea typeface="Avenir Next"/>
                <a:cs typeface="Avenir Next"/>
              </a:defRPr>
            </a:lvl7pPr>
            <a:lvl8pPr algn="r">
              <a:defRPr sz="1125" b="1">
                <a:solidFill>
                  <a:srgbClr val="526271"/>
                </a:solidFill>
                <a:latin typeface="Avenir Next"/>
                <a:ea typeface="Avenir Next"/>
                <a:cs typeface="Avenir Next"/>
              </a:defRPr>
            </a:lvl8pPr>
            <a:lvl9pPr algn="r">
              <a:defRPr sz="1125" b="1">
                <a:solidFill>
                  <a:srgbClr val="526271"/>
                </a:solidFill>
                <a:latin typeface="Avenir Next"/>
                <a:ea typeface="Avenir Next"/>
                <a:cs typeface="Avenir Next"/>
              </a:defRPr>
            </a:lvl9pPr>
          </a:lstStyle>
          <a:p xmlns:a="http://schemas.openxmlformats.org/drawingml/2006/main">
            <a:pPr algn="r">
              <a:defRPr sz="1125" b="1">
                <a:solidFill>
                  <a:srgbClr val="526271"/>
                </a:solidFill>
                <a:latin typeface="Avenir Next"/>
                <a:ea typeface="Avenir Next"/>
                <a:cs typeface="Avenir Next"/>
              </a:defRPr>
            </a:pPr>
            <a:r>
              <a:rPr sz="1125" b="1">
                <a:solidFill>
                  <a:srgbClr val="526271"/>
                </a:solidFill>
                <a:latin typeface="Avenir Next"/>
                <a:ea typeface="Avenir Next"/>
                <a:cs typeface="Avenir Next"/>
              </a:rPr>
              <a:t>08</a:t>
            </a:r>
          </a:p>
        </p:txBody>
      </p:sp>
      <p:sp>
        <p:nvSpPr>
          <p:cNvPr id="5" name="">
            <a:extLst xmlns:a="http://schemas.openxmlformats.org/drawingml/2006/main">
              <a:ext uri="{FF2B5EF4-FFF2-40B4-BE49-F238E27FC236}">
                <a16:creationId xmlns:a16="http://schemas.microsoft.com/office/drawing/2014/main" id="{0F87B9FC-F1BB-4B2B-96BB-2F5DC095744A}"/>
              </a:ext>
            </a:extLst>
          </p:cNvPr>
          <p:cNvSpPr>
            <a:spLocks xmlns:a="http://schemas.openxmlformats.org/drawingml/2006/main" noGrp="1"/>
          </p:cNvSpPr>
          <p:nvPr/>
        </p:nvSpPr>
        <p:spPr>
          <a:xfrm xmlns:a="http://schemas.openxmlformats.org/drawingml/2006/main">
            <a:off x="714375" y="1714500"/>
            <a:ext cx="4953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0A7777"/>
                </a:solidFill>
                <a:latin typeface="Avenir Next"/>
                <a:ea typeface="Avenir Next"/>
                <a:cs typeface="Avenir Next"/>
              </a:defRPr>
            </a:defPPr>
            <a:lvl1pPr algn="l">
              <a:defRPr sz="1275" b="1">
                <a:solidFill>
                  <a:srgbClr val="0A7777"/>
                </a:solidFill>
                <a:latin typeface="Avenir Next"/>
                <a:ea typeface="Avenir Next"/>
                <a:cs typeface="Avenir Next"/>
              </a:defRPr>
            </a:lvl1pPr>
            <a:lvl2pPr algn="l">
              <a:defRPr sz="1275" b="1">
                <a:solidFill>
                  <a:srgbClr val="0A7777"/>
                </a:solidFill>
                <a:latin typeface="Avenir Next"/>
                <a:ea typeface="Avenir Next"/>
                <a:cs typeface="Avenir Next"/>
              </a:defRPr>
            </a:lvl2pPr>
            <a:lvl3pPr algn="l">
              <a:defRPr sz="1275" b="1">
                <a:solidFill>
                  <a:srgbClr val="0A7777"/>
                </a:solidFill>
                <a:latin typeface="Avenir Next"/>
                <a:ea typeface="Avenir Next"/>
                <a:cs typeface="Avenir Next"/>
              </a:defRPr>
            </a:lvl3pPr>
            <a:lvl4pPr algn="l">
              <a:defRPr sz="1275" b="1">
                <a:solidFill>
                  <a:srgbClr val="0A7777"/>
                </a:solidFill>
                <a:latin typeface="Avenir Next"/>
                <a:ea typeface="Avenir Next"/>
                <a:cs typeface="Avenir Next"/>
              </a:defRPr>
            </a:lvl4pPr>
            <a:lvl5pPr algn="l">
              <a:defRPr sz="1275" b="1">
                <a:solidFill>
                  <a:srgbClr val="0A7777"/>
                </a:solidFill>
                <a:latin typeface="Avenir Next"/>
                <a:ea typeface="Avenir Next"/>
                <a:cs typeface="Avenir Next"/>
              </a:defRPr>
            </a:lvl5pPr>
            <a:lvl6pPr algn="l">
              <a:defRPr sz="1275" b="1">
                <a:solidFill>
                  <a:srgbClr val="0A7777"/>
                </a:solidFill>
                <a:latin typeface="Avenir Next"/>
                <a:ea typeface="Avenir Next"/>
                <a:cs typeface="Avenir Next"/>
              </a:defRPr>
            </a:lvl6pPr>
            <a:lvl7pPr algn="l">
              <a:defRPr sz="1275" b="1">
                <a:solidFill>
                  <a:srgbClr val="0A7777"/>
                </a:solidFill>
                <a:latin typeface="Avenir Next"/>
                <a:ea typeface="Avenir Next"/>
                <a:cs typeface="Avenir Next"/>
              </a:defRPr>
            </a:lvl7pPr>
            <a:lvl8pPr algn="l">
              <a:defRPr sz="1275" b="1">
                <a:solidFill>
                  <a:srgbClr val="0A7777"/>
                </a:solidFill>
                <a:latin typeface="Avenir Next"/>
                <a:ea typeface="Avenir Next"/>
                <a:cs typeface="Avenir Next"/>
              </a:defRPr>
            </a:lvl8pPr>
            <a:lvl9pPr algn="l">
              <a:defRPr sz="1275" b="1">
                <a:solidFill>
                  <a:srgbClr val="0A7777"/>
                </a:solidFill>
                <a:latin typeface="Avenir Next"/>
                <a:ea typeface="Avenir Next"/>
                <a:cs typeface="Avenir Next"/>
              </a:defRPr>
            </a:lvl9pPr>
          </a:lstStyle>
          <a:p xmlns:a="http://schemas.openxmlformats.org/drawingml/2006/main">
            <a:pPr algn="l">
              <a:defRPr sz="1275" b="1">
                <a:solidFill>
                  <a:srgbClr val="0A7777"/>
                </a:solidFill>
                <a:latin typeface="Avenir Next"/>
                <a:ea typeface="Avenir Next"/>
                <a:cs typeface="Avenir Next"/>
              </a:defRPr>
            </a:pPr>
            <a:r>
              <a:rPr sz="1275" b="1">
                <a:solidFill>
                  <a:srgbClr val="0A7777"/>
                </a:solidFill>
                <a:latin typeface="Avenir Next"/>
                <a:ea typeface="Avenir Next"/>
                <a:cs typeface="Avenir Next"/>
              </a:rPr>
              <a:t>PROMPT EN CODEX</a:t>
            </a:r>
          </a:p>
        </p:txBody>
      </p:sp>
      <p:sp>
        <p:nvSpPr>
          <p:cNvPr id="6" name="">
            <a:extLst xmlns:a="http://schemas.openxmlformats.org/drawingml/2006/main">
              <a:ext uri="{FF2B5EF4-FFF2-40B4-BE49-F238E27FC236}">
                <a16:creationId xmlns:a16="http://schemas.microsoft.com/office/drawing/2014/main" id="{A527CF59-5997-489A-B785-884B690B195C}"/>
              </a:ext>
            </a:extLst>
          </p:cNvPr>
          <p:cNvSpPr>
            <a:spLocks xmlns:a="http://schemas.openxmlformats.org/drawingml/2006/main" noGrp="1"/>
          </p:cNvSpPr>
          <p:nvPr/>
        </p:nvSpPr>
        <p:spPr>
          <a:xfrm xmlns:a="http://schemas.openxmlformats.org/drawingml/2006/main">
            <a:off x="714375" y="2095500"/>
            <a:ext cx="10382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325" b="1">
                <a:solidFill>
                  <a:srgbClr val="142B3D"/>
                </a:solidFill>
                <a:latin typeface="Avenir Next"/>
                <a:ea typeface="Avenir Next"/>
                <a:cs typeface="Avenir Next"/>
              </a:defRPr>
            </a:defPPr>
            <a:lvl1pPr algn="l">
              <a:defRPr sz="2325" b="1">
                <a:solidFill>
                  <a:srgbClr val="142B3D"/>
                </a:solidFill>
                <a:latin typeface="Avenir Next"/>
                <a:ea typeface="Avenir Next"/>
                <a:cs typeface="Avenir Next"/>
              </a:defRPr>
            </a:lvl1pPr>
            <a:lvl2pPr algn="l">
              <a:defRPr sz="2325" b="1">
                <a:solidFill>
                  <a:srgbClr val="142B3D"/>
                </a:solidFill>
                <a:latin typeface="Avenir Next"/>
                <a:ea typeface="Avenir Next"/>
                <a:cs typeface="Avenir Next"/>
              </a:defRPr>
            </a:lvl2pPr>
            <a:lvl3pPr algn="l">
              <a:defRPr sz="2325" b="1">
                <a:solidFill>
                  <a:srgbClr val="142B3D"/>
                </a:solidFill>
                <a:latin typeface="Avenir Next"/>
                <a:ea typeface="Avenir Next"/>
                <a:cs typeface="Avenir Next"/>
              </a:defRPr>
            </a:lvl3pPr>
            <a:lvl4pPr algn="l">
              <a:defRPr sz="2325" b="1">
                <a:solidFill>
                  <a:srgbClr val="142B3D"/>
                </a:solidFill>
                <a:latin typeface="Avenir Next"/>
                <a:ea typeface="Avenir Next"/>
                <a:cs typeface="Avenir Next"/>
              </a:defRPr>
            </a:lvl4pPr>
            <a:lvl5pPr algn="l">
              <a:defRPr sz="2325" b="1">
                <a:solidFill>
                  <a:srgbClr val="142B3D"/>
                </a:solidFill>
                <a:latin typeface="Avenir Next"/>
                <a:ea typeface="Avenir Next"/>
                <a:cs typeface="Avenir Next"/>
              </a:defRPr>
            </a:lvl5pPr>
            <a:lvl6pPr algn="l">
              <a:defRPr sz="2325" b="1">
                <a:solidFill>
                  <a:srgbClr val="142B3D"/>
                </a:solidFill>
                <a:latin typeface="Avenir Next"/>
                <a:ea typeface="Avenir Next"/>
                <a:cs typeface="Avenir Next"/>
              </a:defRPr>
            </a:lvl6pPr>
            <a:lvl7pPr algn="l">
              <a:defRPr sz="2325" b="1">
                <a:solidFill>
                  <a:srgbClr val="142B3D"/>
                </a:solidFill>
                <a:latin typeface="Avenir Next"/>
                <a:ea typeface="Avenir Next"/>
                <a:cs typeface="Avenir Next"/>
              </a:defRPr>
            </a:lvl7pPr>
            <a:lvl8pPr algn="l">
              <a:defRPr sz="2325" b="1">
                <a:solidFill>
                  <a:srgbClr val="142B3D"/>
                </a:solidFill>
                <a:latin typeface="Avenir Next"/>
                <a:ea typeface="Avenir Next"/>
                <a:cs typeface="Avenir Next"/>
              </a:defRPr>
            </a:lvl8pPr>
            <a:lvl9pPr algn="l">
              <a:defRPr sz="2325" b="1">
                <a:solidFill>
                  <a:srgbClr val="142B3D"/>
                </a:solidFill>
                <a:latin typeface="Avenir Next"/>
                <a:ea typeface="Avenir Next"/>
                <a:cs typeface="Avenir Next"/>
              </a:defRPr>
            </a:lvl9pPr>
          </a:lstStyle>
          <a:p xmlns:a="http://schemas.openxmlformats.org/drawingml/2006/main">
            <a:pPr algn="l">
              <a:defRPr sz="2325" b="1">
                <a:solidFill>
                  <a:srgbClr val="142B3D"/>
                </a:solidFill>
                <a:latin typeface="Avenir Next"/>
                <a:ea typeface="Avenir Next"/>
                <a:cs typeface="Avenir Next"/>
              </a:defRPr>
            </a:pPr>
            <a:r>
              <a:rPr sz="2325" b="1">
                <a:solidFill>
                  <a:srgbClr val="142B3D"/>
                </a:solidFill>
                <a:latin typeface="Avenir Next"/>
                <a:ea typeface="Avenir Next"/>
                <a:cs typeface="Avenir Next"/>
              </a:rPr>
              <a:t>“Compara output.xml con HU-G4-06 y HU-G4-08. ¿Qué validación importante falta?”</a:t>
            </a:r>
          </a:p>
        </p:txBody>
      </p:sp>
      <p:sp>
        <p:nvSpPr>
          <p:cNvPr id="7" name="">
            <a:extLst xmlns:a="http://schemas.openxmlformats.org/drawingml/2006/main">
              <a:ext uri="{FF2B5EF4-FFF2-40B4-BE49-F238E27FC236}">
                <a16:creationId xmlns:a16="http://schemas.microsoft.com/office/drawing/2014/main" id="{8B5C6B4C-B991-4CC6-A56A-A1D1CE65209D}"/>
              </a:ext>
            </a:extLst>
          </p:cNvPr>
          <p:cNvSpPr>
            <a:spLocks xmlns:a="http://schemas.openxmlformats.org/drawingml/2006/main" noGrp="1"/>
          </p:cNvSpPr>
          <p:nvPr/>
        </p:nvSpPr>
        <p:spPr>
          <a:xfrm xmlns:a="http://schemas.openxmlformats.org/drawingml/2006/main">
            <a:off x="714375" y="3476625"/>
            <a:ext cx="10382250" cy="19050"/>
          </a:xfrm>
          <a:prstGeom xmlns:a="http://schemas.openxmlformats.org/drawingml/2006/main" prst="rect">
            <a:avLst/>
          </a:prstGeom>
          <a:solidFill xmlns:a="http://schemas.openxmlformats.org/drawingml/2006/main">
            <a:srgbClr val="B9C8C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25815A1-5720-4C2C-B13E-BAF64876AC53}"/>
              </a:ext>
            </a:extLst>
          </p:cNvPr>
          <p:cNvSpPr>
            <a:spLocks xmlns:a="http://schemas.openxmlformats.org/drawingml/2006/main" noGrp="1"/>
          </p:cNvSpPr>
          <p:nvPr/>
        </p:nvSpPr>
        <p:spPr>
          <a:xfrm xmlns:a="http://schemas.openxmlformats.org/drawingml/2006/main">
            <a:off x="714375" y="3829050"/>
            <a:ext cx="10382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0A7777"/>
                </a:solidFill>
                <a:latin typeface="Avenir Next"/>
                <a:ea typeface="Avenir Next"/>
                <a:cs typeface="Avenir Next"/>
              </a:defRPr>
            </a:defPPr>
            <a:lvl1pPr algn="l">
              <a:defRPr sz="2100" b="1">
                <a:solidFill>
                  <a:srgbClr val="0A7777"/>
                </a:solidFill>
                <a:latin typeface="Avenir Next"/>
                <a:ea typeface="Avenir Next"/>
                <a:cs typeface="Avenir Next"/>
              </a:defRPr>
            </a:lvl1pPr>
            <a:lvl2pPr algn="l">
              <a:defRPr sz="2100" b="1">
                <a:solidFill>
                  <a:srgbClr val="0A7777"/>
                </a:solidFill>
                <a:latin typeface="Avenir Next"/>
                <a:ea typeface="Avenir Next"/>
                <a:cs typeface="Avenir Next"/>
              </a:defRPr>
            </a:lvl2pPr>
            <a:lvl3pPr algn="l">
              <a:defRPr sz="2100" b="1">
                <a:solidFill>
                  <a:srgbClr val="0A7777"/>
                </a:solidFill>
                <a:latin typeface="Avenir Next"/>
                <a:ea typeface="Avenir Next"/>
                <a:cs typeface="Avenir Next"/>
              </a:defRPr>
            </a:lvl3pPr>
            <a:lvl4pPr algn="l">
              <a:defRPr sz="2100" b="1">
                <a:solidFill>
                  <a:srgbClr val="0A7777"/>
                </a:solidFill>
                <a:latin typeface="Avenir Next"/>
                <a:ea typeface="Avenir Next"/>
                <a:cs typeface="Avenir Next"/>
              </a:defRPr>
            </a:lvl4pPr>
            <a:lvl5pPr algn="l">
              <a:defRPr sz="2100" b="1">
                <a:solidFill>
                  <a:srgbClr val="0A7777"/>
                </a:solidFill>
                <a:latin typeface="Avenir Next"/>
                <a:ea typeface="Avenir Next"/>
                <a:cs typeface="Avenir Next"/>
              </a:defRPr>
            </a:lvl5pPr>
            <a:lvl6pPr algn="l">
              <a:defRPr sz="2100" b="1">
                <a:solidFill>
                  <a:srgbClr val="0A7777"/>
                </a:solidFill>
                <a:latin typeface="Avenir Next"/>
                <a:ea typeface="Avenir Next"/>
                <a:cs typeface="Avenir Next"/>
              </a:defRPr>
            </a:lvl6pPr>
            <a:lvl7pPr algn="l">
              <a:defRPr sz="2100" b="1">
                <a:solidFill>
                  <a:srgbClr val="0A7777"/>
                </a:solidFill>
                <a:latin typeface="Avenir Next"/>
                <a:ea typeface="Avenir Next"/>
                <a:cs typeface="Avenir Next"/>
              </a:defRPr>
            </a:lvl7pPr>
            <a:lvl8pPr algn="l">
              <a:defRPr sz="2100" b="1">
                <a:solidFill>
                  <a:srgbClr val="0A7777"/>
                </a:solidFill>
                <a:latin typeface="Avenir Next"/>
                <a:ea typeface="Avenir Next"/>
                <a:cs typeface="Avenir Next"/>
              </a:defRPr>
            </a:lvl8pPr>
            <a:lvl9pPr algn="l">
              <a:defRPr sz="2100" b="1">
                <a:solidFill>
                  <a:srgbClr val="0A7777"/>
                </a:solidFill>
                <a:latin typeface="Avenir Next"/>
                <a:ea typeface="Avenir Next"/>
                <a:cs typeface="Avenir Next"/>
              </a:defRPr>
            </a:lvl9pPr>
          </a:lstStyle>
          <a:p xmlns:a="http://schemas.openxmlformats.org/drawingml/2006/main">
            <a:pPr algn="l">
              <a:defRPr sz="2100" b="1">
                <a:solidFill>
                  <a:srgbClr val="0A7777"/>
                </a:solidFill>
                <a:latin typeface="Avenir Next"/>
                <a:ea typeface="Avenir Next"/>
                <a:cs typeface="Avenir Next"/>
              </a:defRPr>
            </a:pPr>
            <a:r>
              <a:rPr sz="2100" b="1">
                <a:solidFill>
                  <a:srgbClr val="0A7777"/>
                </a:solidFill>
                <a:latin typeface="Avenir Next"/>
                <a:ea typeface="Avenir Next"/>
                <a:cs typeface="Avenir Next"/>
              </a:rPr>
              <a:t>Hallazgo esperado: faltan los SMS simulados a Bruno y Diego.</a:t>
            </a:r>
          </a:p>
        </p:txBody>
      </p:sp>
      <p:sp>
        <p:nvSpPr>
          <p:cNvPr id="9" name="">
            <a:extLst xmlns:a="http://schemas.openxmlformats.org/drawingml/2006/main">
              <a:ext uri="{FF2B5EF4-FFF2-40B4-BE49-F238E27FC236}">
                <a16:creationId xmlns:a16="http://schemas.microsoft.com/office/drawing/2014/main" id="{23F42452-9AAE-45C1-A88C-17A14B34E4B3}"/>
              </a:ext>
            </a:extLst>
          </p:cNvPr>
          <p:cNvSpPr>
            <a:spLocks xmlns:a="http://schemas.openxmlformats.org/drawingml/2006/main" noGrp="1"/>
          </p:cNvSpPr>
          <p:nvPr/>
        </p:nvSpPr>
        <p:spPr>
          <a:xfrm xmlns:a="http://schemas.openxmlformats.org/drawingml/2006/main">
            <a:off x="714375" y="4781550"/>
            <a:ext cx="103822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0">
                <a:solidFill>
                  <a:srgbClr val="142B3D"/>
                </a:solidFill>
                <a:latin typeface="Avenir Next"/>
                <a:ea typeface="Avenir Next"/>
                <a:cs typeface="Avenir Next"/>
              </a:defRPr>
            </a:defPPr>
            <a:lvl1pPr algn="l">
              <a:defRPr sz="2100" b="0">
                <a:solidFill>
                  <a:srgbClr val="142B3D"/>
                </a:solidFill>
                <a:latin typeface="Avenir Next"/>
                <a:ea typeface="Avenir Next"/>
                <a:cs typeface="Avenir Next"/>
              </a:defRPr>
            </a:lvl1pPr>
            <a:lvl2pPr algn="l">
              <a:defRPr sz="2100" b="0">
                <a:solidFill>
                  <a:srgbClr val="142B3D"/>
                </a:solidFill>
                <a:latin typeface="Avenir Next"/>
                <a:ea typeface="Avenir Next"/>
                <a:cs typeface="Avenir Next"/>
              </a:defRPr>
            </a:lvl2pPr>
            <a:lvl3pPr algn="l">
              <a:defRPr sz="2100" b="0">
                <a:solidFill>
                  <a:srgbClr val="142B3D"/>
                </a:solidFill>
                <a:latin typeface="Avenir Next"/>
                <a:ea typeface="Avenir Next"/>
                <a:cs typeface="Avenir Next"/>
              </a:defRPr>
            </a:lvl3pPr>
            <a:lvl4pPr algn="l">
              <a:defRPr sz="2100" b="0">
                <a:solidFill>
                  <a:srgbClr val="142B3D"/>
                </a:solidFill>
                <a:latin typeface="Avenir Next"/>
                <a:ea typeface="Avenir Next"/>
                <a:cs typeface="Avenir Next"/>
              </a:defRPr>
            </a:lvl4pPr>
            <a:lvl5pPr algn="l">
              <a:defRPr sz="2100" b="0">
                <a:solidFill>
                  <a:srgbClr val="142B3D"/>
                </a:solidFill>
                <a:latin typeface="Avenir Next"/>
                <a:ea typeface="Avenir Next"/>
                <a:cs typeface="Avenir Next"/>
              </a:defRPr>
            </a:lvl5pPr>
            <a:lvl6pPr algn="l">
              <a:defRPr sz="2100" b="0">
                <a:solidFill>
                  <a:srgbClr val="142B3D"/>
                </a:solidFill>
                <a:latin typeface="Avenir Next"/>
                <a:ea typeface="Avenir Next"/>
                <a:cs typeface="Avenir Next"/>
              </a:defRPr>
            </a:lvl6pPr>
            <a:lvl7pPr algn="l">
              <a:defRPr sz="2100" b="0">
                <a:solidFill>
                  <a:srgbClr val="142B3D"/>
                </a:solidFill>
                <a:latin typeface="Avenir Next"/>
                <a:ea typeface="Avenir Next"/>
                <a:cs typeface="Avenir Next"/>
              </a:defRPr>
            </a:lvl7pPr>
            <a:lvl8pPr algn="l">
              <a:defRPr sz="2100" b="0">
                <a:solidFill>
                  <a:srgbClr val="142B3D"/>
                </a:solidFill>
                <a:latin typeface="Avenir Next"/>
                <a:ea typeface="Avenir Next"/>
                <a:cs typeface="Avenir Next"/>
              </a:defRPr>
            </a:lvl8pPr>
            <a:lvl9pPr algn="l">
              <a:defRPr sz="2100" b="0">
                <a:solidFill>
                  <a:srgbClr val="142B3D"/>
                </a:solidFill>
                <a:latin typeface="Avenir Next"/>
                <a:ea typeface="Avenir Next"/>
                <a:cs typeface="Avenir Next"/>
              </a:defRPr>
            </a:lvl9pPr>
          </a:lstStyle>
          <a:p xmlns:a="http://schemas.openxmlformats.org/drawingml/2006/main">
            <a:pPr algn="l">
              <a:defRPr sz="2100" b="0">
                <a:solidFill>
                  <a:srgbClr val="142B3D"/>
                </a:solidFill>
                <a:latin typeface="Avenir Next"/>
                <a:ea typeface="Avenir Next"/>
                <a:cs typeface="Avenir Next"/>
              </a:defRPr>
            </a:pPr>
            <a:r>
              <a:rPr sz="2100" b="0">
                <a:solidFill>
                  <a:srgbClr val="142B3D"/>
                </a:solidFill>
                <a:latin typeface="Avenir Next"/>
                <a:ea typeface="Avenir Next"/>
                <a:cs typeface="Avenir Next"/>
              </a:rPr>
              <a:t>La IA propone; requisito + ejecución deciden.</a:t>
            </a:r>
          </a:p>
        </p:txBody>
      </p:sp>
    </p:spTree>
    <p:extLst>
      <p:ext uri="{BB962C8B-B14F-4D97-AF65-F5344CB8AC3E}">
        <p14:creationId xmlns:p14="http://schemas.microsoft.com/office/powerpoint/2010/main" val="452693618"/>
      </p:ext>
    </p:extLst>
  </p:cSld>
</p:sld>
</file>

<file path=ppt/slides/slide9.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DFF9B87-4383-4B8E-BF8F-315F4104582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A777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C4BD2AC-A7E7-4AC8-8761-D58DD8984E45}"/>
              </a:ext>
            </a:extLst>
          </p:cNvPr>
          <p:cNvSpPr>
            <a:spLocks xmlns:a="http://schemas.openxmlformats.org/drawingml/2006/main" noGrp="1"/>
          </p:cNvSpPr>
          <p:nvPr/>
        </p:nvSpPr>
        <p:spPr>
          <a:xfrm xmlns:a="http://schemas.openxmlformats.org/drawingml/2006/main">
            <a:off x="666750" y="428625"/>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000" b="1">
                <a:solidFill>
                  <a:srgbClr val="142B3D"/>
                </a:solidFill>
                <a:latin typeface="Avenir Next"/>
                <a:ea typeface="Avenir Next"/>
                <a:cs typeface="Avenir Next"/>
              </a:defRPr>
            </a:defPPr>
            <a:lvl1pPr algn="l">
              <a:defRPr sz="3000" b="1">
                <a:solidFill>
                  <a:srgbClr val="142B3D"/>
                </a:solidFill>
                <a:latin typeface="Avenir Next"/>
                <a:ea typeface="Avenir Next"/>
                <a:cs typeface="Avenir Next"/>
              </a:defRPr>
            </a:lvl1pPr>
            <a:lvl2pPr algn="l">
              <a:defRPr sz="3000" b="1">
                <a:solidFill>
                  <a:srgbClr val="142B3D"/>
                </a:solidFill>
                <a:latin typeface="Avenir Next"/>
                <a:ea typeface="Avenir Next"/>
                <a:cs typeface="Avenir Next"/>
              </a:defRPr>
            </a:lvl2pPr>
            <a:lvl3pPr algn="l">
              <a:defRPr sz="3000" b="1">
                <a:solidFill>
                  <a:srgbClr val="142B3D"/>
                </a:solidFill>
                <a:latin typeface="Avenir Next"/>
                <a:ea typeface="Avenir Next"/>
                <a:cs typeface="Avenir Next"/>
              </a:defRPr>
            </a:lvl3pPr>
            <a:lvl4pPr algn="l">
              <a:defRPr sz="3000" b="1">
                <a:solidFill>
                  <a:srgbClr val="142B3D"/>
                </a:solidFill>
                <a:latin typeface="Avenir Next"/>
                <a:ea typeface="Avenir Next"/>
                <a:cs typeface="Avenir Next"/>
              </a:defRPr>
            </a:lvl4pPr>
            <a:lvl5pPr algn="l">
              <a:defRPr sz="3000" b="1">
                <a:solidFill>
                  <a:srgbClr val="142B3D"/>
                </a:solidFill>
                <a:latin typeface="Avenir Next"/>
                <a:ea typeface="Avenir Next"/>
                <a:cs typeface="Avenir Next"/>
              </a:defRPr>
            </a:lvl5pPr>
            <a:lvl6pPr algn="l">
              <a:defRPr sz="3000" b="1">
                <a:solidFill>
                  <a:srgbClr val="142B3D"/>
                </a:solidFill>
                <a:latin typeface="Avenir Next"/>
                <a:ea typeface="Avenir Next"/>
                <a:cs typeface="Avenir Next"/>
              </a:defRPr>
            </a:lvl6pPr>
            <a:lvl7pPr algn="l">
              <a:defRPr sz="3000" b="1">
                <a:solidFill>
                  <a:srgbClr val="142B3D"/>
                </a:solidFill>
                <a:latin typeface="Avenir Next"/>
                <a:ea typeface="Avenir Next"/>
                <a:cs typeface="Avenir Next"/>
              </a:defRPr>
            </a:lvl7pPr>
            <a:lvl8pPr algn="l">
              <a:defRPr sz="3000" b="1">
                <a:solidFill>
                  <a:srgbClr val="142B3D"/>
                </a:solidFill>
                <a:latin typeface="Avenir Next"/>
                <a:ea typeface="Avenir Next"/>
                <a:cs typeface="Avenir Next"/>
              </a:defRPr>
            </a:lvl8pPr>
            <a:lvl9pPr algn="l">
              <a:defRPr sz="3000" b="1">
                <a:solidFill>
                  <a:srgbClr val="142B3D"/>
                </a:solidFill>
                <a:latin typeface="Avenir Next"/>
                <a:ea typeface="Avenir Next"/>
                <a:cs typeface="Avenir Next"/>
              </a:defRPr>
            </a:lvl9pPr>
          </a:lstStyle>
          <a:p xmlns:a="http://schemas.openxmlformats.org/drawingml/2006/main">
            <a:pPr algn="l">
              <a:defRPr sz="3000" b="1">
                <a:solidFill>
                  <a:srgbClr val="142B3D"/>
                </a:solidFill>
                <a:latin typeface="Avenir Next"/>
                <a:ea typeface="Avenir Next"/>
                <a:cs typeface="Avenir Next"/>
              </a:defRPr>
            </a:pPr>
            <a:r>
              <a:rPr sz="3000" b="1">
                <a:solidFill>
                  <a:srgbClr val="142B3D"/>
                </a:solidFill>
                <a:latin typeface="Avenir Next"/>
                <a:ea typeface="Avenir Next"/>
                <a:cs typeface="Avenir Next"/>
              </a:rPr>
              <a:t>Hallazgos y límites</a:t>
            </a:r>
          </a:p>
        </p:txBody>
      </p:sp>
      <p:sp>
        <p:nvSpPr>
          <p:cNvPr id="3" name="">
            <a:extLst xmlns:a="http://schemas.openxmlformats.org/drawingml/2006/main">
              <a:ext uri="{FF2B5EF4-FFF2-40B4-BE49-F238E27FC236}">
                <a16:creationId xmlns:a16="http://schemas.microsoft.com/office/drawing/2014/main" id="{19172362-10A4-43F2-AF88-46D55ACFF0D0}"/>
              </a:ext>
            </a:extLst>
          </p:cNvPr>
          <p:cNvSpPr>
            <a:spLocks xmlns:a="http://schemas.openxmlformats.org/drawingml/2006/main" noGrp="1"/>
          </p:cNvSpPr>
          <p:nvPr/>
        </p:nvSpPr>
        <p:spPr>
          <a:xfrm xmlns:a="http://schemas.openxmlformats.org/drawingml/2006/main">
            <a:off x="666750" y="1257300"/>
            <a:ext cx="10668000" cy="19050"/>
          </a:xfrm>
          <a:prstGeom xmlns:a="http://schemas.openxmlformats.org/drawingml/2006/main" prst="rect">
            <a:avLst/>
          </a:prstGeom>
          <a:solidFill xmlns:a="http://schemas.openxmlformats.org/drawingml/2006/main">
            <a:srgbClr val="B9C8C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9FA981B-1840-42D6-9C49-69F597C85EA2}"/>
              </a:ext>
            </a:extLst>
          </p:cNvPr>
          <p:cNvSpPr>
            <a:spLocks xmlns:a="http://schemas.openxmlformats.org/drawingml/2006/main" noGrp="1"/>
          </p:cNvSpPr>
          <p:nvPr/>
        </p:nvSpPr>
        <p:spPr>
          <a:xfrm xmlns:a="http://schemas.openxmlformats.org/drawingml/2006/main">
            <a:off x="10858500" y="630555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526271"/>
                </a:solidFill>
                <a:latin typeface="Avenir Next"/>
                <a:ea typeface="Avenir Next"/>
                <a:cs typeface="Avenir Next"/>
              </a:defRPr>
            </a:defPPr>
            <a:lvl1pPr algn="r">
              <a:defRPr sz="1125" b="1">
                <a:solidFill>
                  <a:srgbClr val="526271"/>
                </a:solidFill>
                <a:latin typeface="Avenir Next"/>
                <a:ea typeface="Avenir Next"/>
                <a:cs typeface="Avenir Next"/>
              </a:defRPr>
            </a:lvl1pPr>
            <a:lvl2pPr algn="r">
              <a:defRPr sz="1125" b="1">
                <a:solidFill>
                  <a:srgbClr val="526271"/>
                </a:solidFill>
                <a:latin typeface="Avenir Next"/>
                <a:ea typeface="Avenir Next"/>
                <a:cs typeface="Avenir Next"/>
              </a:defRPr>
            </a:lvl2pPr>
            <a:lvl3pPr algn="r">
              <a:defRPr sz="1125" b="1">
                <a:solidFill>
                  <a:srgbClr val="526271"/>
                </a:solidFill>
                <a:latin typeface="Avenir Next"/>
                <a:ea typeface="Avenir Next"/>
                <a:cs typeface="Avenir Next"/>
              </a:defRPr>
            </a:lvl3pPr>
            <a:lvl4pPr algn="r">
              <a:defRPr sz="1125" b="1">
                <a:solidFill>
                  <a:srgbClr val="526271"/>
                </a:solidFill>
                <a:latin typeface="Avenir Next"/>
                <a:ea typeface="Avenir Next"/>
                <a:cs typeface="Avenir Next"/>
              </a:defRPr>
            </a:lvl4pPr>
            <a:lvl5pPr algn="r">
              <a:defRPr sz="1125" b="1">
                <a:solidFill>
                  <a:srgbClr val="526271"/>
                </a:solidFill>
                <a:latin typeface="Avenir Next"/>
                <a:ea typeface="Avenir Next"/>
                <a:cs typeface="Avenir Next"/>
              </a:defRPr>
            </a:lvl5pPr>
            <a:lvl6pPr algn="r">
              <a:defRPr sz="1125" b="1">
                <a:solidFill>
                  <a:srgbClr val="526271"/>
                </a:solidFill>
                <a:latin typeface="Avenir Next"/>
                <a:ea typeface="Avenir Next"/>
                <a:cs typeface="Avenir Next"/>
              </a:defRPr>
            </a:lvl6pPr>
            <a:lvl7pPr algn="r">
              <a:defRPr sz="1125" b="1">
                <a:solidFill>
                  <a:srgbClr val="526271"/>
                </a:solidFill>
                <a:latin typeface="Avenir Next"/>
                <a:ea typeface="Avenir Next"/>
                <a:cs typeface="Avenir Next"/>
              </a:defRPr>
            </a:lvl7pPr>
            <a:lvl8pPr algn="r">
              <a:defRPr sz="1125" b="1">
                <a:solidFill>
                  <a:srgbClr val="526271"/>
                </a:solidFill>
                <a:latin typeface="Avenir Next"/>
                <a:ea typeface="Avenir Next"/>
                <a:cs typeface="Avenir Next"/>
              </a:defRPr>
            </a:lvl8pPr>
            <a:lvl9pPr algn="r">
              <a:defRPr sz="1125" b="1">
                <a:solidFill>
                  <a:srgbClr val="526271"/>
                </a:solidFill>
                <a:latin typeface="Avenir Next"/>
                <a:ea typeface="Avenir Next"/>
                <a:cs typeface="Avenir Next"/>
              </a:defRPr>
            </a:lvl9pPr>
          </a:lstStyle>
          <a:p xmlns:a="http://schemas.openxmlformats.org/drawingml/2006/main">
            <a:pPr algn="r">
              <a:defRPr sz="1125" b="1">
                <a:solidFill>
                  <a:srgbClr val="526271"/>
                </a:solidFill>
                <a:latin typeface="Avenir Next"/>
                <a:ea typeface="Avenir Next"/>
                <a:cs typeface="Avenir Next"/>
              </a:defRPr>
            </a:pPr>
            <a:r>
              <a:rPr sz="1125" b="1">
                <a:solidFill>
                  <a:srgbClr val="526271"/>
                </a:solidFill>
                <a:latin typeface="Avenir Next"/>
                <a:ea typeface="Avenir Next"/>
                <a:cs typeface="Avenir Next"/>
              </a:rPr>
              <a:t>09</a:t>
            </a:r>
          </a:p>
        </p:txBody>
      </p:sp>
      <p:sp>
        <p:nvSpPr>
          <p:cNvPr id="5" name="">
            <a:extLst xmlns:a="http://schemas.openxmlformats.org/drawingml/2006/main">
              <a:ext uri="{FF2B5EF4-FFF2-40B4-BE49-F238E27FC236}">
                <a16:creationId xmlns:a16="http://schemas.microsoft.com/office/drawing/2014/main" id="{1BC90127-8F75-4779-98BF-42DF3B4C240A}"/>
              </a:ext>
            </a:extLst>
          </p:cNvPr>
          <p:cNvSpPr>
            <a:spLocks xmlns:a="http://schemas.openxmlformats.org/drawingml/2006/main" noGrp="1"/>
          </p:cNvSpPr>
          <p:nvPr/>
        </p:nvSpPr>
        <p:spPr>
          <a:xfrm xmlns:a="http://schemas.openxmlformats.org/drawingml/2006/main">
            <a:off x="714375" y="1676400"/>
            <a:ext cx="4810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0A7777"/>
                </a:solidFill>
                <a:latin typeface="Avenir Next"/>
                <a:ea typeface="Avenir Next"/>
                <a:cs typeface="Avenir Next"/>
              </a:defRPr>
            </a:defPPr>
            <a:lvl1pPr algn="l">
              <a:defRPr sz="1275" b="1">
                <a:solidFill>
                  <a:srgbClr val="0A7777"/>
                </a:solidFill>
                <a:latin typeface="Avenir Next"/>
                <a:ea typeface="Avenir Next"/>
                <a:cs typeface="Avenir Next"/>
              </a:defRPr>
            </a:lvl1pPr>
            <a:lvl2pPr algn="l">
              <a:defRPr sz="1275" b="1">
                <a:solidFill>
                  <a:srgbClr val="0A7777"/>
                </a:solidFill>
                <a:latin typeface="Avenir Next"/>
                <a:ea typeface="Avenir Next"/>
                <a:cs typeface="Avenir Next"/>
              </a:defRPr>
            </a:lvl2pPr>
            <a:lvl3pPr algn="l">
              <a:defRPr sz="1275" b="1">
                <a:solidFill>
                  <a:srgbClr val="0A7777"/>
                </a:solidFill>
                <a:latin typeface="Avenir Next"/>
                <a:ea typeface="Avenir Next"/>
                <a:cs typeface="Avenir Next"/>
              </a:defRPr>
            </a:lvl3pPr>
            <a:lvl4pPr algn="l">
              <a:defRPr sz="1275" b="1">
                <a:solidFill>
                  <a:srgbClr val="0A7777"/>
                </a:solidFill>
                <a:latin typeface="Avenir Next"/>
                <a:ea typeface="Avenir Next"/>
                <a:cs typeface="Avenir Next"/>
              </a:defRPr>
            </a:lvl4pPr>
            <a:lvl5pPr algn="l">
              <a:defRPr sz="1275" b="1">
                <a:solidFill>
                  <a:srgbClr val="0A7777"/>
                </a:solidFill>
                <a:latin typeface="Avenir Next"/>
                <a:ea typeface="Avenir Next"/>
                <a:cs typeface="Avenir Next"/>
              </a:defRPr>
            </a:lvl5pPr>
            <a:lvl6pPr algn="l">
              <a:defRPr sz="1275" b="1">
                <a:solidFill>
                  <a:srgbClr val="0A7777"/>
                </a:solidFill>
                <a:latin typeface="Avenir Next"/>
                <a:ea typeface="Avenir Next"/>
                <a:cs typeface="Avenir Next"/>
              </a:defRPr>
            </a:lvl6pPr>
            <a:lvl7pPr algn="l">
              <a:defRPr sz="1275" b="1">
                <a:solidFill>
                  <a:srgbClr val="0A7777"/>
                </a:solidFill>
                <a:latin typeface="Avenir Next"/>
                <a:ea typeface="Avenir Next"/>
                <a:cs typeface="Avenir Next"/>
              </a:defRPr>
            </a:lvl7pPr>
            <a:lvl8pPr algn="l">
              <a:defRPr sz="1275" b="1">
                <a:solidFill>
                  <a:srgbClr val="0A7777"/>
                </a:solidFill>
                <a:latin typeface="Avenir Next"/>
                <a:ea typeface="Avenir Next"/>
                <a:cs typeface="Avenir Next"/>
              </a:defRPr>
            </a:lvl8pPr>
            <a:lvl9pPr algn="l">
              <a:defRPr sz="1275" b="1">
                <a:solidFill>
                  <a:srgbClr val="0A7777"/>
                </a:solidFill>
                <a:latin typeface="Avenir Next"/>
                <a:ea typeface="Avenir Next"/>
                <a:cs typeface="Avenir Next"/>
              </a:defRPr>
            </a:lvl9pPr>
          </a:lstStyle>
          <a:p xmlns:a="http://schemas.openxmlformats.org/drawingml/2006/main">
            <a:pPr algn="l">
              <a:defRPr sz="1275" b="1">
                <a:solidFill>
                  <a:srgbClr val="0A7777"/>
                </a:solidFill>
                <a:latin typeface="Avenir Next"/>
                <a:ea typeface="Avenir Next"/>
                <a:cs typeface="Avenir Next"/>
              </a:defRPr>
            </a:pPr>
            <a:r>
              <a:rPr sz="1275" b="1">
                <a:solidFill>
                  <a:srgbClr val="0A7777"/>
                </a:solidFill>
                <a:latin typeface="Avenir Next"/>
                <a:ea typeface="Avenir Next"/>
                <a:cs typeface="Avenir Next"/>
              </a:rPr>
              <a:t>DIFICULTAD REAL</a:t>
            </a:r>
          </a:p>
        </p:txBody>
      </p:sp>
      <p:sp>
        <p:nvSpPr>
          <p:cNvPr id="6" name="">
            <a:extLst xmlns:a="http://schemas.openxmlformats.org/drawingml/2006/main">
              <a:ext uri="{FF2B5EF4-FFF2-40B4-BE49-F238E27FC236}">
                <a16:creationId xmlns:a16="http://schemas.microsoft.com/office/drawing/2014/main" id="{5C27302B-20FF-4FCE-A798-6960D2B1BC24}"/>
              </a:ext>
            </a:extLst>
          </p:cNvPr>
          <p:cNvSpPr>
            <a:spLocks xmlns:a="http://schemas.openxmlformats.org/drawingml/2006/main" noGrp="1"/>
          </p:cNvSpPr>
          <p:nvPr/>
        </p:nvSpPr>
        <p:spPr>
          <a:xfrm xmlns:a="http://schemas.openxmlformats.org/drawingml/2006/main">
            <a:off x="714375" y="2085975"/>
            <a:ext cx="4762500"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0">
                <a:solidFill>
                  <a:srgbClr val="142B3D"/>
                </a:solidFill>
                <a:latin typeface="Avenir Next"/>
                <a:ea typeface="Avenir Next"/>
                <a:cs typeface="Avenir Next"/>
              </a:defRPr>
            </a:defPPr>
            <a:lvl1pPr algn="l">
              <a:defRPr sz="2100" b="0">
                <a:solidFill>
                  <a:srgbClr val="142B3D"/>
                </a:solidFill>
                <a:latin typeface="Avenir Next"/>
                <a:ea typeface="Avenir Next"/>
                <a:cs typeface="Avenir Next"/>
              </a:defRPr>
            </a:lvl1pPr>
            <a:lvl2pPr algn="l">
              <a:defRPr sz="2100" b="0">
                <a:solidFill>
                  <a:srgbClr val="142B3D"/>
                </a:solidFill>
                <a:latin typeface="Avenir Next"/>
                <a:ea typeface="Avenir Next"/>
                <a:cs typeface="Avenir Next"/>
              </a:defRPr>
            </a:lvl2pPr>
            <a:lvl3pPr algn="l">
              <a:defRPr sz="2100" b="0">
                <a:solidFill>
                  <a:srgbClr val="142B3D"/>
                </a:solidFill>
                <a:latin typeface="Avenir Next"/>
                <a:ea typeface="Avenir Next"/>
                <a:cs typeface="Avenir Next"/>
              </a:defRPr>
            </a:lvl3pPr>
            <a:lvl4pPr algn="l">
              <a:defRPr sz="2100" b="0">
                <a:solidFill>
                  <a:srgbClr val="142B3D"/>
                </a:solidFill>
                <a:latin typeface="Avenir Next"/>
                <a:ea typeface="Avenir Next"/>
                <a:cs typeface="Avenir Next"/>
              </a:defRPr>
            </a:lvl4pPr>
            <a:lvl5pPr algn="l">
              <a:defRPr sz="2100" b="0">
                <a:solidFill>
                  <a:srgbClr val="142B3D"/>
                </a:solidFill>
                <a:latin typeface="Avenir Next"/>
                <a:ea typeface="Avenir Next"/>
                <a:cs typeface="Avenir Next"/>
              </a:defRPr>
            </a:lvl5pPr>
            <a:lvl6pPr algn="l">
              <a:defRPr sz="2100" b="0">
                <a:solidFill>
                  <a:srgbClr val="142B3D"/>
                </a:solidFill>
                <a:latin typeface="Avenir Next"/>
                <a:ea typeface="Avenir Next"/>
                <a:cs typeface="Avenir Next"/>
              </a:defRPr>
            </a:lvl6pPr>
            <a:lvl7pPr algn="l">
              <a:defRPr sz="2100" b="0">
                <a:solidFill>
                  <a:srgbClr val="142B3D"/>
                </a:solidFill>
                <a:latin typeface="Avenir Next"/>
                <a:ea typeface="Avenir Next"/>
                <a:cs typeface="Avenir Next"/>
              </a:defRPr>
            </a:lvl7pPr>
            <a:lvl8pPr algn="l">
              <a:defRPr sz="2100" b="0">
                <a:solidFill>
                  <a:srgbClr val="142B3D"/>
                </a:solidFill>
                <a:latin typeface="Avenir Next"/>
                <a:ea typeface="Avenir Next"/>
                <a:cs typeface="Avenir Next"/>
              </a:defRPr>
            </a:lvl8pPr>
            <a:lvl9pPr algn="l">
              <a:defRPr sz="2100" b="0">
                <a:solidFill>
                  <a:srgbClr val="142B3D"/>
                </a:solidFill>
                <a:latin typeface="Avenir Next"/>
                <a:ea typeface="Avenir Next"/>
                <a:cs typeface="Avenir Next"/>
              </a:defRPr>
            </a:lvl9pPr>
          </a:lstStyle>
          <a:p xmlns:a="http://schemas.openxmlformats.org/drawingml/2006/main">
            <a:pPr algn="l">
              <a:defRPr sz="2100" b="0">
                <a:solidFill>
                  <a:srgbClr val="142B3D"/>
                </a:solidFill>
                <a:latin typeface="Avenir Next"/>
                <a:ea typeface="Avenir Next"/>
                <a:cs typeface="Avenir Next"/>
              </a:defRPr>
            </a:pPr>
            <a:r>
              <a:rPr sz="2100" b="0">
                <a:solidFill>
                  <a:srgbClr val="142B3D"/>
                </a:solidFill>
                <a:latin typeface="Avenir Next"/>
                <a:ea typeface="Avenir Next"/>
                <a:cs typeface="Avenir Next"/>
              </a:rPr>
              <a:t>Tras aceptar, la pantalla aún decía “Pendiente”. Una espera por el estado visible resolvió la carrera.</a:t>
            </a:r>
          </a:p>
        </p:txBody>
      </p:sp>
      <p:sp>
        <p:nvSpPr>
          <p:cNvPr id="7" name="">
            <a:extLst xmlns:a="http://schemas.openxmlformats.org/drawingml/2006/main">
              <a:ext uri="{FF2B5EF4-FFF2-40B4-BE49-F238E27FC236}">
                <a16:creationId xmlns:a16="http://schemas.microsoft.com/office/drawing/2014/main" id="{FC51E67E-D1FC-43CD-ABAB-931274892481}"/>
              </a:ext>
            </a:extLst>
          </p:cNvPr>
          <p:cNvSpPr>
            <a:spLocks xmlns:a="http://schemas.openxmlformats.org/drawingml/2006/main" noGrp="1"/>
          </p:cNvSpPr>
          <p:nvPr/>
        </p:nvSpPr>
        <p:spPr>
          <a:xfrm xmlns:a="http://schemas.openxmlformats.org/drawingml/2006/main">
            <a:off x="6191250" y="1676400"/>
            <a:ext cx="4810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0A7777"/>
                </a:solidFill>
                <a:latin typeface="Avenir Next"/>
                <a:ea typeface="Avenir Next"/>
                <a:cs typeface="Avenir Next"/>
              </a:defRPr>
            </a:defPPr>
            <a:lvl1pPr algn="l">
              <a:defRPr sz="1275" b="1">
                <a:solidFill>
                  <a:srgbClr val="0A7777"/>
                </a:solidFill>
                <a:latin typeface="Avenir Next"/>
                <a:ea typeface="Avenir Next"/>
                <a:cs typeface="Avenir Next"/>
              </a:defRPr>
            </a:lvl1pPr>
            <a:lvl2pPr algn="l">
              <a:defRPr sz="1275" b="1">
                <a:solidFill>
                  <a:srgbClr val="0A7777"/>
                </a:solidFill>
                <a:latin typeface="Avenir Next"/>
                <a:ea typeface="Avenir Next"/>
                <a:cs typeface="Avenir Next"/>
              </a:defRPr>
            </a:lvl2pPr>
            <a:lvl3pPr algn="l">
              <a:defRPr sz="1275" b="1">
                <a:solidFill>
                  <a:srgbClr val="0A7777"/>
                </a:solidFill>
                <a:latin typeface="Avenir Next"/>
                <a:ea typeface="Avenir Next"/>
                <a:cs typeface="Avenir Next"/>
              </a:defRPr>
            </a:lvl3pPr>
            <a:lvl4pPr algn="l">
              <a:defRPr sz="1275" b="1">
                <a:solidFill>
                  <a:srgbClr val="0A7777"/>
                </a:solidFill>
                <a:latin typeface="Avenir Next"/>
                <a:ea typeface="Avenir Next"/>
                <a:cs typeface="Avenir Next"/>
              </a:defRPr>
            </a:lvl4pPr>
            <a:lvl5pPr algn="l">
              <a:defRPr sz="1275" b="1">
                <a:solidFill>
                  <a:srgbClr val="0A7777"/>
                </a:solidFill>
                <a:latin typeface="Avenir Next"/>
                <a:ea typeface="Avenir Next"/>
                <a:cs typeface="Avenir Next"/>
              </a:defRPr>
            </a:lvl5pPr>
            <a:lvl6pPr algn="l">
              <a:defRPr sz="1275" b="1">
                <a:solidFill>
                  <a:srgbClr val="0A7777"/>
                </a:solidFill>
                <a:latin typeface="Avenir Next"/>
                <a:ea typeface="Avenir Next"/>
                <a:cs typeface="Avenir Next"/>
              </a:defRPr>
            </a:lvl6pPr>
            <a:lvl7pPr algn="l">
              <a:defRPr sz="1275" b="1">
                <a:solidFill>
                  <a:srgbClr val="0A7777"/>
                </a:solidFill>
                <a:latin typeface="Avenir Next"/>
                <a:ea typeface="Avenir Next"/>
                <a:cs typeface="Avenir Next"/>
              </a:defRPr>
            </a:lvl7pPr>
            <a:lvl8pPr algn="l">
              <a:defRPr sz="1275" b="1">
                <a:solidFill>
                  <a:srgbClr val="0A7777"/>
                </a:solidFill>
                <a:latin typeface="Avenir Next"/>
                <a:ea typeface="Avenir Next"/>
                <a:cs typeface="Avenir Next"/>
              </a:defRPr>
            </a:lvl8pPr>
            <a:lvl9pPr algn="l">
              <a:defRPr sz="1275" b="1">
                <a:solidFill>
                  <a:srgbClr val="0A7777"/>
                </a:solidFill>
                <a:latin typeface="Avenir Next"/>
                <a:ea typeface="Avenir Next"/>
                <a:cs typeface="Avenir Next"/>
              </a:defRPr>
            </a:lvl9pPr>
          </a:lstStyle>
          <a:p xmlns:a="http://schemas.openxmlformats.org/drawingml/2006/main">
            <a:pPr algn="l">
              <a:defRPr sz="1275" b="1">
                <a:solidFill>
                  <a:srgbClr val="0A7777"/>
                </a:solidFill>
                <a:latin typeface="Avenir Next"/>
                <a:ea typeface="Avenir Next"/>
                <a:cs typeface="Avenir Next"/>
              </a:defRPr>
            </a:pPr>
            <a:r>
              <a:rPr sz="1275" b="1">
                <a:solidFill>
                  <a:srgbClr val="0A7777"/>
                </a:solidFill>
                <a:latin typeface="Avenir Next"/>
                <a:ea typeface="Avenir Next"/>
                <a:cs typeface="Avenir Next"/>
              </a:rPr>
              <a:t>LIMITACIONES</a:t>
            </a:r>
          </a:p>
        </p:txBody>
      </p:sp>
      <p:sp>
        <p:nvSpPr>
          <p:cNvPr id="8" name="">
            <a:extLst xmlns:a="http://schemas.openxmlformats.org/drawingml/2006/main">
              <a:ext uri="{FF2B5EF4-FFF2-40B4-BE49-F238E27FC236}">
                <a16:creationId xmlns:a16="http://schemas.microsoft.com/office/drawing/2014/main" id="{251C17FE-D1C1-477A-8CE0-BB3939FDF740}"/>
              </a:ext>
            </a:extLst>
          </p:cNvPr>
          <p:cNvSpPr>
            <a:spLocks xmlns:a="http://schemas.openxmlformats.org/drawingml/2006/main" noGrp="1"/>
          </p:cNvSpPr>
          <p:nvPr/>
        </p:nvSpPr>
        <p:spPr>
          <a:xfrm xmlns:a="http://schemas.openxmlformats.org/drawingml/2006/main">
            <a:off x="6191250" y="2124075"/>
            <a:ext cx="4857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0">
                <a:solidFill>
                  <a:srgbClr val="142B3D"/>
                </a:solidFill>
                <a:latin typeface="Avenir Next"/>
                <a:ea typeface="Avenir Next"/>
                <a:cs typeface="Avenir Next"/>
              </a:defRPr>
            </a:defPPr>
            <a:lvl1pPr algn="l">
              <a:defRPr sz="1800" b="0">
                <a:solidFill>
                  <a:srgbClr val="142B3D"/>
                </a:solidFill>
                <a:latin typeface="Avenir Next"/>
                <a:ea typeface="Avenir Next"/>
                <a:cs typeface="Avenir Next"/>
              </a:defRPr>
            </a:lvl1pPr>
            <a:lvl2pPr algn="l">
              <a:defRPr sz="1800" b="0">
                <a:solidFill>
                  <a:srgbClr val="142B3D"/>
                </a:solidFill>
                <a:latin typeface="Avenir Next"/>
                <a:ea typeface="Avenir Next"/>
                <a:cs typeface="Avenir Next"/>
              </a:defRPr>
            </a:lvl2pPr>
            <a:lvl3pPr algn="l">
              <a:defRPr sz="1800" b="0">
                <a:solidFill>
                  <a:srgbClr val="142B3D"/>
                </a:solidFill>
                <a:latin typeface="Avenir Next"/>
                <a:ea typeface="Avenir Next"/>
                <a:cs typeface="Avenir Next"/>
              </a:defRPr>
            </a:lvl3pPr>
            <a:lvl4pPr algn="l">
              <a:defRPr sz="1800" b="0">
                <a:solidFill>
                  <a:srgbClr val="142B3D"/>
                </a:solidFill>
                <a:latin typeface="Avenir Next"/>
                <a:ea typeface="Avenir Next"/>
                <a:cs typeface="Avenir Next"/>
              </a:defRPr>
            </a:lvl4pPr>
            <a:lvl5pPr algn="l">
              <a:defRPr sz="1800" b="0">
                <a:solidFill>
                  <a:srgbClr val="142B3D"/>
                </a:solidFill>
                <a:latin typeface="Avenir Next"/>
                <a:ea typeface="Avenir Next"/>
                <a:cs typeface="Avenir Next"/>
              </a:defRPr>
            </a:lvl5pPr>
            <a:lvl6pPr algn="l">
              <a:defRPr sz="1800" b="0">
                <a:solidFill>
                  <a:srgbClr val="142B3D"/>
                </a:solidFill>
                <a:latin typeface="Avenir Next"/>
                <a:ea typeface="Avenir Next"/>
                <a:cs typeface="Avenir Next"/>
              </a:defRPr>
            </a:lvl6pPr>
            <a:lvl7pPr algn="l">
              <a:defRPr sz="1800" b="0">
                <a:solidFill>
                  <a:srgbClr val="142B3D"/>
                </a:solidFill>
                <a:latin typeface="Avenir Next"/>
                <a:ea typeface="Avenir Next"/>
                <a:cs typeface="Avenir Next"/>
              </a:defRPr>
            </a:lvl7pPr>
            <a:lvl8pPr algn="l">
              <a:defRPr sz="1800" b="0">
                <a:solidFill>
                  <a:srgbClr val="142B3D"/>
                </a:solidFill>
                <a:latin typeface="Avenir Next"/>
                <a:ea typeface="Avenir Next"/>
                <a:cs typeface="Avenir Next"/>
              </a:defRPr>
            </a:lvl8pPr>
            <a:lvl9pPr algn="l">
              <a:defRPr sz="1800" b="0">
                <a:solidFill>
                  <a:srgbClr val="142B3D"/>
                </a:solidFill>
                <a:latin typeface="Avenir Next"/>
                <a:ea typeface="Avenir Next"/>
                <a:cs typeface="Avenir Next"/>
              </a:defRPr>
            </a:lvl9pPr>
          </a:lstStyle>
          <a:p xmlns:a="http://schemas.openxmlformats.org/drawingml/2006/main">
            <a:pPr algn="l">
              <a:defRPr sz="1800" b="0">
                <a:solidFill>
                  <a:srgbClr val="142B3D"/>
                </a:solidFill>
                <a:latin typeface="Avenir Next"/>
                <a:ea typeface="Avenir Next"/>
                <a:cs typeface="Avenir Next"/>
              </a:defRPr>
            </a:pPr>
            <a:r>
              <a:rPr sz="1800" b="0">
                <a:solidFill>
                  <a:srgbClr val="142B3D"/>
                </a:solidFill>
                <a:latin typeface="Avenir Next"/>
                <a:ea typeface="Avenir Next"/>
                <a:cs typeface="Avenir Next"/>
              </a:rPr>
              <a:t>• Chromium y dependencias pesan</a:t>
            </a:r>
          </a:p>
        </p:txBody>
      </p:sp>
      <p:sp>
        <p:nvSpPr>
          <p:cNvPr id="9" name="">
            <a:extLst xmlns:a="http://schemas.openxmlformats.org/drawingml/2006/main">
              <a:ext uri="{FF2B5EF4-FFF2-40B4-BE49-F238E27FC236}">
                <a16:creationId xmlns:a16="http://schemas.microsoft.com/office/drawing/2014/main" id="{7B8BAD0D-C68B-487E-9023-6A6594C508CC}"/>
              </a:ext>
            </a:extLst>
          </p:cNvPr>
          <p:cNvSpPr>
            <a:spLocks xmlns:a="http://schemas.openxmlformats.org/drawingml/2006/main" noGrp="1"/>
          </p:cNvSpPr>
          <p:nvPr/>
        </p:nvSpPr>
        <p:spPr>
          <a:xfrm xmlns:a="http://schemas.openxmlformats.org/drawingml/2006/main">
            <a:off x="6191250" y="2724150"/>
            <a:ext cx="4857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0">
                <a:solidFill>
                  <a:srgbClr val="142B3D"/>
                </a:solidFill>
                <a:latin typeface="Avenir Next"/>
                <a:ea typeface="Avenir Next"/>
                <a:cs typeface="Avenir Next"/>
              </a:defRPr>
            </a:defPPr>
            <a:lvl1pPr algn="l">
              <a:defRPr sz="1800" b="0">
                <a:solidFill>
                  <a:srgbClr val="142B3D"/>
                </a:solidFill>
                <a:latin typeface="Avenir Next"/>
                <a:ea typeface="Avenir Next"/>
                <a:cs typeface="Avenir Next"/>
              </a:defRPr>
            </a:lvl1pPr>
            <a:lvl2pPr algn="l">
              <a:defRPr sz="1800" b="0">
                <a:solidFill>
                  <a:srgbClr val="142B3D"/>
                </a:solidFill>
                <a:latin typeface="Avenir Next"/>
                <a:ea typeface="Avenir Next"/>
                <a:cs typeface="Avenir Next"/>
              </a:defRPr>
            </a:lvl2pPr>
            <a:lvl3pPr algn="l">
              <a:defRPr sz="1800" b="0">
                <a:solidFill>
                  <a:srgbClr val="142B3D"/>
                </a:solidFill>
                <a:latin typeface="Avenir Next"/>
                <a:ea typeface="Avenir Next"/>
                <a:cs typeface="Avenir Next"/>
              </a:defRPr>
            </a:lvl3pPr>
            <a:lvl4pPr algn="l">
              <a:defRPr sz="1800" b="0">
                <a:solidFill>
                  <a:srgbClr val="142B3D"/>
                </a:solidFill>
                <a:latin typeface="Avenir Next"/>
                <a:ea typeface="Avenir Next"/>
                <a:cs typeface="Avenir Next"/>
              </a:defRPr>
            </a:lvl4pPr>
            <a:lvl5pPr algn="l">
              <a:defRPr sz="1800" b="0">
                <a:solidFill>
                  <a:srgbClr val="142B3D"/>
                </a:solidFill>
                <a:latin typeface="Avenir Next"/>
                <a:ea typeface="Avenir Next"/>
                <a:cs typeface="Avenir Next"/>
              </a:defRPr>
            </a:lvl5pPr>
            <a:lvl6pPr algn="l">
              <a:defRPr sz="1800" b="0">
                <a:solidFill>
                  <a:srgbClr val="142B3D"/>
                </a:solidFill>
                <a:latin typeface="Avenir Next"/>
                <a:ea typeface="Avenir Next"/>
                <a:cs typeface="Avenir Next"/>
              </a:defRPr>
            </a:lvl6pPr>
            <a:lvl7pPr algn="l">
              <a:defRPr sz="1800" b="0">
                <a:solidFill>
                  <a:srgbClr val="142B3D"/>
                </a:solidFill>
                <a:latin typeface="Avenir Next"/>
                <a:ea typeface="Avenir Next"/>
                <a:cs typeface="Avenir Next"/>
              </a:defRPr>
            </a:lvl7pPr>
            <a:lvl8pPr algn="l">
              <a:defRPr sz="1800" b="0">
                <a:solidFill>
                  <a:srgbClr val="142B3D"/>
                </a:solidFill>
                <a:latin typeface="Avenir Next"/>
                <a:ea typeface="Avenir Next"/>
                <a:cs typeface="Avenir Next"/>
              </a:defRPr>
            </a:lvl8pPr>
            <a:lvl9pPr algn="l">
              <a:defRPr sz="1800" b="0">
                <a:solidFill>
                  <a:srgbClr val="142B3D"/>
                </a:solidFill>
                <a:latin typeface="Avenir Next"/>
                <a:ea typeface="Avenir Next"/>
                <a:cs typeface="Avenir Next"/>
              </a:defRPr>
            </a:lvl9pPr>
          </a:lstStyle>
          <a:p xmlns:a="http://schemas.openxmlformats.org/drawingml/2006/main">
            <a:pPr algn="l">
              <a:defRPr sz="1800" b="0">
                <a:solidFill>
                  <a:srgbClr val="142B3D"/>
                </a:solidFill>
                <a:latin typeface="Avenir Next"/>
                <a:ea typeface="Avenir Next"/>
                <a:cs typeface="Avenir Next"/>
              </a:defRPr>
            </a:pPr>
            <a:r>
              <a:rPr sz="1800" b="0">
                <a:solidFill>
                  <a:srgbClr val="142B3D"/>
                </a:solidFill>
                <a:latin typeface="Avenir Next"/>
                <a:ea typeface="Avenir Next"/>
                <a:cs typeface="Avenir Next"/>
              </a:rPr>
              <a:t>• La UI es más lenta que la API</a:t>
            </a:r>
          </a:p>
        </p:txBody>
      </p:sp>
      <p:sp>
        <p:nvSpPr>
          <p:cNvPr id="10" name="">
            <a:extLst xmlns:a="http://schemas.openxmlformats.org/drawingml/2006/main">
              <a:ext uri="{FF2B5EF4-FFF2-40B4-BE49-F238E27FC236}">
                <a16:creationId xmlns:a16="http://schemas.microsoft.com/office/drawing/2014/main" id="{15DB9DE4-1A4A-4533-9BEB-F2F9C81F2465}"/>
              </a:ext>
            </a:extLst>
          </p:cNvPr>
          <p:cNvSpPr>
            <a:spLocks xmlns:a="http://schemas.openxmlformats.org/drawingml/2006/main" noGrp="1"/>
          </p:cNvSpPr>
          <p:nvPr/>
        </p:nvSpPr>
        <p:spPr>
          <a:xfrm xmlns:a="http://schemas.openxmlformats.org/drawingml/2006/main">
            <a:off x="6191250" y="3324225"/>
            <a:ext cx="4857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0">
                <a:solidFill>
                  <a:srgbClr val="142B3D"/>
                </a:solidFill>
                <a:latin typeface="Avenir Next"/>
                <a:ea typeface="Avenir Next"/>
                <a:cs typeface="Avenir Next"/>
              </a:defRPr>
            </a:defPPr>
            <a:lvl1pPr algn="l">
              <a:defRPr sz="1800" b="0">
                <a:solidFill>
                  <a:srgbClr val="142B3D"/>
                </a:solidFill>
                <a:latin typeface="Avenir Next"/>
                <a:ea typeface="Avenir Next"/>
                <a:cs typeface="Avenir Next"/>
              </a:defRPr>
            </a:lvl1pPr>
            <a:lvl2pPr algn="l">
              <a:defRPr sz="1800" b="0">
                <a:solidFill>
                  <a:srgbClr val="142B3D"/>
                </a:solidFill>
                <a:latin typeface="Avenir Next"/>
                <a:ea typeface="Avenir Next"/>
                <a:cs typeface="Avenir Next"/>
              </a:defRPr>
            </a:lvl2pPr>
            <a:lvl3pPr algn="l">
              <a:defRPr sz="1800" b="0">
                <a:solidFill>
                  <a:srgbClr val="142B3D"/>
                </a:solidFill>
                <a:latin typeface="Avenir Next"/>
                <a:ea typeface="Avenir Next"/>
                <a:cs typeface="Avenir Next"/>
              </a:defRPr>
            </a:lvl3pPr>
            <a:lvl4pPr algn="l">
              <a:defRPr sz="1800" b="0">
                <a:solidFill>
                  <a:srgbClr val="142B3D"/>
                </a:solidFill>
                <a:latin typeface="Avenir Next"/>
                <a:ea typeface="Avenir Next"/>
                <a:cs typeface="Avenir Next"/>
              </a:defRPr>
            </a:lvl4pPr>
            <a:lvl5pPr algn="l">
              <a:defRPr sz="1800" b="0">
                <a:solidFill>
                  <a:srgbClr val="142B3D"/>
                </a:solidFill>
                <a:latin typeface="Avenir Next"/>
                <a:ea typeface="Avenir Next"/>
                <a:cs typeface="Avenir Next"/>
              </a:defRPr>
            </a:lvl5pPr>
            <a:lvl6pPr algn="l">
              <a:defRPr sz="1800" b="0">
                <a:solidFill>
                  <a:srgbClr val="142B3D"/>
                </a:solidFill>
                <a:latin typeface="Avenir Next"/>
                <a:ea typeface="Avenir Next"/>
                <a:cs typeface="Avenir Next"/>
              </a:defRPr>
            </a:lvl6pPr>
            <a:lvl7pPr algn="l">
              <a:defRPr sz="1800" b="0">
                <a:solidFill>
                  <a:srgbClr val="142B3D"/>
                </a:solidFill>
                <a:latin typeface="Avenir Next"/>
                <a:ea typeface="Avenir Next"/>
                <a:cs typeface="Avenir Next"/>
              </a:defRPr>
            </a:lvl7pPr>
            <a:lvl8pPr algn="l">
              <a:defRPr sz="1800" b="0">
                <a:solidFill>
                  <a:srgbClr val="142B3D"/>
                </a:solidFill>
                <a:latin typeface="Avenir Next"/>
                <a:ea typeface="Avenir Next"/>
                <a:cs typeface="Avenir Next"/>
              </a:defRPr>
            </a:lvl8pPr>
            <a:lvl9pPr algn="l">
              <a:defRPr sz="1800" b="0">
                <a:solidFill>
                  <a:srgbClr val="142B3D"/>
                </a:solidFill>
                <a:latin typeface="Avenir Next"/>
                <a:ea typeface="Avenir Next"/>
                <a:cs typeface="Avenir Next"/>
              </a:defRPr>
            </a:lvl9pPr>
          </a:lstStyle>
          <a:p xmlns:a="http://schemas.openxmlformats.org/drawingml/2006/main">
            <a:pPr algn="l">
              <a:defRPr sz="1800" b="0">
                <a:solidFill>
                  <a:srgbClr val="142B3D"/>
                </a:solidFill>
                <a:latin typeface="Avenir Next"/>
                <a:ea typeface="Avenir Next"/>
                <a:cs typeface="Avenir Next"/>
              </a:defRPr>
            </a:pPr>
            <a:r>
              <a:rPr sz="1800" b="0">
                <a:solidFill>
                  <a:srgbClr val="142B3D"/>
                </a:solidFill>
                <a:latin typeface="Avenir Next"/>
                <a:ea typeface="Avenir Next"/>
                <a:cs typeface="Avenir Next"/>
              </a:rPr>
              <a:t>• Cambios de interfaz exigen mantenimiento</a:t>
            </a:r>
          </a:p>
        </p:txBody>
      </p:sp>
      <p:sp>
        <p:nvSpPr>
          <p:cNvPr id="11" name="">
            <a:extLst xmlns:a="http://schemas.openxmlformats.org/drawingml/2006/main">
              <a:ext uri="{FF2B5EF4-FFF2-40B4-BE49-F238E27FC236}">
                <a16:creationId xmlns:a16="http://schemas.microsoft.com/office/drawing/2014/main" id="{7E18E997-47B6-4AEE-AC33-DC3CC7A30FA8}"/>
              </a:ext>
            </a:extLst>
          </p:cNvPr>
          <p:cNvSpPr>
            <a:spLocks xmlns:a="http://schemas.openxmlformats.org/drawingml/2006/main" noGrp="1"/>
          </p:cNvSpPr>
          <p:nvPr/>
        </p:nvSpPr>
        <p:spPr>
          <a:xfrm xmlns:a="http://schemas.openxmlformats.org/drawingml/2006/main">
            <a:off x="714375" y="4619625"/>
            <a:ext cx="10382250" cy="19050"/>
          </a:xfrm>
          <a:prstGeom xmlns:a="http://schemas.openxmlformats.org/drawingml/2006/main" prst="rect">
            <a:avLst/>
          </a:prstGeom>
          <a:solidFill xmlns:a="http://schemas.openxmlformats.org/drawingml/2006/main">
            <a:srgbClr val="B9C8C6"/>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526EE95-8010-4EED-968F-F34BFBE54AC3}"/>
              </a:ext>
            </a:extLst>
          </p:cNvPr>
          <p:cNvSpPr>
            <a:spLocks xmlns:a="http://schemas.openxmlformats.org/drawingml/2006/main" noGrp="1"/>
          </p:cNvSpPr>
          <p:nvPr/>
        </p:nvSpPr>
        <p:spPr>
          <a:xfrm xmlns:a="http://schemas.openxmlformats.org/drawingml/2006/main">
            <a:off x="714375" y="4905375"/>
            <a:ext cx="10382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0A7777"/>
                </a:solidFill>
                <a:latin typeface="Avenir Next"/>
                <a:ea typeface="Avenir Next"/>
                <a:cs typeface="Avenir Next"/>
              </a:defRPr>
            </a:defPPr>
            <a:lvl1pPr algn="l">
              <a:defRPr sz="2025" b="1">
                <a:solidFill>
                  <a:srgbClr val="0A7777"/>
                </a:solidFill>
                <a:latin typeface="Avenir Next"/>
                <a:ea typeface="Avenir Next"/>
                <a:cs typeface="Avenir Next"/>
              </a:defRPr>
            </a:lvl1pPr>
            <a:lvl2pPr algn="l">
              <a:defRPr sz="2025" b="1">
                <a:solidFill>
                  <a:srgbClr val="0A7777"/>
                </a:solidFill>
                <a:latin typeface="Avenir Next"/>
                <a:ea typeface="Avenir Next"/>
                <a:cs typeface="Avenir Next"/>
              </a:defRPr>
            </a:lvl2pPr>
            <a:lvl3pPr algn="l">
              <a:defRPr sz="2025" b="1">
                <a:solidFill>
                  <a:srgbClr val="0A7777"/>
                </a:solidFill>
                <a:latin typeface="Avenir Next"/>
                <a:ea typeface="Avenir Next"/>
                <a:cs typeface="Avenir Next"/>
              </a:defRPr>
            </a:lvl3pPr>
            <a:lvl4pPr algn="l">
              <a:defRPr sz="2025" b="1">
                <a:solidFill>
                  <a:srgbClr val="0A7777"/>
                </a:solidFill>
                <a:latin typeface="Avenir Next"/>
                <a:ea typeface="Avenir Next"/>
                <a:cs typeface="Avenir Next"/>
              </a:defRPr>
            </a:lvl4pPr>
            <a:lvl5pPr algn="l">
              <a:defRPr sz="2025" b="1">
                <a:solidFill>
                  <a:srgbClr val="0A7777"/>
                </a:solidFill>
                <a:latin typeface="Avenir Next"/>
                <a:ea typeface="Avenir Next"/>
                <a:cs typeface="Avenir Next"/>
              </a:defRPr>
            </a:lvl5pPr>
            <a:lvl6pPr algn="l">
              <a:defRPr sz="2025" b="1">
                <a:solidFill>
                  <a:srgbClr val="0A7777"/>
                </a:solidFill>
                <a:latin typeface="Avenir Next"/>
                <a:ea typeface="Avenir Next"/>
                <a:cs typeface="Avenir Next"/>
              </a:defRPr>
            </a:lvl6pPr>
            <a:lvl7pPr algn="l">
              <a:defRPr sz="2025" b="1">
                <a:solidFill>
                  <a:srgbClr val="0A7777"/>
                </a:solidFill>
                <a:latin typeface="Avenir Next"/>
                <a:ea typeface="Avenir Next"/>
                <a:cs typeface="Avenir Next"/>
              </a:defRPr>
            </a:lvl7pPr>
            <a:lvl8pPr algn="l">
              <a:defRPr sz="2025" b="1">
                <a:solidFill>
                  <a:srgbClr val="0A7777"/>
                </a:solidFill>
                <a:latin typeface="Avenir Next"/>
                <a:ea typeface="Avenir Next"/>
                <a:cs typeface="Avenir Next"/>
              </a:defRPr>
            </a:lvl8pPr>
            <a:lvl9pPr algn="l">
              <a:defRPr sz="2025" b="1">
                <a:solidFill>
                  <a:srgbClr val="0A7777"/>
                </a:solidFill>
                <a:latin typeface="Avenir Next"/>
                <a:ea typeface="Avenir Next"/>
                <a:cs typeface="Avenir Next"/>
              </a:defRPr>
            </a:lvl9pPr>
          </a:lstStyle>
          <a:p xmlns:a="http://schemas.openxmlformats.org/drawingml/2006/main">
            <a:pPr algn="l">
              <a:defRPr sz="2025" b="1">
                <a:solidFill>
                  <a:srgbClr val="0A7777"/>
                </a:solidFill>
                <a:latin typeface="Avenir Next"/>
                <a:ea typeface="Avenir Next"/>
                <a:cs typeface="Avenir Next"/>
              </a:defRPr>
            </a:pPr>
            <a:r>
              <a:rPr sz="2025" b="1">
                <a:solidFill>
                  <a:srgbClr val="0A7777"/>
                </a:solidFill>
                <a:latin typeface="Avenir Next"/>
                <a:ea typeface="Avenir Next"/>
                <a:cs typeface="Avenir Next"/>
              </a:rPr>
              <a:t>Cuándo no usarla: reglas pequeñas, pantallas inestables o servicios externos no controlados.</a:t>
            </a:r>
          </a:p>
        </p:txBody>
      </p:sp>
    </p:spTree>
    <p:extLst>
      <p:ext uri="{BB962C8B-B14F-4D97-AF65-F5344CB8AC3E}">
        <p14:creationId xmlns:p14="http://schemas.microsoft.com/office/powerpoint/2010/main" val="18641327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2026-10-24T19:56:35.4390000Z</dcterms:created>
  <dcterms:modified xsi:type="dcterms:W3CDTF">2026-10-24T19:56:35.4390000Z</dcterms:modified>
</coreProperties>
</file>