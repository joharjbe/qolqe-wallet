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566b24f91c4827" /><Relationship Type="http://schemas.openxmlformats.org/officeDocument/2006/relationships/extended-properties" Target="/docProps/app.xml" Id="Ra5fa5c74d54c475f" /><Relationship Type="http://schemas.openxmlformats.org/officeDocument/2006/relationships/officeDocument" Target="/ppt/presentation.xml" Id="R85856e93c2b84a9f" /></Relationships>
</file>

<file path=ppt/presentation.xml><?xml version="1.0" encoding="utf-8"?>
<p:presentation xmlns:p="http://schemas.openxmlformats.org/presentationml/2006/main">
  <p:sldMasterIdLst>
    <p:sldMasterId xmlns:r="http://schemas.openxmlformats.org/officeDocument/2006/relationships" id="2147483648" r:id="R2ae380a6541e4f20"/>
  </p:sldMasterIdLst>
  <p:notesMasterIdLst>
    <p:notesMasterId xmlns:r="http://schemas.openxmlformats.org/officeDocument/2006/relationships" r:id="R5e01f9ae0f994251"/>
  </p:notesMasterIdLst>
  <p:sldIdLst>
    <p:sldId xmlns:r="http://schemas.openxmlformats.org/officeDocument/2006/relationships" id="256" r:id="R99011ee507364b06"/>
    <p:sldId xmlns:r="http://schemas.openxmlformats.org/officeDocument/2006/relationships" id="257" r:id="R92cf04694527474b"/>
    <p:sldId xmlns:r="http://schemas.openxmlformats.org/officeDocument/2006/relationships" id="258" r:id="Rb76e397e8499422f"/>
    <p:sldId xmlns:r="http://schemas.openxmlformats.org/officeDocument/2006/relationships" id="259" r:id="Reb699d1ed04b4a24"/>
    <p:sldId xmlns:r="http://schemas.openxmlformats.org/officeDocument/2006/relationships" id="260" r:id="Ra078f7db640a4b75"/>
    <p:sldId xmlns:r="http://schemas.openxmlformats.org/officeDocument/2006/relationships" id="261" r:id="Rc1999236c5984120"/>
    <p:sldId xmlns:r="http://schemas.openxmlformats.org/officeDocument/2006/relationships" id="262" r:id="R9c85d9eb7bf24aae"/>
    <p:sldId xmlns:r="http://schemas.openxmlformats.org/officeDocument/2006/relationships" id="263" r:id="R74b73686d31f4ccd"/>
    <p:sldId xmlns:r="http://schemas.openxmlformats.org/officeDocument/2006/relationships" id="264" r:id="R102ba38e8d4b49b1"/>
    <p:sldId xmlns:r="http://schemas.openxmlformats.org/officeDocument/2006/relationships" id="265" r:id="Rb0d88f7e90c645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21916db2a24a25" /><Relationship Type="http://schemas.openxmlformats.org/officeDocument/2006/relationships/slideMaster" Target="/ppt/slideMasters/slideMaster1.xml" Id="R2ae380a6541e4f20" /><Relationship Type="http://schemas.openxmlformats.org/officeDocument/2006/relationships/notesMaster" Target="/ppt/notesMasters/notesMaster1.xml" Id="R5e01f9ae0f994251" /><Relationship Type="http://schemas.openxmlformats.org/officeDocument/2006/relationships/presProps" Target="/ppt/presProps.xml" Id="Rdbc6a0283fe148ad" /><Relationship Type="http://schemas.openxmlformats.org/officeDocument/2006/relationships/tableStyles" Target="/ppt/tableStyles.xml" Id="R3f3835c9ee6244fe" /><Relationship Type="http://schemas.openxmlformats.org/officeDocument/2006/relationships/slide" Target="/ppt/slides/slide1.xml" Id="R99011ee507364b06" /><Relationship Type="http://schemas.openxmlformats.org/officeDocument/2006/relationships/slide" Target="/ppt/slides/slide2.xml" Id="R92cf04694527474b" /><Relationship Type="http://schemas.openxmlformats.org/officeDocument/2006/relationships/slide" Target="/ppt/slides/slide3.xml" Id="Rb76e397e8499422f" /><Relationship Type="http://schemas.openxmlformats.org/officeDocument/2006/relationships/slide" Target="/ppt/slides/slide4.xml" Id="Reb699d1ed04b4a24" /><Relationship Type="http://schemas.openxmlformats.org/officeDocument/2006/relationships/slide" Target="/ppt/slides/slide5.xml" Id="Ra078f7db640a4b75" /><Relationship Type="http://schemas.openxmlformats.org/officeDocument/2006/relationships/slide" Target="/ppt/slides/slide6.xml" Id="Rc1999236c5984120" /><Relationship Type="http://schemas.openxmlformats.org/officeDocument/2006/relationships/slide" Target="/ppt/slides/slide7.xml" Id="R9c85d9eb7bf24aae" /><Relationship Type="http://schemas.openxmlformats.org/officeDocument/2006/relationships/slide" Target="/ppt/slides/slide8.xml" Id="R74b73686d31f4ccd" /><Relationship Type="http://schemas.openxmlformats.org/officeDocument/2006/relationships/slide" Target="/ppt/slides/slide9.xml" Id="R102ba38e8d4b49b1" /><Relationship Type="http://schemas.openxmlformats.org/officeDocument/2006/relationships/slide" Target="/ppt/slides/slide10.xml" Id="Rb0d88f7e90c645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f3188e2d4e49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6ab73447134594" /><Relationship Type="http://schemas.openxmlformats.org/officeDocument/2006/relationships/notesMaster" Target="/ppt/notesMasters/notesMaster1.xml" Id="R60d9510d15b745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fd1a82057640aa" /><Relationship Type="http://schemas.openxmlformats.org/officeDocument/2006/relationships/notesMaster" Target="/ppt/notesMasters/notesMaster1.xml" Id="Rce5fe72bea85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db8b3f11e44c0d" /><Relationship Type="http://schemas.openxmlformats.org/officeDocument/2006/relationships/notesMaster" Target="/ppt/notesMasters/notesMaster1.xml" Id="R318277c1db1448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86efd8ce744673" /><Relationship Type="http://schemas.openxmlformats.org/officeDocument/2006/relationships/notesMaster" Target="/ppt/notesMasters/notesMaster1.xml" Id="Rbb41d70b2fd848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f47f6e4c9c47b1" /><Relationship Type="http://schemas.openxmlformats.org/officeDocument/2006/relationships/notesMaster" Target="/ppt/notesMasters/notesMaster1.xml" Id="R8071ec4c7b0047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62c0d85ccf42b4" /><Relationship Type="http://schemas.openxmlformats.org/officeDocument/2006/relationships/notesMaster" Target="/ppt/notesMasters/notesMaster1.xml" Id="R3cb01fedf7ca42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c882e9407c4cb0" /><Relationship Type="http://schemas.openxmlformats.org/officeDocument/2006/relationships/notesMaster" Target="/ppt/notesMasters/notesMaster1.xml" Id="R666e366e6f5641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8af50b25ee4adc" /><Relationship Type="http://schemas.openxmlformats.org/officeDocument/2006/relationships/notesMaster" Target="/ppt/notesMasters/notesMaster1.xml" Id="Rd1066bad851842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bc70e816e241e0" /><Relationship Type="http://schemas.openxmlformats.org/officeDocument/2006/relationships/notesMaster" Target="/ppt/notesMasters/notesMaster1.xml" Id="R3b194c483c2249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b9a2e8fbff4cc3" /><Relationship Type="http://schemas.openxmlformats.org/officeDocument/2006/relationships/notesMaster" Target="/ppt/notesMasters/notesMaster1.xml" Id="R83849815039044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(20 s). Presentar el objetivo y anunciar que se verá la ejecución real y una revisión con IA en vivo. El flujo involucra a Diego y Bruno en el módulo G4. La captura es de la instancia local de Qolqe. Fuente del encargo: Canvas, Clase 11 - Automatización.pdf, archivo 4957072, y tarea 349599.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 (40 s). Definir Robot Framework como marco abierto de automatización basado en palabras clave. Problema: repetir y comprobar el recorrido sin depender de clics manuales, con evidencia de cada ejecución. En Qolqe hay acciones y estados visibles. Fuente: https://robotframework.org/robotframework/latest/RobotFrameworkUserGuide y Canvas Clase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1:00-1:40 (40 s). Explicar la evolución por capacidades: pruebas de aceptación con keywords, tareas RPA desde Robot Framework 3.1, y automatización web moderna con Browser Library sobre Playwright. No presentar esto como cronología exhaustiva. La instalación usada se verificó con Robot 7.5 y Browser Library 20.6.0. Fuentes: Robot Framework User Guide; https://github.com/MarketSquare/robotframework-browser ; notas de versión de Robot Framework 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1:40-2:35 (55 s). Seguir las flechas: el caso .robot llama keywords de los recursos Page Object; el motor de Robot los ejecuta; Browser Library usa Playwright para controlar Chromium contra Qolqe. El motor genera output.xml, log.html y report.html. Diferenciar motor, biblioteca, navegador y sistema bajo prueba. Fuentes: Robot Framework User Guide; https://github.com/MarketSquare/robotframework-browser ; tests/e2e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2:35-3:40 (65 s). Mostrar los dos fragmentos reales: el caso llama Enviar solicitud a contacto sin selectores; SolicitudesPage.resource usa Fill Text sobre input-solicitud-monto y Click sobre boton-solicitar. En Robot el patrón se implementa con recursos y user keywords, no requiere clases. Justificación: localizadores concentrados por pantalla, caso legible y menos cambios cuando varía un selector. Señalar tests/e2e/pages/ en el repositorio. Fuentes: Canvas Clase 11, sección de patrones; tests/e2e/g4_solicitud_happy_path.robot; tests/e2e/pages/SolicitudesPage.resource.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3:40-4:45 (65 s). Mostrar las capturas como mapa previo a la ejecución y nombrar las validaciones: alias Bruno Demo visible, mensaje de solicitud enviada y fila por S/ 25 con estado Pendiente. Durante la ejecución del slide 8, estas acciones ocurrirán en Chromium. Fuente: capturas reales 01-contacto-creado.png y 03-solicitud-pendiente.png; requisitos Qolqe HU-G4-01, HU-G4-06 y HU-G4-07.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4:45-5:55 (70 s). Mostrar cuadro de confirmación, estado Aceptada y código de operación. Enumerar oráculos del caso: estado para Bruno y Diego, detalle con Operación, Bruno S/ 775.00 y Diego S/ 2,525.00. Los saldos se derivan de S/ 800.00 y S/ 2,500.00 iniciales con una transferencia de S/ 25.00 y comisión cero. Fuente: capturas reales 04 a 07; Qolqe HU-G4-08, RN-09 y RN-10.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5:55-7:30 (95 s). PREPARACIÓN: Qolqe debe estar iniciado con el comando de la sección 7 del README. EN VIVO: ejecutar python -m robot --variable HEADLESS:False --outputdir reportes tests/e2e/g4_solicitud_happy_path.robot. Dejar que la audiencia vea Chromium; abrir reportes/report.html, señalar 1 test/1 passed; abrir log.html y expandir Enviar solicitud a contacto o Aceptar solicitud recibida para mostrar validaciones. Si la ventana tarda, usar la captura real como respaldo, aclarando que es una ejecución previa. La ejecución verificada el 24 de octubre de 2026 aprobó 1 de 1 prueba. Fuente: reportes locales y captura real 08-robot-report.png.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7:30-9:10 (100 s). EN VIVO: abrir Codex con este repositorio y pegar el prompt completo de docs/demo-robot-ia.md. Adjuntar o referir reportes/output.xml, tests/e2e/g4_solicitud_happy_path.robot y docs/requisitos.md. Pedir tres cosas: qué validó Robot, qué requisito no validó, y un keyword mínimo propuesto. La respuesta útil debe detectar los SMS simulados de HU-G4-06 CA2 y HU-G4-08 CA3. La IA es asistencia externa aplicada al resultado de Robot; no atribuir IA integrada al motor. Mostrar la propuesta y aclarar que se debe comprobar con requisitos y ejecutar antes de incorporarla. Fuente: docs/demo-robot-ia.md y docs/requisitos.md.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9:10-10:00 (50 s). Dificultad observada: tras aceptar, la pantalla podía seguir en Pendiente; la espera por estado visible resolvió la carrera. Límites: Chromium y dependencias, mayor lentitud que API/unidad y mantenimiento de selectores. No usar UI E2E para cada regla pequeña ni contra servicios externos no controlados. Reconocer que el SMS simulado todavía no está validado. Cerrar señalando el enlace público al repositorio, con código, README ejecutable y esta presentación. Fuente: Canvas Clase 11, riesgos/esperas/pirámide; ejecución local; README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59af36547841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65bb62709c4a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3875104a9742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abc104be1243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edcdcab7564b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ea1f9f1dec4c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8D5550-E046-42B9-9546-8D851ED4E9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36BBD53-F08F-4202-ABC7-9DE906A226D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533745-70E0-4CFA-8424-F926CCFBA7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BA62EE-FAF2-4CC9-A4A0-3BAD99350B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AE414D-9C6D-4100-9791-CB60064495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A4182E-91A0-4EA7-B0BF-452A79C0A2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B72F9C-7568-4A94-981C-A5BA245725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34218B-F32B-4879-8EE7-856EB150A1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0F5A3-9E22-4BBC-A94A-6C1F018FEF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F81AC0-DDD6-4664-AF8D-073570065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fea34f11e4447" /><Relationship Type="http://schemas.openxmlformats.org/officeDocument/2006/relationships/slideLayout" Target="/ppt/slideLayouts/slideLayout1.xml" Id="R0ee563ba7619493a" /><Relationship Type="http://schemas.openxmlformats.org/officeDocument/2006/relationships/slideLayout" Target="/ppt/slideLayouts/slideLayout2.xml" Id="R01b5ef90e4d74bac" /><Relationship Type="http://schemas.openxmlformats.org/officeDocument/2006/relationships/slideLayout" Target="/ppt/slideLayouts/slideLayout3.xml" Id="R9b377f7a22134943" /><Relationship Type="http://schemas.openxmlformats.org/officeDocument/2006/relationships/slideLayout" Target="/ppt/slideLayouts/slideLayout4.xml" Id="R26ab98dc771f488d" /><Relationship Type="http://schemas.openxmlformats.org/officeDocument/2006/relationships/slideLayout" Target="/ppt/slideLayouts/slideLayout5.xml" Id="R20352c333f9143f1" /><Relationship Type="http://schemas.openxmlformats.org/officeDocument/2006/relationships/slideLayout" Target="/ppt/slideLayouts/slideLayout6.xml" Id="Red053e5a9d1d43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e563ba7619493a"/>
    <p:sldLayoutId xmlns:r="http://schemas.openxmlformats.org/officeDocument/2006/relationships" id="2147483650" r:id="R01b5ef90e4d74bac"/>
    <p:sldLayoutId xmlns:r="http://schemas.openxmlformats.org/officeDocument/2006/relationships" id="2147483651" r:id="R9b377f7a22134943"/>
    <p:sldLayoutId xmlns:r="http://schemas.openxmlformats.org/officeDocument/2006/relationships" id="2147483652" r:id="R26ab98dc771f488d"/>
    <p:sldLayoutId xmlns:r="http://schemas.openxmlformats.org/officeDocument/2006/relationships" id="2147483653" r:id="R20352c333f9143f1"/>
    <p:sldLayoutId xmlns:r="http://schemas.openxmlformats.org/officeDocument/2006/relationships" id="2147483654" r:id="Red053e5a9d1d43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6b65c1baf447ef" /><Relationship Type="http://schemas.openxmlformats.org/officeDocument/2006/relationships/image" Target="/ppt/media/image.png" Id="Rd1a34ca7150b458d" /><Relationship Type="http://schemas.openxmlformats.org/officeDocument/2006/relationships/notesSlide" Target="/ppt/notesSlides/notesSlide1.xml" Id="Rf34a5b9e81584c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2152af07344617" /><Relationship Type="http://schemas.openxmlformats.org/officeDocument/2006/relationships/image" Target="/ppt/media/image2.png" Id="Rf1f36bfb1f0c4ef2" /><Relationship Type="http://schemas.openxmlformats.org/officeDocument/2006/relationships/notesSlide" Target="/ppt/notesSlides/notesSlide2.xml" Id="Re0ea9ad66cdd44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a730396056404c" /><Relationship Type="http://schemas.openxmlformats.org/officeDocument/2006/relationships/notesSlide" Target="/ppt/notesSlides/notesSlide3.xml" Id="Rc8edaeff3b704e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ab7b940d3db4902" /><Relationship Type="http://schemas.openxmlformats.org/officeDocument/2006/relationships/notesSlide" Target="/ppt/notesSlides/notesSlide4.xml" Id="R2e5070e23aa946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3fc7b2f2f74ec0" /><Relationship Type="http://schemas.openxmlformats.org/officeDocument/2006/relationships/notesSlide" Target="/ppt/notesSlides/notesSlide5.xml" Id="R2490427aaa5249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20e1e861584994" /><Relationship Type="http://schemas.openxmlformats.org/officeDocument/2006/relationships/image" Target="/ppt/media/image3.png" Id="R9688b299f1984ee2" /><Relationship Type="http://schemas.openxmlformats.org/officeDocument/2006/relationships/image" Target="/ppt/media/image4.png" Id="R3c4532d52b21434e" /><Relationship Type="http://schemas.openxmlformats.org/officeDocument/2006/relationships/notesSlide" Target="/ppt/notesSlides/notesSlide6.xml" Id="R89ca5762adb046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c294b1eac1467e" /><Relationship Type="http://schemas.openxmlformats.org/officeDocument/2006/relationships/image" Target="/ppt/media/image5.png" Id="Rf5ad5267d3714ad6" /><Relationship Type="http://schemas.openxmlformats.org/officeDocument/2006/relationships/image" Target="/ppt/media/image6.png" Id="R736a5946ad254ae2" /><Relationship Type="http://schemas.openxmlformats.org/officeDocument/2006/relationships/notesSlide" Target="/ppt/notesSlides/notesSlide7.xml" Id="R29654209ddb647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d67773c48c49c3" /><Relationship Type="http://schemas.openxmlformats.org/officeDocument/2006/relationships/image" Target="/ppt/media/image7.png" Id="R90b9793debc346e8" /><Relationship Type="http://schemas.openxmlformats.org/officeDocument/2006/relationships/hyperlink" Target="https://github.com/Joharjbe/qolqe-wallet#7-demo-e2e-del-grupo-4-robot-framework" TargetMode="External" Id="R7cd36be46e304e3d" /><Relationship Type="http://schemas.openxmlformats.org/officeDocument/2006/relationships/notesSlide" Target="/ppt/notesSlides/notesSlide8.xml" Id="Rd87e9625b10847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b1f59b4acaf4523" /><Relationship Type="http://schemas.openxmlformats.org/officeDocument/2006/relationships/hyperlink" Target="https://github.com/Joharjbe/qolqe-wallet/blob/main/docs/demo-robot-ia.md" TargetMode="External" Id="R9c2f3d13c6a34446" /><Relationship Type="http://schemas.openxmlformats.org/officeDocument/2006/relationships/notesSlide" Target="/ppt/notesSlides/notesSlide9.xml" Id="Rfd456a0d87fb47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8d754c71ce04795" /><Relationship Type="http://schemas.openxmlformats.org/officeDocument/2006/relationships/hyperlink" Target="https://github.com/Joharjbe/qolqe-wallet" TargetMode="External" Id="R799c12652e4740ed" /><Relationship Type="http://schemas.openxmlformats.org/officeDocument/2006/relationships/notesSlide" Target="/ppt/notesSlides/notesSlide10.xml" Id="R9774905c1ec74d68" /></Relationships>
</file>

<file path=ppt/slides/slide1.xml><?xml version="1.0" encoding="utf-8"?>
<p:sld xmlns:p="http://schemas.openxmlformats.org/presentationml/2006/main">
  <p:cSld>
    <p:bg>
      <p:bgPr>
        <a:solidFill xmlns:a="http://schemas.openxmlformats.org/drawingml/2006/main">
          <a:srgbClr val="122D3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6A393DA-EF0C-4A13-9964-6184A36FE8B8}"/>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48137C-5A67-42E1-B0B2-FC0765CDCBE7}"/>
              </a:ext>
            </a:extLst>
          </p:cNvPr>
          <p:cNvSpPr>
            <a:spLocks xmlns:a="http://schemas.openxmlformats.org/drawingml/2006/main" noGrp="1"/>
          </p:cNvSpPr>
          <p:nvPr/>
        </p:nvSpPr>
        <p:spPr>
          <a:xfrm xmlns:a="http://schemas.openxmlformats.org/drawingml/2006/main">
            <a:off x="571500" y="866775"/>
            <a:ext cx="3905250" cy="66675"/>
          </a:xfrm>
          <a:prstGeom xmlns:a="http://schemas.openxmlformats.org/drawingml/2006/main" prst="rect">
            <a:avLst/>
          </a:prstGeom>
          <a:solidFill xmlns:a="http://schemas.openxmlformats.org/drawingml/2006/main">
            <a:srgbClr val="F5B96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72A2F5-A67E-4FCA-B8D6-652802ED50FB}"/>
              </a:ext>
            </a:extLst>
          </p:cNvPr>
          <p:cNvSpPr>
            <a:spLocks xmlns:a="http://schemas.openxmlformats.org/drawingml/2006/main" noGrp="1"/>
          </p:cNvSpPr>
          <p:nvPr/>
        </p:nvSpPr>
        <p:spPr>
          <a:xfrm xmlns:a="http://schemas.openxmlformats.org/drawingml/2006/main">
            <a:off x="571500" y="1181100"/>
            <a:ext cx="5095875"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275" b="1">
                <a:solidFill>
                  <a:srgbClr val="FFFFFF"/>
                </a:solidFill>
                <a:latin typeface="Avenir Next"/>
                <a:ea typeface="Avenir Next"/>
                <a:cs typeface="Avenir Next"/>
              </a:defRPr>
            </a:defPPr>
            <a:lvl1pPr algn="l">
              <a:defRPr sz="4275" b="1">
                <a:solidFill>
                  <a:srgbClr val="FFFFFF"/>
                </a:solidFill>
                <a:latin typeface="Avenir Next"/>
                <a:ea typeface="Avenir Next"/>
                <a:cs typeface="Avenir Next"/>
              </a:defRPr>
            </a:lvl1pPr>
            <a:lvl2pPr algn="l">
              <a:defRPr sz="4275" b="1">
                <a:solidFill>
                  <a:srgbClr val="FFFFFF"/>
                </a:solidFill>
                <a:latin typeface="Avenir Next"/>
                <a:ea typeface="Avenir Next"/>
                <a:cs typeface="Avenir Next"/>
              </a:defRPr>
            </a:lvl2pPr>
            <a:lvl3pPr algn="l">
              <a:defRPr sz="4275" b="1">
                <a:solidFill>
                  <a:srgbClr val="FFFFFF"/>
                </a:solidFill>
                <a:latin typeface="Avenir Next"/>
                <a:ea typeface="Avenir Next"/>
                <a:cs typeface="Avenir Next"/>
              </a:defRPr>
            </a:lvl3pPr>
            <a:lvl4pPr algn="l">
              <a:defRPr sz="4275" b="1">
                <a:solidFill>
                  <a:srgbClr val="FFFFFF"/>
                </a:solidFill>
                <a:latin typeface="Avenir Next"/>
                <a:ea typeface="Avenir Next"/>
                <a:cs typeface="Avenir Next"/>
              </a:defRPr>
            </a:lvl4pPr>
            <a:lvl5pPr algn="l">
              <a:defRPr sz="4275" b="1">
                <a:solidFill>
                  <a:srgbClr val="FFFFFF"/>
                </a:solidFill>
                <a:latin typeface="Avenir Next"/>
                <a:ea typeface="Avenir Next"/>
                <a:cs typeface="Avenir Next"/>
              </a:defRPr>
            </a:lvl5pPr>
            <a:lvl6pPr algn="l">
              <a:defRPr sz="4275" b="1">
                <a:solidFill>
                  <a:srgbClr val="FFFFFF"/>
                </a:solidFill>
                <a:latin typeface="Avenir Next"/>
                <a:ea typeface="Avenir Next"/>
                <a:cs typeface="Avenir Next"/>
              </a:defRPr>
            </a:lvl6pPr>
            <a:lvl7pPr algn="l">
              <a:defRPr sz="4275" b="1">
                <a:solidFill>
                  <a:srgbClr val="FFFFFF"/>
                </a:solidFill>
                <a:latin typeface="Avenir Next"/>
                <a:ea typeface="Avenir Next"/>
                <a:cs typeface="Avenir Next"/>
              </a:defRPr>
            </a:lvl7pPr>
            <a:lvl8pPr algn="l">
              <a:defRPr sz="4275" b="1">
                <a:solidFill>
                  <a:srgbClr val="FFFFFF"/>
                </a:solidFill>
                <a:latin typeface="Avenir Next"/>
                <a:ea typeface="Avenir Next"/>
                <a:cs typeface="Avenir Next"/>
              </a:defRPr>
            </a:lvl8pPr>
            <a:lvl9pPr algn="l">
              <a:defRPr sz="4275" b="1">
                <a:solidFill>
                  <a:srgbClr val="FFFFFF"/>
                </a:solidFill>
                <a:latin typeface="Avenir Next"/>
                <a:ea typeface="Avenir Next"/>
                <a:cs typeface="Avenir Next"/>
              </a:defRPr>
            </a:lvl9pPr>
          </a:lstStyle>
          <a:p xmlns:a="http://schemas.openxmlformats.org/drawingml/2006/main">
            <a:pPr algn="l">
              <a:defRPr sz="4275" b="1">
                <a:solidFill>
                  <a:srgbClr val="FFFFFF"/>
                </a:solidFill>
                <a:latin typeface="Avenir Next"/>
                <a:ea typeface="Avenir Next"/>
                <a:cs typeface="Avenir Next"/>
              </a:defRPr>
            </a:pPr>
            <a:r>
              <a:rPr sz="4275" b="1">
                <a:solidFill>
                  <a:srgbClr val="FFFFFF"/>
                </a:solidFill>
                <a:latin typeface="Avenir Next"/>
                <a:ea typeface="Avenir Next"/>
                <a:cs typeface="Avenir Next"/>
              </a:rPr>
              <a:t>Automatización</a:t>
            </a:r>
          </a:p>
          <a:p xmlns:a="http://schemas.openxmlformats.org/drawingml/2006/main">
            <a:pPr algn="l">
              <a:defRPr sz="4275" b="1">
                <a:solidFill>
                  <a:srgbClr val="FFFFFF"/>
                </a:solidFill>
                <a:latin typeface="Avenir Next"/>
                <a:ea typeface="Avenir Next"/>
                <a:cs typeface="Avenir Next"/>
              </a:defRPr>
            </a:pPr>
            <a:r>
              <a:rPr sz="4275" b="1">
                <a:solidFill>
                  <a:srgbClr val="FFFFFF"/>
                </a:solidFill>
                <a:latin typeface="Avenir Next"/>
                <a:ea typeface="Avenir Next"/>
                <a:cs typeface="Avenir Next"/>
              </a:rPr>
              <a:t>E2E en Qolqe</a:t>
            </a:r>
          </a:p>
        </p:txBody>
      </p:sp>
      <p:sp>
        <p:nvSpPr>
          <p:cNvPr id="4" name="">
            <a:extLst xmlns:a="http://schemas.openxmlformats.org/drawingml/2006/main">
              <a:ext uri="{FF2B5EF4-FFF2-40B4-BE49-F238E27FC236}">
                <a16:creationId xmlns:a16="http://schemas.microsoft.com/office/drawing/2014/main" id="{3BD68D6B-1E1E-46D0-85DE-3CE919080183}"/>
              </a:ext>
            </a:extLst>
          </p:cNvPr>
          <p:cNvSpPr>
            <a:spLocks xmlns:a="http://schemas.openxmlformats.org/drawingml/2006/main" noGrp="1"/>
          </p:cNvSpPr>
          <p:nvPr/>
        </p:nvSpPr>
        <p:spPr>
          <a:xfrm xmlns:a="http://schemas.openxmlformats.org/drawingml/2006/main">
            <a:off x="600075" y="3219450"/>
            <a:ext cx="4895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BDE3D7"/>
                </a:solidFill>
                <a:latin typeface="Avenir Next"/>
                <a:ea typeface="Avenir Next"/>
                <a:cs typeface="Avenir Next"/>
              </a:defRPr>
            </a:defPPr>
            <a:lvl1pPr algn="l">
              <a:defRPr sz="1875" b="0">
                <a:solidFill>
                  <a:srgbClr val="BDE3D7"/>
                </a:solidFill>
                <a:latin typeface="Avenir Next"/>
                <a:ea typeface="Avenir Next"/>
                <a:cs typeface="Avenir Next"/>
              </a:defRPr>
            </a:lvl1pPr>
            <a:lvl2pPr algn="l">
              <a:defRPr sz="1875" b="0">
                <a:solidFill>
                  <a:srgbClr val="BDE3D7"/>
                </a:solidFill>
                <a:latin typeface="Avenir Next"/>
                <a:ea typeface="Avenir Next"/>
                <a:cs typeface="Avenir Next"/>
              </a:defRPr>
            </a:lvl2pPr>
            <a:lvl3pPr algn="l">
              <a:defRPr sz="1875" b="0">
                <a:solidFill>
                  <a:srgbClr val="BDE3D7"/>
                </a:solidFill>
                <a:latin typeface="Avenir Next"/>
                <a:ea typeface="Avenir Next"/>
                <a:cs typeface="Avenir Next"/>
              </a:defRPr>
            </a:lvl3pPr>
            <a:lvl4pPr algn="l">
              <a:defRPr sz="1875" b="0">
                <a:solidFill>
                  <a:srgbClr val="BDE3D7"/>
                </a:solidFill>
                <a:latin typeface="Avenir Next"/>
                <a:ea typeface="Avenir Next"/>
                <a:cs typeface="Avenir Next"/>
              </a:defRPr>
            </a:lvl4pPr>
            <a:lvl5pPr algn="l">
              <a:defRPr sz="1875" b="0">
                <a:solidFill>
                  <a:srgbClr val="BDE3D7"/>
                </a:solidFill>
                <a:latin typeface="Avenir Next"/>
                <a:ea typeface="Avenir Next"/>
                <a:cs typeface="Avenir Next"/>
              </a:defRPr>
            </a:lvl5pPr>
            <a:lvl6pPr algn="l">
              <a:defRPr sz="1875" b="0">
                <a:solidFill>
                  <a:srgbClr val="BDE3D7"/>
                </a:solidFill>
                <a:latin typeface="Avenir Next"/>
                <a:ea typeface="Avenir Next"/>
                <a:cs typeface="Avenir Next"/>
              </a:defRPr>
            </a:lvl6pPr>
            <a:lvl7pPr algn="l">
              <a:defRPr sz="1875" b="0">
                <a:solidFill>
                  <a:srgbClr val="BDE3D7"/>
                </a:solidFill>
                <a:latin typeface="Avenir Next"/>
                <a:ea typeface="Avenir Next"/>
                <a:cs typeface="Avenir Next"/>
              </a:defRPr>
            </a:lvl7pPr>
            <a:lvl8pPr algn="l">
              <a:defRPr sz="1875" b="0">
                <a:solidFill>
                  <a:srgbClr val="BDE3D7"/>
                </a:solidFill>
                <a:latin typeface="Avenir Next"/>
                <a:ea typeface="Avenir Next"/>
                <a:cs typeface="Avenir Next"/>
              </a:defRPr>
            </a:lvl8pPr>
            <a:lvl9pPr algn="l">
              <a:defRPr sz="1875" b="0">
                <a:solidFill>
                  <a:srgbClr val="BDE3D7"/>
                </a:solidFill>
                <a:latin typeface="Avenir Next"/>
                <a:ea typeface="Avenir Next"/>
                <a:cs typeface="Avenir Next"/>
              </a:defRPr>
            </a:lvl9pPr>
          </a:lstStyle>
          <a:p xmlns:a="http://schemas.openxmlformats.org/drawingml/2006/main">
            <a:pPr algn="l">
              <a:defRPr sz="1875" b="0">
                <a:solidFill>
                  <a:srgbClr val="BDE3D7"/>
                </a:solidFill>
                <a:latin typeface="Avenir Next"/>
                <a:ea typeface="Avenir Next"/>
                <a:cs typeface="Avenir Next"/>
              </a:defRPr>
            </a:pPr>
            <a:r>
              <a:rPr sz="1875" b="0">
                <a:solidFill>
                  <a:srgbClr val="BDE3D7"/>
                </a:solidFill>
                <a:latin typeface="Avenir Next"/>
                <a:ea typeface="Avenir Next"/>
                <a:cs typeface="Avenir Next"/>
              </a:rPr>
              <a:t>Robot Framework · patrón Page Object</a:t>
            </a:r>
          </a:p>
        </p:txBody>
      </p:sp>
      <p:sp>
        <p:nvSpPr>
          <p:cNvPr id="5" name="">
            <a:extLst xmlns:a="http://schemas.openxmlformats.org/drawingml/2006/main">
              <a:ext uri="{FF2B5EF4-FFF2-40B4-BE49-F238E27FC236}">
                <a16:creationId xmlns:a16="http://schemas.microsoft.com/office/drawing/2014/main" id="{E259CA8F-DA8C-4477-B6E3-F5085775B2C9}"/>
              </a:ext>
            </a:extLst>
          </p:cNvPr>
          <p:cNvSpPr>
            <a:spLocks xmlns:a="http://schemas.openxmlformats.org/drawingml/2006/main" noGrp="1"/>
          </p:cNvSpPr>
          <p:nvPr/>
        </p:nvSpPr>
        <p:spPr>
          <a:xfrm xmlns:a="http://schemas.openxmlformats.org/drawingml/2006/main">
            <a:off x="600075" y="4343400"/>
            <a:ext cx="4705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Contacto  →  solicitud  →  aceptación</a:t>
            </a:r>
          </a:p>
        </p:txBody>
      </p:sp>
      <p:sp>
        <p:nvSpPr>
          <p:cNvPr id="6" name="">
            <a:extLst xmlns:a="http://schemas.openxmlformats.org/drawingml/2006/main">
              <a:ext uri="{FF2B5EF4-FFF2-40B4-BE49-F238E27FC236}">
                <a16:creationId xmlns:a16="http://schemas.microsoft.com/office/drawing/2014/main" id="{5B6E2D33-CCCE-49B2-8F63-886F8388691E}"/>
              </a:ext>
            </a:extLst>
          </p:cNvPr>
          <p:cNvSpPr>
            <a:spLocks xmlns:a="http://schemas.openxmlformats.org/drawingml/2006/main" noGrp="1"/>
          </p:cNvSpPr>
          <p:nvPr/>
        </p:nvSpPr>
        <p:spPr>
          <a:xfrm xmlns:a="http://schemas.openxmlformats.org/drawingml/2006/main">
            <a:off x="600075" y="5219700"/>
            <a:ext cx="2619375"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CBEAD91-424B-43A5-A1CC-1A0DD17C8487}"/>
              </a:ext>
            </a:extLst>
          </p:cNvPr>
          <p:cNvSpPr>
            <a:spLocks xmlns:a="http://schemas.openxmlformats.org/drawingml/2006/main" noGrp="1"/>
          </p:cNvSpPr>
          <p:nvPr/>
        </p:nvSpPr>
        <p:spPr>
          <a:xfrm xmlns:a="http://schemas.openxmlformats.org/drawingml/2006/main">
            <a:off x="714375" y="5257800"/>
            <a:ext cx="2390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S/ 25.00  ·  1/1 PASS</a:t>
            </a:r>
          </a:p>
        </p:txBody>
      </p:sp>
      <p:sp>
        <p:nvSpPr>
          <p:cNvPr id="8" name="">
            <a:extLst xmlns:a="http://schemas.openxmlformats.org/drawingml/2006/main">
              <a:ext uri="{FF2B5EF4-FFF2-40B4-BE49-F238E27FC236}">
                <a16:creationId xmlns:a16="http://schemas.microsoft.com/office/drawing/2014/main" id="{373A2261-842E-4944-90C4-0A1FD7BC5CF5}"/>
              </a:ext>
            </a:extLst>
          </p:cNvPr>
          <p:cNvSpPr>
            <a:spLocks xmlns:a="http://schemas.openxmlformats.org/drawingml/2006/main" noGrp="1"/>
          </p:cNvSpPr>
          <p:nvPr/>
        </p:nvSpPr>
        <p:spPr>
          <a:xfrm xmlns:a="http://schemas.openxmlformats.org/drawingml/2006/main">
            <a:off x="5905500" y="1095375"/>
            <a:ext cx="5753100" cy="3609975"/>
          </a:xfrm>
          <a:prstGeom xmlns:a="http://schemas.openxmlformats.org/drawingml/2006/main" prst="roundRect">
            <a:avLst>
              <a:gd name="adj" fmla="val 2111"/>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4C2F0F19-9772-4E7F-B123-5ED0936B7C49}"/>
              </a:ext>
            </a:extLst>
          </p:cNvPr>
          <p:cNvPicPr>
            <a:picLocks xmlns:a="http://schemas.openxmlformats.org/drawingml/2006/main" noChangeAspect="1"/>
          </p:cNvPicPr>
          <p:nvPr/>
        </p:nvPicPr>
        <p:blipFill>
          <a:blip xmlns:r="http://schemas.openxmlformats.org/officeDocument/2006/relationships" xmlns:a="http://schemas.openxmlformats.org/drawingml/2006/main" r:embed="Rd1a34ca7150b458d"/>
          <a:stretch xmlns:a="http://schemas.openxmlformats.org/drawingml/2006/main"/>
        </p:blipFill>
        <p:spPr>
          <a:xfrm xmlns:a="http://schemas.openxmlformats.org/drawingml/2006/main">
            <a:off x="5943600" y="1511334"/>
            <a:ext cx="5676900" cy="2778057"/>
          </a:xfrm>
          <a:prstGeom xmlns:a="http://schemas.openxmlformats.org/drawingml/2006/main" prst="roundRect">
            <a:avLst>
              <a:gd name="adj" fmla="val 2156"/>
            </a:avLst>
          </a:prstGeom>
        </p:spPr>
      </p:pic>
      <p:sp>
        <p:nvSpPr>
          <p:cNvPr id="10" name="">
            <a:extLst xmlns:a="http://schemas.openxmlformats.org/drawingml/2006/main">
              <a:ext uri="{FF2B5EF4-FFF2-40B4-BE49-F238E27FC236}">
                <a16:creationId xmlns:a16="http://schemas.microsoft.com/office/drawing/2014/main" id="{2A022AD0-49B0-4B81-B3DA-1E1F2067939C}"/>
              </a:ext>
            </a:extLst>
          </p:cNvPr>
          <p:cNvSpPr>
            <a:spLocks xmlns:a="http://schemas.openxmlformats.org/drawingml/2006/main" noGrp="1"/>
          </p:cNvSpPr>
          <p:nvPr/>
        </p:nvSpPr>
        <p:spPr>
          <a:xfrm xmlns:a="http://schemas.openxmlformats.org/drawingml/2006/main">
            <a:off x="6067425" y="4914900"/>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BDE3D7"/>
                </a:solidFill>
                <a:latin typeface="Avenir Next"/>
                <a:ea typeface="Avenir Next"/>
                <a:cs typeface="Avenir Next"/>
              </a:defRPr>
            </a:defPPr>
            <a:lvl1pPr algn="l">
              <a:defRPr sz="1500" b="0">
                <a:solidFill>
                  <a:srgbClr val="BDE3D7"/>
                </a:solidFill>
                <a:latin typeface="Avenir Next"/>
                <a:ea typeface="Avenir Next"/>
                <a:cs typeface="Avenir Next"/>
              </a:defRPr>
            </a:lvl1pPr>
            <a:lvl2pPr algn="l">
              <a:defRPr sz="1500" b="0">
                <a:solidFill>
                  <a:srgbClr val="BDE3D7"/>
                </a:solidFill>
                <a:latin typeface="Avenir Next"/>
                <a:ea typeface="Avenir Next"/>
                <a:cs typeface="Avenir Next"/>
              </a:defRPr>
            </a:lvl2pPr>
            <a:lvl3pPr algn="l">
              <a:defRPr sz="1500" b="0">
                <a:solidFill>
                  <a:srgbClr val="BDE3D7"/>
                </a:solidFill>
                <a:latin typeface="Avenir Next"/>
                <a:ea typeface="Avenir Next"/>
                <a:cs typeface="Avenir Next"/>
              </a:defRPr>
            </a:lvl3pPr>
            <a:lvl4pPr algn="l">
              <a:defRPr sz="1500" b="0">
                <a:solidFill>
                  <a:srgbClr val="BDE3D7"/>
                </a:solidFill>
                <a:latin typeface="Avenir Next"/>
                <a:ea typeface="Avenir Next"/>
                <a:cs typeface="Avenir Next"/>
              </a:defRPr>
            </a:lvl4pPr>
            <a:lvl5pPr algn="l">
              <a:defRPr sz="1500" b="0">
                <a:solidFill>
                  <a:srgbClr val="BDE3D7"/>
                </a:solidFill>
                <a:latin typeface="Avenir Next"/>
                <a:ea typeface="Avenir Next"/>
                <a:cs typeface="Avenir Next"/>
              </a:defRPr>
            </a:lvl5pPr>
            <a:lvl6pPr algn="l">
              <a:defRPr sz="1500" b="0">
                <a:solidFill>
                  <a:srgbClr val="BDE3D7"/>
                </a:solidFill>
                <a:latin typeface="Avenir Next"/>
                <a:ea typeface="Avenir Next"/>
                <a:cs typeface="Avenir Next"/>
              </a:defRPr>
            </a:lvl6pPr>
            <a:lvl7pPr algn="l">
              <a:defRPr sz="1500" b="0">
                <a:solidFill>
                  <a:srgbClr val="BDE3D7"/>
                </a:solidFill>
                <a:latin typeface="Avenir Next"/>
                <a:ea typeface="Avenir Next"/>
                <a:cs typeface="Avenir Next"/>
              </a:defRPr>
            </a:lvl7pPr>
            <a:lvl8pPr algn="l">
              <a:defRPr sz="1500" b="0">
                <a:solidFill>
                  <a:srgbClr val="BDE3D7"/>
                </a:solidFill>
                <a:latin typeface="Avenir Next"/>
                <a:ea typeface="Avenir Next"/>
                <a:cs typeface="Avenir Next"/>
              </a:defRPr>
            </a:lvl8pPr>
            <a:lvl9pPr algn="l">
              <a:defRPr sz="1500" b="0">
                <a:solidFill>
                  <a:srgbClr val="BDE3D7"/>
                </a:solidFill>
                <a:latin typeface="Avenir Next"/>
                <a:ea typeface="Avenir Next"/>
                <a:cs typeface="Avenir Next"/>
              </a:defRPr>
            </a:lvl9pPr>
          </a:lstStyle>
          <a:p xmlns:a="http://schemas.openxmlformats.org/drawingml/2006/main">
            <a:pPr algn="l">
              <a:defRPr sz="1500" b="0">
                <a:solidFill>
                  <a:srgbClr val="BDE3D7"/>
                </a:solidFill>
                <a:latin typeface="Avenir Next"/>
                <a:ea typeface="Avenir Next"/>
                <a:cs typeface="Avenir Next"/>
              </a:defRPr>
            </a:pPr>
            <a:r>
              <a:rPr sz="1500" b="0">
                <a:solidFill>
                  <a:srgbClr val="BDE3D7"/>
                </a:solidFill>
                <a:latin typeface="Avenir Next"/>
                <a:ea typeface="Avenir Next"/>
                <a:cs typeface="Avenir Next"/>
              </a:rPr>
              <a:t>Captura real del flujo automatizado</a:t>
            </a:r>
          </a:p>
        </p:txBody>
      </p:sp>
      <p:sp>
        <p:nvSpPr>
          <p:cNvPr id="11" name="">
            <a:extLst xmlns:a="http://schemas.openxmlformats.org/drawingml/2006/main">
              <a:ext uri="{FF2B5EF4-FFF2-40B4-BE49-F238E27FC236}">
                <a16:creationId xmlns:a16="http://schemas.microsoft.com/office/drawing/2014/main" id="{104782A3-C747-4DBC-96B9-AD1E79B6EDA4}"/>
              </a:ext>
            </a:extLst>
          </p:cNvPr>
          <p:cNvSpPr>
            <a:spLocks xmlns:a="http://schemas.openxmlformats.org/drawingml/2006/main" noGrp="1"/>
          </p:cNvSpPr>
          <p:nvPr/>
        </p:nvSpPr>
        <p:spPr>
          <a:xfrm xmlns:a="http://schemas.openxmlformats.org/drawingml/2006/main">
            <a:off x="600075" y="633412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B8D2CA"/>
                </a:solidFill>
                <a:latin typeface="Avenir Next"/>
                <a:ea typeface="Avenir Next"/>
                <a:cs typeface="Avenir Next"/>
              </a:defRPr>
            </a:defPPr>
            <a:lvl1pPr algn="l">
              <a:defRPr sz="1200" b="0">
                <a:solidFill>
                  <a:srgbClr val="B8D2CA"/>
                </a:solidFill>
                <a:latin typeface="Avenir Next"/>
                <a:ea typeface="Avenir Next"/>
                <a:cs typeface="Avenir Next"/>
              </a:defRPr>
            </a:lvl1pPr>
            <a:lvl2pPr algn="l">
              <a:defRPr sz="1200" b="0">
                <a:solidFill>
                  <a:srgbClr val="B8D2CA"/>
                </a:solidFill>
                <a:latin typeface="Avenir Next"/>
                <a:ea typeface="Avenir Next"/>
                <a:cs typeface="Avenir Next"/>
              </a:defRPr>
            </a:lvl2pPr>
            <a:lvl3pPr algn="l">
              <a:defRPr sz="1200" b="0">
                <a:solidFill>
                  <a:srgbClr val="B8D2CA"/>
                </a:solidFill>
                <a:latin typeface="Avenir Next"/>
                <a:ea typeface="Avenir Next"/>
                <a:cs typeface="Avenir Next"/>
              </a:defRPr>
            </a:lvl3pPr>
            <a:lvl4pPr algn="l">
              <a:defRPr sz="1200" b="0">
                <a:solidFill>
                  <a:srgbClr val="B8D2CA"/>
                </a:solidFill>
                <a:latin typeface="Avenir Next"/>
                <a:ea typeface="Avenir Next"/>
                <a:cs typeface="Avenir Next"/>
              </a:defRPr>
            </a:lvl4pPr>
            <a:lvl5pPr algn="l">
              <a:defRPr sz="1200" b="0">
                <a:solidFill>
                  <a:srgbClr val="B8D2CA"/>
                </a:solidFill>
                <a:latin typeface="Avenir Next"/>
                <a:ea typeface="Avenir Next"/>
                <a:cs typeface="Avenir Next"/>
              </a:defRPr>
            </a:lvl5pPr>
            <a:lvl6pPr algn="l">
              <a:defRPr sz="1200" b="0">
                <a:solidFill>
                  <a:srgbClr val="B8D2CA"/>
                </a:solidFill>
                <a:latin typeface="Avenir Next"/>
                <a:ea typeface="Avenir Next"/>
                <a:cs typeface="Avenir Next"/>
              </a:defRPr>
            </a:lvl6pPr>
            <a:lvl7pPr algn="l">
              <a:defRPr sz="1200" b="0">
                <a:solidFill>
                  <a:srgbClr val="B8D2CA"/>
                </a:solidFill>
                <a:latin typeface="Avenir Next"/>
                <a:ea typeface="Avenir Next"/>
                <a:cs typeface="Avenir Next"/>
              </a:defRPr>
            </a:lvl7pPr>
            <a:lvl8pPr algn="l">
              <a:defRPr sz="1200" b="0">
                <a:solidFill>
                  <a:srgbClr val="B8D2CA"/>
                </a:solidFill>
                <a:latin typeface="Avenir Next"/>
                <a:ea typeface="Avenir Next"/>
                <a:cs typeface="Avenir Next"/>
              </a:defRPr>
            </a:lvl8pPr>
            <a:lvl9pPr algn="l">
              <a:defRPr sz="1200" b="0">
                <a:solidFill>
                  <a:srgbClr val="B8D2CA"/>
                </a:solidFill>
                <a:latin typeface="Avenir Next"/>
                <a:ea typeface="Avenir Next"/>
                <a:cs typeface="Avenir Next"/>
              </a:defRPr>
            </a:lvl9pPr>
          </a:lstStyle>
          <a:p xmlns:a="http://schemas.openxmlformats.org/drawingml/2006/main">
            <a:pPr algn="l">
              <a:defRPr sz="1200" b="0">
                <a:solidFill>
                  <a:srgbClr val="B8D2CA"/>
                </a:solidFill>
                <a:latin typeface="Avenir Next"/>
                <a:ea typeface="Avenir Next"/>
                <a:cs typeface="Avenir Next"/>
              </a:defRPr>
            </a:pPr>
            <a:r>
              <a:rPr sz="1200" b="0">
                <a:solidFill>
                  <a:srgbClr val="B8D2CA"/>
                </a:solidFill>
                <a:latin typeface="Avenir Next"/>
                <a:ea typeface="Avenir Next"/>
                <a:cs typeface="Avenir Next"/>
              </a:rPr>
              <a:t>CS5383  ·  Grupo 4  ·  Johar</a:t>
            </a:r>
          </a:p>
        </p:txBody>
      </p:sp>
    </p:spTree>
    <p:extLst>
      <p:ext uri="{BB962C8B-B14F-4D97-AF65-F5344CB8AC3E}">
        <p14:creationId xmlns:p14="http://schemas.microsoft.com/office/powerpoint/2010/main" val="982478593"/>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ABD00AB-C990-4036-BE8E-98EA3D7E74D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3B7EA3-D606-4D85-B20D-D79ED29FAC62}"/>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3063DD09-B653-4DC8-AF77-97AEDB6CF4E8}"/>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¿Por qué Robot Framework?</a:t>
            </a:r>
          </a:p>
        </p:txBody>
      </p:sp>
      <p:sp>
        <p:nvSpPr>
          <p:cNvPr id="4" name="">
            <a:extLst xmlns:a="http://schemas.openxmlformats.org/drawingml/2006/main">
              <a:ext uri="{FF2B5EF4-FFF2-40B4-BE49-F238E27FC236}">
                <a16:creationId xmlns:a16="http://schemas.microsoft.com/office/drawing/2014/main" id="{4EFC2CB9-4738-469A-A31F-D122AB27D559}"/>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La automatización transforma un recorrido manual repetible en evidencia verificable.</a:t>
            </a:r>
          </a:p>
        </p:txBody>
      </p:sp>
      <p:sp>
        <p:nvSpPr>
          <p:cNvPr id="5" name="">
            <a:extLst xmlns:a="http://schemas.openxmlformats.org/drawingml/2006/main">
              <a:ext uri="{FF2B5EF4-FFF2-40B4-BE49-F238E27FC236}">
                <a16:creationId xmlns:a16="http://schemas.microsoft.com/office/drawing/2014/main" id="{13E28022-AE8C-4FC2-8B48-1CFEE258BC3A}"/>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A92C07-4FDE-48EE-9FFB-E22987E69622}"/>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A8599F2-B53A-40A5-AB78-6AB2DA0B7324}"/>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F04BEED5-6900-4D12-8769-D6F3C3077149}"/>
              </a:ext>
            </a:extLst>
          </p:cNvPr>
          <p:cNvSpPr>
            <a:spLocks xmlns:a="http://schemas.openxmlformats.org/drawingml/2006/main" noGrp="1"/>
          </p:cNvSpPr>
          <p:nvPr/>
        </p:nvSpPr>
        <p:spPr>
          <a:xfrm xmlns:a="http://schemas.openxmlformats.org/drawingml/2006/main">
            <a:off x="561975" y="1619250"/>
            <a:ext cx="11811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D5E5E9D-42BE-414F-879F-6CDB684395E7}"/>
              </a:ext>
            </a:extLst>
          </p:cNvPr>
          <p:cNvSpPr>
            <a:spLocks xmlns:a="http://schemas.openxmlformats.org/drawingml/2006/main" noGrp="1"/>
          </p:cNvSpPr>
          <p:nvPr/>
        </p:nvSpPr>
        <p:spPr>
          <a:xfrm xmlns:a="http://schemas.openxmlformats.org/drawingml/2006/main">
            <a:off x="676275" y="16573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QUÉ ES</a:t>
            </a:r>
          </a:p>
        </p:txBody>
      </p:sp>
      <p:sp>
        <p:nvSpPr>
          <p:cNvPr id="10" name="">
            <a:extLst xmlns:a="http://schemas.openxmlformats.org/drawingml/2006/main">
              <a:ext uri="{FF2B5EF4-FFF2-40B4-BE49-F238E27FC236}">
                <a16:creationId xmlns:a16="http://schemas.microsoft.com/office/drawing/2014/main" id="{8F391FCD-A1AB-4503-AF0F-CFBAA4AC818D}"/>
              </a:ext>
            </a:extLst>
          </p:cNvPr>
          <p:cNvSpPr>
            <a:spLocks xmlns:a="http://schemas.openxmlformats.org/drawingml/2006/main" noGrp="1"/>
          </p:cNvSpPr>
          <p:nvPr/>
        </p:nvSpPr>
        <p:spPr>
          <a:xfrm xmlns:a="http://schemas.openxmlformats.org/drawingml/2006/main">
            <a:off x="561975" y="2038350"/>
            <a:ext cx="45053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122D32"/>
                </a:solidFill>
                <a:latin typeface="Avenir Next"/>
                <a:ea typeface="Avenir Next"/>
                <a:cs typeface="Avenir Next"/>
              </a:defRPr>
            </a:defPPr>
            <a:lvl1pPr algn="l">
              <a:defRPr sz="2475" b="1">
                <a:solidFill>
                  <a:srgbClr val="122D32"/>
                </a:solidFill>
                <a:latin typeface="Avenir Next"/>
                <a:ea typeface="Avenir Next"/>
                <a:cs typeface="Avenir Next"/>
              </a:defRPr>
            </a:lvl1pPr>
            <a:lvl2pPr algn="l">
              <a:defRPr sz="2475" b="1">
                <a:solidFill>
                  <a:srgbClr val="122D32"/>
                </a:solidFill>
                <a:latin typeface="Avenir Next"/>
                <a:ea typeface="Avenir Next"/>
                <a:cs typeface="Avenir Next"/>
              </a:defRPr>
            </a:lvl2pPr>
            <a:lvl3pPr algn="l">
              <a:defRPr sz="2475" b="1">
                <a:solidFill>
                  <a:srgbClr val="122D32"/>
                </a:solidFill>
                <a:latin typeface="Avenir Next"/>
                <a:ea typeface="Avenir Next"/>
                <a:cs typeface="Avenir Next"/>
              </a:defRPr>
            </a:lvl3pPr>
            <a:lvl4pPr algn="l">
              <a:defRPr sz="2475" b="1">
                <a:solidFill>
                  <a:srgbClr val="122D32"/>
                </a:solidFill>
                <a:latin typeface="Avenir Next"/>
                <a:ea typeface="Avenir Next"/>
                <a:cs typeface="Avenir Next"/>
              </a:defRPr>
            </a:lvl4pPr>
            <a:lvl5pPr algn="l">
              <a:defRPr sz="2475" b="1">
                <a:solidFill>
                  <a:srgbClr val="122D32"/>
                </a:solidFill>
                <a:latin typeface="Avenir Next"/>
                <a:ea typeface="Avenir Next"/>
                <a:cs typeface="Avenir Next"/>
              </a:defRPr>
            </a:lvl5pPr>
            <a:lvl6pPr algn="l">
              <a:defRPr sz="2475" b="1">
                <a:solidFill>
                  <a:srgbClr val="122D32"/>
                </a:solidFill>
                <a:latin typeface="Avenir Next"/>
                <a:ea typeface="Avenir Next"/>
                <a:cs typeface="Avenir Next"/>
              </a:defRPr>
            </a:lvl6pPr>
            <a:lvl7pPr algn="l">
              <a:defRPr sz="2475" b="1">
                <a:solidFill>
                  <a:srgbClr val="122D32"/>
                </a:solidFill>
                <a:latin typeface="Avenir Next"/>
                <a:ea typeface="Avenir Next"/>
                <a:cs typeface="Avenir Next"/>
              </a:defRPr>
            </a:lvl7pPr>
            <a:lvl8pPr algn="l">
              <a:defRPr sz="2475" b="1">
                <a:solidFill>
                  <a:srgbClr val="122D32"/>
                </a:solidFill>
                <a:latin typeface="Avenir Next"/>
                <a:ea typeface="Avenir Next"/>
                <a:cs typeface="Avenir Next"/>
              </a:defRPr>
            </a:lvl8pPr>
            <a:lvl9pPr algn="l">
              <a:defRPr sz="2475" b="1">
                <a:solidFill>
                  <a:srgbClr val="122D32"/>
                </a:solidFill>
                <a:latin typeface="Avenir Next"/>
                <a:ea typeface="Avenir Next"/>
                <a:cs typeface="Avenir Next"/>
              </a:defRPr>
            </a:lvl9pPr>
          </a:lstStyle>
          <a:p xmlns:a="http://schemas.openxmlformats.org/drawingml/2006/main">
            <a:pPr algn="l">
              <a:defRPr sz="2475" b="1">
                <a:solidFill>
                  <a:srgbClr val="122D32"/>
                </a:solidFill>
                <a:latin typeface="Avenir Next"/>
                <a:ea typeface="Avenir Next"/>
                <a:cs typeface="Avenir Next"/>
              </a:defRPr>
            </a:pPr>
            <a:r>
              <a:rPr sz="2475" b="1">
                <a:solidFill>
                  <a:srgbClr val="122D32"/>
                </a:solidFill>
                <a:latin typeface="Avenir Next"/>
                <a:ea typeface="Avenir Next"/>
                <a:cs typeface="Avenir Next"/>
              </a:rPr>
              <a:t>Pruebas expresadas con</a:t>
            </a:r>
          </a:p>
          <a:p xmlns:a="http://schemas.openxmlformats.org/drawingml/2006/main">
            <a:pPr algn="l">
              <a:defRPr sz="2475" b="1">
                <a:solidFill>
                  <a:srgbClr val="122D32"/>
                </a:solidFill>
                <a:latin typeface="Avenir Next"/>
                <a:ea typeface="Avenir Next"/>
                <a:cs typeface="Avenir Next"/>
              </a:defRPr>
            </a:pPr>
            <a:r>
              <a:rPr sz="2475" b="1">
                <a:solidFill>
                  <a:srgbClr val="122D32"/>
                </a:solidFill>
                <a:latin typeface="Avenir Next"/>
                <a:ea typeface="Avenir Next"/>
                <a:cs typeface="Avenir Next"/>
              </a:rPr>
              <a:t>palabras clave legibles</a:t>
            </a:r>
          </a:p>
        </p:txBody>
      </p:sp>
      <p:sp>
        <p:nvSpPr>
          <p:cNvPr id="11" name="">
            <a:extLst xmlns:a="http://schemas.openxmlformats.org/drawingml/2006/main">
              <a:ext uri="{FF2B5EF4-FFF2-40B4-BE49-F238E27FC236}">
                <a16:creationId xmlns:a16="http://schemas.microsoft.com/office/drawing/2014/main" id="{8A8FFDFC-8BAA-4A15-8DC8-C2E460249256}"/>
              </a:ext>
            </a:extLst>
          </p:cNvPr>
          <p:cNvSpPr>
            <a:spLocks xmlns:a="http://schemas.openxmlformats.org/drawingml/2006/main" noGrp="1"/>
          </p:cNvSpPr>
          <p:nvPr/>
        </p:nvSpPr>
        <p:spPr>
          <a:xfrm xmlns:a="http://schemas.openxmlformats.org/drawingml/2006/main">
            <a:off x="561975" y="3619500"/>
            <a:ext cx="17145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B301EC-2BD2-432B-97DA-9588FEE076BB}"/>
              </a:ext>
            </a:extLst>
          </p:cNvPr>
          <p:cNvSpPr>
            <a:spLocks xmlns:a="http://schemas.openxmlformats.org/drawingml/2006/main" noGrp="1"/>
          </p:cNvSpPr>
          <p:nvPr/>
        </p:nvSpPr>
        <p:spPr>
          <a:xfrm xmlns:a="http://schemas.openxmlformats.org/drawingml/2006/main">
            <a:off x="676275" y="3657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QUÉ RESUELVE</a:t>
            </a:r>
          </a:p>
        </p:txBody>
      </p:sp>
      <p:sp>
        <p:nvSpPr>
          <p:cNvPr id="13" name="">
            <a:extLst xmlns:a="http://schemas.openxmlformats.org/drawingml/2006/main">
              <a:ext uri="{FF2B5EF4-FFF2-40B4-BE49-F238E27FC236}">
                <a16:creationId xmlns:a16="http://schemas.microsoft.com/office/drawing/2014/main" id="{BCCEBE40-2C49-4D5A-81C4-450CF5983EE9}"/>
              </a:ext>
            </a:extLst>
          </p:cNvPr>
          <p:cNvSpPr>
            <a:spLocks xmlns:a="http://schemas.openxmlformats.org/drawingml/2006/main" noGrp="1"/>
          </p:cNvSpPr>
          <p:nvPr/>
        </p:nvSpPr>
        <p:spPr>
          <a:xfrm xmlns:a="http://schemas.openxmlformats.org/drawingml/2006/main">
            <a:off x="561975" y="4029075"/>
            <a:ext cx="45053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0">
                <a:solidFill>
                  <a:srgbClr val="122D32"/>
                </a:solidFill>
                <a:latin typeface="Avenir Next"/>
                <a:ea typeface="Avenir Next"/>
                <a:cs typeface="Avenir Next"/>
              </a:defRPr>
            </a:defPPr>
            <a:lvl1pPr algn="l">
              <a:defRPr sz="2175" b="0">
                <a:solidFill>
                  <a:srgbClr val="122D32"/>
                </a:solidFill>
                <a:latin typeface="Avenir Next"/>
                <a:ea typeface="Avenir Next"/>
                <a:cs typeface="Avenir Next"/>
              </a:defRPr>
            </a:lvl1pPr>
            <a:lvl2pPr algn="l">
              <a:defRPr sz="2175" b="0">
                <a:solidFill>
                  <a:srgbClr val="122D32"/>
                </a:solidFill>
                <a:latin typeface="Avenir Next"/>
                <a:ea typeface="Avenir Next"/>
                <a:cs typeface="Avenir Next"/>
              </a:defRPr>
            </a:lvl2pPr>
            <a:lvl3pPr algn="l">
              <a:defRPr sz="2175" b="0">
                <a:solidFill>
                  <a:srgbClr val="122D32"/>
                </a:solidFill>
                <a:latin typeface="Avenir Next"/>
                <a:ea typeface="Avenir Next"/>
                <a:cs typeface="Avenir Next"/>
              </a:defRPr>
            </a:lvl3pPr>
            <a:lvl4pPr algn="l">
              <a:defRPr sz="2175" b="0">
                <a:solidFill>
                  <a:srgbClr val="122D32"/>
                </a:solidFill>
                <a:latin typeface="Avenir Next"/>
                <a:ea typeface="Avenir Next"/>
                <a:cs typeface="Avenir Next"/>
              </a:defRPr>
            </a:lvl4pPr>
            <a:lvl5pPr algn="l">
              <a:defRPr sz="2175" b="0">
                <a:solidFill>
                  <a:srgbClr val="122D32"/>
                </a:solidFill>
                <a:latin typeface="Avenir Next"/>
                <a:ea typeface="Avenir Next"/>
                <a:cs typeface="Avenir Next"/>
              </a:defRPr>
            </a:lvl5pPr>
            <a:lvl6pPr algn="l">
              <a:defRPr sz="2175" b="0">
                <a:solidFill>
                  <a:srgbClr val="122D32"/>
                </a:solidFill>
                <a:latin typeface="Avenir Next"/>
                <a:ea typeface="Avenir Next"/>
                <a:cs typeface="Avenir Next"/>
              </a:defRPr>
            </a:lvl6pPr>
            <a:lvl7pPr algn="l">
              <a:defRPr sz="2175" b="0">
                <a:solidFill>
                  <a:srgbClr val="122D32"/>
                </a:solidFill>
                <a:latin typeface="Avenir Next"/>
                <a:ea typeface="Avenir Next"/>
                <a:cs typeface="Avenir Next"/>
              </a:defRPr>
            </a:lvl7pPr>
            <a:lvl8pPr algn="l">
              <a:defRPr sz="2175" b="0">
                <a:solidFill>
                  <a:srgbClr val="122D32"/>
                </a:solidFill>
                <a:latin typeface="Avenir Next"/>
                <a:ea typeface="Avenir Next"/>
                <a:cs typeface="Avenir Next"/>
              </a:defRPr>
            </a:lvl8pPr>
            <a:lvl9pPr algn="l">
              <a:defRPr sz="2175" b="0">
                <a:solidFill>
                  <a:srgbClr val="122D32"/>
                </a:solidFill>
                <a:latin typeface="Avenir Next"/>
                <a:ea typeface="Avenir Next"/>
                <a:cs typeface="Avenir Next"/>
              </a:defRPr>
            </a:lvl9pPr>
          </a:lstStyle>
          <a:p xmlns:a="http://schemas.openxmlformats.org/drawingml/2006/main">
            <a:pPr algn="l">
              <a:defRPr sz="2175" b="0">
                <a:solidFill>
                  <a:srgbClr val="122D32"/>
                </a:solidFill>
                <a:latin typeface="Avenir Next"/>
                <a:ea typeface="Avenir Next"/>
                <a:cs typeface="Avenir Next"/>
              </a:defRPr>
            </a:pPr>
            <a:r>
              <a:rPr sz="2175" b="0">
                <a:solidFill>
                  <a:srgbClr val="122D32"/>
                </a:solidFill>
                <a:latin typeface="Avenir Next"/>
                <a:ea typeface="Avenir Next"/>
                <a:cs typeface="Avenir Next"/>
              </a:rPr>
              <a:t>Verificar el flujo sin repetir</a:t>
            </a:r>
          </a:p>
          <a:p xmlns:a="http://schemas.openxmlformats.org/drawingml/2006/main">
            <a:pPr algn="l">
              <a:defRPr sz="2175" b="0">
                <a:solidFill>
                  <a:srgbClr val="122D32"/>
                </a:solidFill>
                <a:latin typeface="Avenir Next"/>
                <a:ea typeface="Avenir Next"/>
                <a:cs typeface="Avenir Next"/>
              </a:defRPr>
            </a:pPr>
            <a:r>
              <a:rPr sz="2175" b="0">
                <a:solidFill>
                  <a:srgbClr val="122D32"/>
                </a:solidFill>
                <a:latin typeface="Avenir Next"/>
                <a:ea typeface="Avenir Next"/>
                <a:cs typeface="Avenir Next"/>
              </a:rPr>
              <a:t>clics ni perder evidencia</a:t>
            </a:r>
          </a:p>
        </p:txBody>
      </p:sp>
      <p:sp>
        <p:nvSpPr>
          <p:cNvPr id="14" name="">
            <a:extLst xmlns:a="http://schemas.openxmlformats.org/drawingml/2006/main">
              <a:ext uri="{FF2B5EF4-FFF2-40B4-BE49-F238E27FC236}">
                <a16:creationId xmlns:a16="http://schemas.microsoft.com/office/drawing/2014/main" id="{86935C14-9885-472D-A66E-F7724F508192}"/>
              </a:ext>
            </a:extLst>
          </p:cNvPr>
          <p:cNvSpPr>
            <a:spLocks xmlns:a="http://schemas.openxmlformats.org/drawingml/2006/main" noGrp="1"/>
          </p:cNvSpPr>
          <p:nvPr/>
        </p:nvSpPr>
        <p:spPr>
          <a:xfrm xmlns:a="http://schemas.openxmlformats.org/drawingml/2006/main">
            <a:off x="5505450" y="1714500"/>
            <a:ext cx="6010275" cy="34480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E12216DA-CCDE-4F9C-9020-15C08D94EC80}"/>
              </a:ext>
            </a:extLst>
          </p:cNvPr>
          <p:cNvPicPr>
            <a:picLocks xmlns:a="http://schemas.openxmlformats.org/drawingml/2006/main" noChangeAspect="1"/>
          </p:cNvPicPr>
          <p:nvPr/>
        </p:nvPicPr>
        <p:blipFill>
          <a:blip xmlns:r="http://schemas.openxmlformats.org/officeDocument/2006/relationships" xmlns:a="http://schemas.openxmlformats.org/drawingml/2006/main" r:embed="Rf1f36bfb1f0c4ef2"/>
          <a:stretch xmlns:a="http://schemas.openxmlformats.org/drawingml/2006/main"/>
        </p:blipFill>
        <p:spPr>
          <a:xfrm xmlns:a="http://schemas.openxmlformats.org/drawingml/2006/main">
            <a:off x="5543550" y="2476243"/>
            <a:ext cx="5934075" cy="1924565"/>
          </a:xfrm>
          <a:prstGeom xmlns:a="http://schemas.openxmlformats.org/drawingml/2006/main" prst="roundRect">
            <a:avLst>
              <a:gd name="adj" fmla="val 2260"/>
            </a:avLst>
          </a:prstGeom>
        </p:spPr>
      </p:pic>
      <p:sp>
        <p:nvSpPr>
          <p:cNvPr id="16" name="">
            <a:extLst xmlns:a="http://schemas.openxmlformats.org/drawingml/2006/main">
              <a:ext uri="{FF2B5EF4-FFF2-40B4-BE49-F238E27FC236}">
                <a16:creationId xmlns:a16="http://schemas.microsoft.com/office/drawing/2014/main" id="{D1BF61CA-AB59-4D9B-B722-7D9375756666}"/>
              </a:ext>
            </a:extLst>
          </p:cNvPr>
          <p:cNvSpPr>
            <a:spLocks xmlns:a="http://schemas.openxmlformats.org/drawingml/2006/main" noGrp="1"/>
          </p:cNvSpPr>
          <p:nvPr/>
        </p:nvSpPr>
        <p:spPr>
          <a:xfrm xmlns:a="http://schemas.openxmlformats.org/drawingml/2006/main">
            <a:off x="5695950" y="5314950"/>
            <a:ext cx="558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A6D70"/>
                </a:solidFill>
                <a:latin typeface="Avenir Next"/>
                <a:ea typeface="Avenir Next"/>
                <a:cs typeface="Avenir Next"/>
              </a:defRPr>
            </a:defPPr>
            <a:lvl1pPr algn="l">
              <a:defRPr sz="1350" b="0">
                <a:solidFill>
                  <a:srgbClr val="5A6D70"/>
                </a:solidFill>
                <a:latin typeface="Avenir Next"/>
                <a:ea typeface="Avenir Next"/>
                <a:cs typeface="Avenir Next"/>
              </a:defRPr>
            </a:lvl1pPr>
            <a:lvl2pPr algn="l">
              <a:defRPr sz="1350" b="0">
                <a:solidFill>
                  <a:srgbClr val="5A6D70"/>
                </a:solidFill>
                <a:latin typeface="Avenir Next"/>
                <a:ea typeface="Avenir Next"/>
                <a:cs typeface="Avenir Next"/>
              </a:defRPr>
            </a:lvl2pPr>
            <a:lvl3pPr algn="l">
              <a:defRPr sz="1350" b="0">
                <a:solidFill>
                  <a:srgbClr val="5A6D70"/>
                </a:solidFill>
                <a:latin typeface="Avenir Next"/>
                <a:ea typeface="Avenir Next"/>
                <a:cs typeface="Avenir Next"/>
              </a:defRPr>
            </a:lvl3pPr>
            <a:lvl4pPr algn="l">
              <a:defRPr sz="1350" b="0">
                <a:solidFill>
                  <a:srgbClr val="5A6D70"/>
                </a:solidFill>
                <a:latin typeface="Avenir Next"/>
                <a:ea typeface="Avenir Next"/>
                <a:cs typeface="Avenir Next"/>
              </a:defRPr>
            </a:lvl4pPr>
            <a:lvl5pPr algn="l">
              <a:defRPr sz="1350" b="0">
                <a:solidFill>
                  <a:srgbClr val="5A6D70"/>
                </a:solidFill>
                <a:latin typeface="Avenir Next"/>
                <a:ea typeface="Avenir Next"/>
                <a:cs typeface="Avenir Next"/>
              </a:defRPr>
            </a:lvl5pPr>
            <a:lvl6pPr algn="l">
              <a:defRPr sz="1350" b="0">
                <a:solidFill>
                  <a:srgbClr val="5A6D70"/>
                </a:solidFill>
                <a:latin typeface="Avenir Next"/>
                <a:ea typeface="Avenir Next"/>
                <a:cs typeface="Avenir Next"/>
              </a:defRPr>
            </a:lvl6pPr>
            <a:lvl7pPr algn="l">
              <a:defRPr sz="1350" b="0">
                <a:solidFill>
                  <a:srgbClr val="5A6D70"/>
                </a:solidFill>
                <a:latin typeface="Avenir Next"/>
                <a:ea typeface="Avenir Next"/>
                <a:cs typeface="Avenir Next"/>
              </a:defRPr>
            </a:lvl7pPr>
            <a:lvl8pPr algn="l">
              <a:defRPr sz="1350" b="0">
                <a:solidFill>
                  <a:srgbClr val="5A6D70"/>
                </a:solidFill>
                <a:latin typeface="Avenir Next"/>
                <a:ea typeface="Avenir Next"/>
                <a:cs typeface="Avenir Next"/>
              </a:defRPr>
            </a:lvl8pPr>
            <a:lvl9pPr algn="l">
              <a:defRPr sz="1350" b="0">
                <a:solidFill>
                  <a:srgbClr val="5A6D70"/>
                </a:solidFill>
                <a:latin typeface="Avenir Next"/>
                <a:ea typeface="Avenir Next"/>
                <a:cs typeface="Avenir Next"/>
              </a:defRPr>
            </a:lvl9pPr>
          </a:lstStyle>
          <a:p xmlns:a="http://schemas.openxmlformats.org/drawingml/2006/main">
            <a:pPr algn="l">
              <a:defRPr sz="1350" b="0">
                <a:solidFill>
                  <a:srgbClr val="5A6D70"/>
                </a:solidFill>
                <a:latin typeface="Avenir Next"/>
                <a:ea typeface="Avenir Next"/>
                <a:cs typeface="Avenir Next"/>
              </a:defRPr>
            </a:pPr>
            <a:r>
              <a:rPr sz="1350" b="0">
                <a:solidFill>
                  <a:srgbClr val="5A6D70"/>
                </a:solidFill>
                <a:latin typeface="Avenir Next"/>
                <a:ea typeface="Avenir Next"/>
                <a:cs typeface="Avenir Next"/>
              </a:rPr>
              <a:t>UI real de Qolqe · solicitud de S/ 25</a:t>
            </a:r>
          </a:p>
        </p:txBody>
      </p:sp>
    </p:spTree>
    <p:extLst>
      <p:ext uri="{BB962C8B-B14F-4D97-AF65-F5344CB8AC3E}">
        <p14:creationId xmlns:p14="http://schemas.microsoft.com/office/powerpoint/2010/main" val="1096057734"/>
      </p:ext>
    </p:extLst>
  </p:cSld>
</p:sld>
</file>

<file path=ppt/slides/slide3.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74EE560-4428-41D5-8719-9AD84B727C7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8C219C-31E4-4EB0-B742-3453A94083DC}"/>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8242EC58-8302-4417-B2DF-35BE254FEDB5}"/>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Una herramienta que creció</a:t>
            </a:r>
          </a:p>
        </p:txBody>
      </p:sp>
      <p:sp>
        <p:nvSpPr>
          <p:cNvPr id="4" name="">
            <a:extLst xmlns:a="http://schemas.openxmlformats.org/drawingml/2006/main">
              <a:ext uri="{FF2B5EF4-FFF2-40B4-BE49-F238E27FC236}">
                <a16:creationId xmlns:a16="http://schemas.microsoft.com/office/drawing/2014/main" id="{32B2ED0B-356C-4D7B-A92E-721B8D6D9CB0}"/>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De pruebas de aceptación a automatización web moderna.</a:t>
            </a:r>
          </a:p>
        </p:txBody>
      </p:sp>
      <p:sp>
        <p:nvSpPr>
          <p:cNvPr id="5" name="">
            <a:extLst xmlns:a="http://schemas.openxmlformats.org/drawingml/2006/main">
              <a:ext uri="{FF2B5EF4-FFF2-40B4-BE49-F238E27FC236}">
                <a16:creationId xmlns:a16="http://schemas.microsoft.com/office/drawing/2014/main" id="{AA67E6B0-D683-44E6-8318-288AFBE4D830}"/>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C070871-CD12-4A59-9D71-2B8F6DC72FC3}"/>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AE81EF2-17C4-4B61-9E6F-98BD59E9E160}"/>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74390A9C-890D-4BE3-B61B-7E3CB9B61AE5}"/>
              </a:ext>
            </a:extLst>
          </p:cNvPr>
          <p:cNvSpPr>
            <a:spLocks xmlns:a="http://schemas.openxmlformats.org/drawingml/2006/main" noGrp="1"/>
          </p:cNvSpPr>
          <p:nvPr/>
        </p:nvSpPr>
        <p:spPr>
          <a:xfrm xmlns:a="http://schemas.openxmlformats.org/drawingml/2006/main">
            <a:off x="1114425" y="3057525"/>
            <a:ext cx="9934575" cy="47625"/>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9F89054-5794-4280-9854-E5B586E9ED9A}"/>
              </a:ext>
            </a:extLst>
          </p:cNvPr>
          <p:cNvSpPr>
            <a:spLocks xmlns:a="http://schemas.openxmlformats.org/drawingml/2006/main" noGrp="1"/>
          </p:cNvSpPr>
          <p:nvPr/>
        </p:nvSpPr>
        <p:spPr>
          <a:xfrm xmlns:a="http://schemas.openxmlformats.org/drawingml/2006/main">
            <a:off x="876300" y="2609850"/>
            <a:ext cx="2847975" cy="2505075"/>
          </a:xfrm>
          <a:prstGeom xmlns:a="http://schemas.openxmlformats.org/drawingml/2006/main" prst="roundRect">
            <a:avLst>
              <a:gd name="adj" fmla="val 3042"/>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EB733E-5C20-44BD-B134-E8E11F4417C7}"/>
              </a:ext>
            </a:extLst>
          </p:cNvPr>
          <p:cNvSpPr>
            <a:spLocks xmlns:a="http://schemas.openxmlformats.org/drawingml/2006/main" noGrp="1"/>
          </p:cNvSpPr>
          <p:nvPr/>
        </p:nvSpPr>
        <p:spPr>
          <a:xfrm xmlns:a="http://schemas.openxmlformats.org/drawingml/2006/main">
            <a:off x="1076325"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4B20AE-741D-4ED2-BB48-8F9430B4792F}"/>
              </a:ext>
            </a:extLst>
          </p:cNvPr>
          <p:cNvSpPr>
            <a:spLocks xmlns:a="http://schemas.openxmlformats.org/drawingml/2006/main" noGrp="1"/>
          </p:cNvSpPr>
          <p:nvPr/>
        </p:nvSpPr>
        <p:spPr>
          <a:xfrm xmlns:a="http://schemas.openxmlformats.org/drawingml/2006/main">
            <a:off x="1123950"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01</a:t>
            </a:r>
          </a:p>
        </p:txBody>
      </p:sp>
      <p:sp>
        <p:nvSpPr>
          <p:cNvPr id="12" name="">
            <a:extLst xmlns:a="http://schemas.openxmlformats.org/drawingml/2006/main">
              <a:ext uri="{FF2B5EF4-FFF2-40B4-BE49-F238E27FC236}">
                <a16:creationId xmlns:a16="http://schemas.microsoft.com/office/drawing/2014/main" id="{D9FB5FBB-3616-408D-8664-360A3B4AABF5}"/>
              </a:ext>
            </a:extLst>
          </p:cNvPr>
          <p:cNvSpPr>
            <a:spLocks xmlns:a="http://schemas.openxmlformats.org/drawingml/2006/main" noGrp="1"/>
          </p:cNvSpPr>
          <p:nvPr/>
        </p:nvSpPr>
        <p:spPr>
          <a:xfrm xmlns:a="http://schemas.openxmlformats.org/drawingml/2006/main">
            <a:off x="1066800"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Aceptación</a:t>
            </a:r>
          </a:p>
        </p:txBody>
      </p:sp>
      <p:sp>
        <p:nvSpPr>
          <p:cNvPr id="13" name="">
            <a:extLst xmlns:a="http://schemas.openxmlformats.org/drawingml/2006/main">
              <a:ext uri="{FF2B5EF4-FFF2-40B4-BE49-F238E27FC236}">
                <a16:creationId xmlns:a16="http://schemas.microsoft.com/office/drawing/2014/main" id="{008C85E3-8B2D-47C4-B71B-CDF7AB68621D}"/>
              </a:ext>
            </a:extLst>
          </p:cNvPr>
          <p:cNvSpPr>
            <a:spLocks xmlns:a="http://schemas.openxmlformats.org/drawingml/2006/main" noGrp="1"/>
          </p:cNvSpPr>
          <p:nvPr/>
        </p:nvSpPr>
        <p:spPr>
          <a:xfrm xmlns:a="http://schemas.openxmlformats.org/drawingml/2006/main">
            <a:off x="1066800"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Keywords, bibliotecas</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y reportes</a:t>
            </a:r>
          </a:p>
        </p:txBody>
      </p:sp>
      <p:sp>
        <p:nvSpPr>
          <p:cNvPr id="14" name="">
            <a:extLst xmlns:a="http://schemas.openxmlformats.org/drawingml/2006/main">
              <a:ext uri="{FF2B5EF4-FFF2-40B4-BE49-F238E27FC236}">
                <a16:creationId xmlns:a16="http://schemas.microsoft.com/office/drawing/2014/main" id="{EADC3DF6-C6A8-474A-A693-E31C47A18527}"/>
              </a:ext>
            </a:extLst>
          </p:cNvPr>
          <p:cNvSpPr>
            <a:spLocks xmlns:a="http://schemas.openxmlformats.org/drawingml/2006/main" noGrp="1"/>
          </p:cNvSpPr>
          <p:nvPr/>
        </p:nvSpPr>
        <p:spPr>
          <a:xfrm xmlns:a="http://schemas.openxmlformats.org/drawingml/2006/main">
            <a:off x="4467225" y="2609850"/>
            <a:ext cx="2847975" cy="2505075"/>
          </a:xfrm>
          <a:prstGeom xmlns:a="http://schemas.openxmlformats.org/drawingml/2006/main" prst="roundRect">
            <a:avLst>
              <a:gd name="adj" fmla="val 3042"/>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8E5521-091A-4EA7-A56C-BF06A9BF3FF4}"/>
              </a:ext>
            </a:extLst>
          </p:cNvPr>
          <p:cNvSpPr>
            <a:spLocks xmlns:a="http://schemas.openxmlformats.org/drawingml/2006/main" noGrp="1"/>
          </p:cNvSpPr>
          <p:nvPr/>
        </p:nvSpPr>
        <p:spPr>
          <a:xfrm xmlns:a="http://schemas.openxmlformats.org/drawingml/2006/main">
            <a:off x="4667250"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7E5A33-36F1-48E0-98E9-42EDFFA0D734}"/>
              </a:ext>
            </a:extLst>
          </p:cNvPr>
          <p:cNvSpPr>
            <a:spLocks xmlns:a="http://schemas.openxmlformats.org/drawingml/2006/main" noGrp="1"/>
          </p:cNvSpPr>
          <p:nvPr/>
        </p:nvSpPr>
        <p:spPr>
          <a:xfrm xmlns:a="http://schemas.openxmlformats.org/drawingml/2006/main">
            <a:off x="4714875"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02</a:t>
            </a:r>
          </a:p>
        </p:txBody>
      </p:sp>
      <p:sp>
        <p:nvSpPr>
          <p:cNvPr id="17" name="">
            <a:extLst xmlns:a="http://schemas.openxmlformats.org/drawingml/2006/main">
              <a:ext uri="{FF2B5EF4-FFF2-40B4-BE49-F238E27FC236}">
                <a16:creationId xmlns:a16="http://schemas.microsoft.com/office/drawing/2014/main" id="{B608B87E-948D-4BB2-8FE3-47242BF1BDBC}"/>
              </a:ext>
            </a:extLst>
          </p:cNvPr>
          <p:cNvSpPr>
            <a:spLocks xmlns:a="http://schemas.openxmlformats.org/drawingml/2006/main" noGrp="1"/>
          </p:cNvSpPr>
          <p:nvPr/>
        </p:nvSpPr>
        <p:spPr>
          <a:xfrm xmlns:a="http://schemas.openxmlformats.org/drawingml/2006/main">
            <a:off x="4657725"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RPA</a:t>
            </a:r>
          </a:p>
        </p:txBody>
      </p:sp>
      <p:sp>
        <p:nvSpPr>
          <p:cNvPr id="18" name="">
            <a:extLst xmlns:a="http://schemas.openxmlformats.org/drawingml/2006/main">
              <a:ext uri="{FF2B5EF4-FFF2-40B4-BE49-F238E27FC236}">
                <a16:creationId xmlns:a16="http://schemas.microsoft.com/office/drawing/2014/main" id="{A54258FD-1AF5-42FD-AE9E-B9E28990A41A}"/>
              </a:ext>
            </a:extLst>
          </p:cNvPr>
          <p:cNvSpPr>
            <a:spLocks xmlns:a="http://schemas.openxmlformats.org/drawingml/2006/main" noGrp="1"/>
          </p:cNvSpPr>
          <p:nvPr/>
        </p:nvSpPr>
        <p:spPr>
          <a:xfrm xmlns:a="http://schemas.openxmlformats.org/drawingml/2006/main">
            <a:off x="4657725"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Tareas automatizadas</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desde RF 3.1</a:t>
            </a:r>
          </a:p>
        </p:txBody>
      </p:sp>
      <p:sp>
        <p:nvSpPr>
          <p:cNvPr id="19" name="">
            <a:extLst xmlns:a="http://schemas.openxmlformats.org/drawingml/2006/main">
              <a:ext uri="{FF2B5EF4-FFF2-40B4-BE49-F238E27FC236}">
                <a16:creationId xmlns:a16="http://schemas.microsoft.com/office/drawing/2014/main" id="{2F982C4E-BAB5-4FB1-9527-A3ABAAE0C341}"/>
              </a:ext>
            </a:extLst>
          </p:cNvPr>
          <p:cNvSpPr>
            <a:spLocks xmlns:a="http://schemas.openxmlformats.org/drawingml/2006/main" noGrp="1"/>
          </p:cNvSpPr>
          <p:nvPr/>
        </p:nvSpPr>
        <p:spPr>
          <a:xfrm xmlns:a="http://schemas.openxmlformats.org/drawingml/2006/main">
            <a:off x="8058150" y="2609850"/>
            <a:ext cx="2847975" cy="2505075"/>
          </a:xfrm>
          <a:prstGeom xmlns:a="http://schemas.openxmlformats.org/drawingml/2006/main" prst="roundRect">
            <a:avLst>
              <a:gd name="adj" fmla="val 3042"/>
            </a:avLst>
          </a:prstGeom>
          <a:solidFill xmlns:a="http://schemas.openxmlformats.org/drawingml/2006/main">
            <a:srgbClr val="DFF3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E62395F-9199-47D8-8F17-63AF1B0360A2}"/>
              </a:ext>
            </a:extLst>
          </p:cNvPr>
          <p:cNvSpPr>
            <a:spLocks xmlns:a="http://schemas.openxmlformats.org/drawingml/2006/main" noGrp="1"/>
          </p:cNvSpPr>
          <p:nvPr/>
        </p:nvSpPr>
        <p:spPr>
          <a:xfrm xmlns:a="http://schemas.openxmlformats.org/drawingml/2006/main">
            <a:off x="8258175"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716F94-EC6F-4C2F-97C3-A907174DE3E1}"/>
              </a:ext>
            </a:extLst>
          </p:cNvPr>
          <p:cNvSpPr>
            <a:spLocks xmlns:a="http://schemas.openxmlformats.org/drawingml/2006/main" noGrp="1"/>
          </p:cNvSpPr>
          <p:nvPr/>
        </p:nvSpPr>
        <p:spPr>
          <a:xfrm xmlns:a="http://schemas.openxmlformats.org/drawingml/2006/main">
            <a:off x="8305800"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03</a:t>
            </a:r>
          </a:p>
        </p:txBody>
      </p:sp>
      <p:sp>
        <p:nvSpPr>
          <p:cNvPr id="22" name="">
            <a:extLst xmlns:a="http://schemas.openxmlformats.org/drawingml/2006/main">
              <a:ext uri="{FF2B5EF4-FFF2-40B4-BE49-F238E27FC236}">
                <a16:creationId xmlns:a16="http://schemas.microsoft.com/office/drawing/2014/main" id="{55444597-B890-49D3-AEBE-FC295AE1A83E}"/>
              </a:ext>
            </a:extLst>
          </p:cNvPr>
          <p:cNvSpPr>
            <a:spLocks xmlns:a="http://schemas.openxmlformats.org/drawingml/2006/main" noGrp="1"/>
          </p:cNvSpPr>
          <p:nvPr/>
        </p:nvSpPr>
        <p:spPr>
          <a:xfrm xmlns:a="http://schemas.openxmlformats.org/drawingml/2006/main">
            <a:off x="8248650"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Web moderna</a:t>
            </a:r>
          </a:p>
        </p:txBody>
      </p:sp>
      <p:sp>
        <p:nvSpPr>
          <p:cNvPr id="23" name="">
            <a:extLst xmlns:a="http://schemas.openxmlformats.org/drawingml/2006/main">
              <a:ext uri="{FF2B5EF4-FFF2-40B4-BE49-F238E27FC236}">
                <a16:creationId xmlns:a16="http://schemas.microsoft.com/office/drawing/2014/main" id="{B404D969-1A5B-4C6E-BF8C-14270B925437}"/>
              </a:ext>
            </a:extLst>
          </p:cNvPr>
          <p:cNvSpPr>
            <a:spLocks xmlns:a="http://schemas.openxmlformats.org/drawingml/2006/main" noGrp="1"/>
          </p:cNvSpPr>
          <p:nvPr/>
        </p:nvSpPr>
        <p:spPr>
          <a:xfrm xmlns:a="http://schemas.openxmlformats.org/drawingml/2006/main">
            <a:off x="8248650"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Browser Library</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 Playwright</a:t>
            </a:r>
          </a:p>
        </p:txBody>
      </p:sp>
      <p:sp>
        <p:nvSpPr>
          <p:cNvPr id="24" name="">
            <a:extLst xmlns:a="http://schemas.openxmlformats.org/drawingml/2006/main">
              <a:ext uri="{FF2B5EF4-FFF2-40B4-BE49-F238E27FC236}">
                <a16:creationId xmlns:a16="http://schemas.microsoft.com/office/drawing/2014/main" id="{FEA9B161-2863-4B3B-98DE-F792CCF1CCE4}"/>
              </a:ext>
            </a:extLst>
          </p:cNvPr>
          <p:cNvSpPr>
            <a:spLocks xmlns:a="http://schemas.openxmlformats.org/drawingml/2006/main" noGrp="1"/>
          </p:cNvSpPr>
          <p:nvPr/>
        </p:nvSpPr>
        <p:spPr>
          <a:xfrm xmlns:a="http://schemas.openxmlformats.org/drawingml/2006/main">
            <a:off x="1114425" y="5400675"/>
            <a:ext cx="9934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75" b="1">
                <a:solidFill>
                  <a:srgbClr val="11766E"/>
                </a:solidFill>
                <a:latin typeface="Avenir Next"/>
                <a:ea typeface="Avenir Next"/>
                <a:cs typeface="Avenir Next"/>
              </a:defRPr>
            </a:defPPr>
            <a:lvl1pPr algn="ctr">
              <a:defRPr sz="1875" b="1">
                <a:solidFill>
                  <a:srgbClr val="11766E"/>
                </a:solidFill>
                <a:latin typeface="Avenir Next"/>
                <a:ea typeface="Avenir Next"/>
                <a:cs typeface="Avenir Next"/>
              </a:defRPr>
            </a:lvl1pPr>
            <a:lvl2pPr algn="ctr">
              <a:defRPr sz="1875" b="1">
                <a:solidFill>
                  <a:srgbClr val="11766E"/>
                </a:solidFill>
                <a:latin typeface="Avenir Next"/>
                <a:ea typeface="Avenir Next"/>
                <a:cs typeface="Avenir Next"/>
              </a:defRPr>
            </a:lvl2pPr>
            <a:lvl3pPr algn="ctr">
              <a:defRPr sz="1875" b="1">
                <a:solidFill>
                  <a:srgbClr val="11766E"/>
                </a:solidFill>
                <a:latin typeface="Avenir Next"/>
                <a:ea typeface="Avenir Next"/>
                <a:cs typeface="Avenir Next"/>
              </a:defRPr>
            </a:lvl3pPr>
            <a:lvl4pPr algn="ctr">
              <a:defRPr sz="1875" b="1">
                <a:solidFill>
                  <a:srgbClr val="11766E"/>
                </a:solidFill>
                <a:latin typeface="Avenir Next"/>
                <a:ea typeface="Avenir Next"/>
                <a:cs typeface="Avenir Next"/>
              </a:defRPr>
            </a:lvl4pPr>
            <a:lvl5pPr algn="ctr">
              <a:defRPr sz="1875" b="1">
                <a:solidFill>
                  <a:srgbClr val="11766E"/>
                </a:solidFill>
                <a:latin typeface="Avenir Next"/>
                <a:ea typeface="Avenir Next"/>
                <a:cs typeface="Avenir Next"/>
              </a:defRPr>
            </a:lvl5pPr>
            <a:lvl6pPr algn="ctr">
              <a:defRPr sz="1875" b="1">
                <a:solidFill>
                  <a:srgbClr val="11766E"/>
                </a:solidFill>
                <a:latin typeface="Avenir Next"/>
                <a:ea typeface="Avenir Next"/>
                <a:cs typeface="Avenir Next"/>
              </a:defRPr>
            </a:lvl6pPr>
            <a:lvl7pPr algn="ctr">
              <a:defRPr sz="1875" b="1">
                <a:solidFill>
                  <a:srgbClr val="11766E"/>
                </a:solidFill>
                <a:latin typeface="Avenir Next"/>
                <a:ea typeface="Avenir Next"/>
                <a:cs typeface="Avenir Next"/>
              </a:defRPr>
            </a:lvl7pPr>
            <a:lvl8pPr algn="ctr">
              <a:defRPr sz="1875" b="1">
                <a:solidFill>
                  <a:srgbClr val="11766E"/>
                </a:solidFill>
                <a:latin typeface="Avenir Next"/>
                <a:ea typeface="Avenir Next"/>
                <a:cs typeface="Avenir Next"/>
              </a:defRPr>
            </a:lvl8pPr>
            <a:lvl9pPr algn="ctr">
              <a:defRPr sz="1875" b="1">
                <a:solidFill>
                  <a:srgbClr val="11766E"/>
                </a:solidFill>
                <a:latin typeface="Avenir Next"/>
                <a:ea typeface="Avenir Next"/>
                <a:cs typeface="Avenir Next"/>
              </a:defRPr>
            </a:lvl9pPr>
          </a:lstStyle>
          <a:p xmlns:a="http://schemas.openxmlformats.org/drawingml/2006/main">
            <a:pPr algn="ctr">
              <a:defRPr sz="1875" b="1">
                <a:solidFill>
                  <a:srgbClr val="11766E"/>
                </a:solidFill>
                <a:latin typeface="Avenir Next"/>
                <a:ea typeface="Avenir Next"/>
                <a:cs typeface="Avenir Next"/>
              </a:defRPr>
            </a:pPr>
            <a:r>
              <a:rPr sz="1875" b="1">
                <a:solidFill>
                  <a:srgbClr val="11766E"/>
                </a:solidFill>
                <a:latin typeface="Avenir Next"/>
                <a:ea typeface="Avenir Next"/>
                <a:cs typeface="Avenir Next"/>
              </a:rPr>
              <a:t>En esta entrega: Robot 7.5  +  Browser Library 20.6.0</a:t>
            </a:r>
          </a:p>
        </p:txBody>
      </p:sp>
    </p:spTree>
    <p:extLst>
      <p:ext uri="{BB962C8B-B14F-4D97-AF65-F5344CB8AC3E}">
        <p14:creationId xmlns:p14="http://schemas.microsoft.com/office/powerpoint/2010/main" val="287843285"/>
      </p:ext>
    </p:extLst>
  </p:cSld>
</p:sld>
</file>

<file path=ppt/slides/slide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A87909D-64C2-4D25-8F82-D2A360DDAE4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027B97-CD73-43DD-B9CC-FA6D286989E4}"/>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FBC7C483-8142-4E4E-94AA-574810E99615}"/>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Arquitectura en una mirada</a:t>
            </a:r>
          </a:p>
        </p:txBody>
      </p:sp>
      <p:sp>
        <p:nvSpPr>
          <p:cNvPr id="4" name="">
            <a:extLst xmlns:a="http://schemas.openxmlformats.org/drawingml/2006/main">
              <a:ext uri="{FF2B5EF4-FFF2-40B4-BE49-F238E27FC236}">
                <a16:creationId xmlns:a16="http://schemas.microsoft.com/office/drawing/2014/main" id="{B6C0C35C-DACC-4FE5-8988-DC91E4E0229E}"/>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La prueba describe el negocio; las capas inferiores operan el navegador.</a:t>
            </a:r>
          </a:p>
        </p:txBody>
      </p:sp>
      <p:sp>
        <p:nvSpPr>
          <p:cNvPr id="5" name="">
            <a:extLst xmlns:a="http://schemas.openxmlformats.org/drawingml/2006/main">
              <a:ext uri="{FF2B5EF4-FFF2-40B4-BE49-F238E27FC236}">
                <a16:creationId xmlns:a16="http://schemas.microsoft.com/office/drawing/2014/main" id="{A2B85224-DFDC-43BF-8D34-34BB47ACD1A5}"/>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1C1EA2-2AC3-442D-8688-1E70A4F882DE}"/>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B16B0AB2-E862-47E7-B4C2-B9E8910A0BD3}"/>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99D425FA-D4BA-4F05-B595-4F24BCB1D2A2}"/>
              </a:ext>
            </a:extLst>
          </p:cNvPr>
          <p:cNvSpPr>
            <a:spLocks xmlns:a="http://schemas.openxmlformats.org/drawingml/2006/main" noGrp="1"/>
          </p:cNvSpPr>
          <p:nvPr/>
        </p:nvSpPr>
        <p:spPr>
          <a:xfrm xmlns:a="http://schemas.openxmlformats.org/drawingml/2006/main">
            <a:off x="495300" y="2524125"/>
            <a:ext cx="1466850" cy="1314450"/>
          </a:xfrm>
          <a:prstGeom xmlns:a="http://schemas.openxmlformats.org/drawingml/2006/main" prst="roundRect">
            <a:avLst>
              <a:gd name="adj" fmla="val 5797"/>
            </a:avLst>
          </a:prstGeom>
          <a:solidFill xmlns:a="http://schemas.openxmlformats.org/drawingml/2006/main">
            <a:srgbClr val="DFF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7C86884-4DB3-4B57-9912-FDB09D8E2D31}"/>
              </a:ext>
            </a:extLst>
          </p:cNvPr>
          <p:cNvSpPr>
            <a:spLocks xmlns:a="http://schemas.openxmlformats.org/drawingml/2006/main" noGrp="1"/>
          </p:cNvSpPr>
          <p:nvPr/>
        </p:nvSpPr>
        <p:spPr>
          <a:xfrm xmlns:a="http://schemas.openxmlformats.org/drawingml/2006/main">
            <a:off x="59055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Caso</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.robot</a:t>
            </a:r>
          </a:p>
        </p:txBody>
      </p:sp>
      <p:sp>
        <p:nvSpPr>
          <p:cNvPr id="10" name="">
            <a:extLst xmlns:a="http://schemas.openxmlformats.org/drawingml/2006/main">
              <a:ext uri="{FF2B5EF4-FFF2-40B4-BE49-F238E27FC236}">
                <a16:creationId xmlns:a16="http://schemas.microsoft.com/office/drawing/2014/main" id="{B4D72AAA-9B20-4C1E-BA9C-7BB315780922}"/>
              </a:ext>
            </a:extLst>
          </p:cNvPr>
          <p:cNvSpPr>
            <a:spLocks xmlns:a="http://schemas.openxmlformats.org/drawingml/2006/main" noGrp="1"/>
          </p:cNvSpPr>
          <p:nvPr/>
        </p:nvSpPr>
        <p:spPr>
          <a:xfrm xmlns:a="http://schemas.openxmlformats.org/drawingml/2006/main">
            <a:off x="196215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1" name="">
            <a:extLst xmlns:a="http://schemas.openxmlformats.org/drawingml/2006/main">
              <a:ext uri="{FF2B5EF4-FFF2-40B4-BE49-F238E27FC236}">
                <a16:creationId xmlns:a16="http://schemas.microsoft.com/office/drawing/2014/main" id="{0234379C-0DA7-4F11-9057-9C7F9F6F0730}"/>
              </a:ext>
            </a:extLst>
          </p:cNvPr>
          <p:cNvSpPr>
            <a:spLocks xmlns:a="http://schemas.openxmlformats.org/drawingml/2006/main" noGrp="1"/>
          </p:cNvSpPr>
          <p:nvPr/>
        </p:nvSpPr>
        <p:spPr>
          <a:xfrm xmlns:a="http://schemas.openxmlformats.org/drawingml/2006/main">
            <a:off x="2105025" y="2524125"/>
            <a:ext cx="1466850" cy="1314450"/>
          </a:xfrm>
          <a:prstGeom xmlns:a="http://schemas.openxmlformats.org/drawingml/2006/main" prst="roundRect">
            <a:avLst>
              <a:gd name="adj" fmla="val 5797"/>
            </a:avLst>
          </a:prstGeom>
          <a:solidFill xmlns:a="http://schemas.openxmlformats.org/drawingml/2006/main">
            <a:srgbClr val="DFF3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9C4A74D-7631-4A50-B632-F37074A61A0A}"/>
              </a:ext>
            </a:extLst>
          </p:cNvPr>
          <p:cNvSpPr>
            <a:spLocks xmlns:a="http://schemas.openxmlformats.org/drawingml/2006/main" noGrp="1"/>
          </p:cNvSpPr>
          <p:nvPr/>
        </p:nvSpPr>
        <p:spPr>
          <a:xfrm xmlns:a="http://schemas.openxmlformats.org/drawingml/2006/main">
            <a:off x="220027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Page Object</a:t>
            </a:r>
          </a:p>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.resource</a:t>
            </a:r>
          </a:p>
        </p:txBody>
      </p:sp>
      <p:sp>
        <p:nvSpPr>
          <p:cNvPr id="13" name="">
            <a:extLst xmlns:a="http://schemas.openxmlformats.org/drawingml/2006/main">
              <a:ext uri="{FF2B5EF4-FFF2-40B4-BE49-F238E27FC236}">
                <a16:creationId xmlns:a16="http://schemas.microsoft.com/office/drawing/2014/main" id="{7C04C8B2-9107-4E5D-A756-3F8EABAC53C8}"/>
              </a:ext>
            </a:extLst>
          </p:cNvPr>
          <p:cNvSpPr>
            <a:spLocks xmlns:a="http://schemas.openxmlformats.org/drawingml/2006/main" noGrp="1"/>
          </p:cNvSpPr>
          <p:nvPr/>
        </p:nvSpPr>
        <p:spPr>
          <a:xfrm xmlns:a="http://schemas.openxmlformats.org/drawingml/2006/main">
            <a:off x="357187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4" name="">
            <a:extLst xmlns:a="http://schemas.openxmlformats.org/drawingml/2006/main">
              <a:ext uri="{FF2B5EF4-FFF2-40B4-BE49-F238E27FC236}">
                <a16:creationId xmlns:a16="http://schemas.microsoft.com/office/drawing/2014/main" id="{D059DFB3-E205-4FBE-91CD-7A1844358B42}"/>
              </a:ext>
            </a:extLst>
          </p:cNvPr>
          <p:cNvSpPr>
            <a:spLocks xmlns:a="http://schemas.openxmlformats.org/drawingml/2006/main" noGrp="1"/>
          </p:cNvSpPr>
          <p:nvPr/>
        </p:nvSpPr>
        <p:spPr>
          <a:xfrm xmlns:a="http://schemas.openxmlformats.org/drawingml/2006/main">
            <a:off x="3714750"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258F0A5-982B-4B83-9DB2-D62982FA3417}"/>
              </a:ext>
            </a:extLst>
          </p:cNvPr>
          <p:cNvSpPr>
            <a:spLocks xmlns:a="http://schemas.openxmlformats.org/drawingml/2006/main" noGrp="1"/>
          </p:cNvSpPr>
          <p:nvPr/>
        </p:nvSpPr>
        <p:spPr>
          <a:xfrm xmlns:a="http://schemas.openxmlformats.org/drawingml/2006/main">
            <a:off x="381000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Motor</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Robot</a:t>
            </a:r>
          </a:p>
        </p:txBody>
      </p:sp>
      <p:sp>
        <p:nvSpPr>
          <p:cNvPr id="16" name="">
            <a:extLst xmlns:a="http://schemas.openxmlformats.org/drawingml/2006/main">
              <a:ext uri="{FF2B5EF4-FFF2-40B4-BE49-F238E27FC236}">
                <a16:creationId xmlns:a16="http://schemas.microsoft.com/office/drawing/2014/main" id="{838D7EE6-3762-4BD5-A2D7-C96D3B4DFE8C}"/>
              </a:ext>
            </a:extLst>
          </p:cNvPr>
          <p:cNvSpPr>
            <a:spLocks xmlns:a="http://schemas.openxmlformats.org/drawingml/2006/main" noGrp="1"/>
          </p:cNvSpPr>
          <p:nvPr/>
        </p:nvSpPr>
        <p:spPr>
          <a:xfrm xmlns:a="http://schemas.openxmlformats.org/drawingml/2006/main">
            <a:off x="518160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7" name="">
            <a:extLst xmlns:a="http://schemas.openxmlformats.org/drawingml/2006/main">
              <a:ext uri="{FF2B5EF4-FFF2-40B4-BE49-F238E27FC236}">
                <a16:creationId xmlns:a16="http://schemas.microsoft.com/office/drawing/2014/main" id="{9135B641-6012-42DF-9242-27C591C66FB1}"/>
              </a:ext>
            </a:extLst>
          </p:cNvPr>
          <p:cNvSpPr>
            <a:spLocks xmlns:a="http://schemas.openxmlformats.org/drawingml/2006/main" noGrp="1"/>
          </p:cNvSpPr>
          <p:nvPr/>
        </p:nvSpPr>
        <p:spPr>
          <a:xfrm xmlns:a="http://schemas.openxmlformats.org/drawingml/2006/main">
            <a:off x="5324475"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EE4EA20-EF93-4D89-ACBB-9988D72E7339}"/>
              </a:ext>
            </a:extLst>
          </p:cNvPr>
          <p:cNvSpPr>
            <a:spLocks xmlns:a="http://schemas.openxmlformats.org/drawingml/2006/main" noGrp="1"/>
          </p:cNvSpPr>
          <p:nvPr/>
        </p:nvSpPr>
        <p:spPr>
          <a:xfrm xmlns:a="http://schemas.openxmlformats.org/drawingml/2006/main">
            <a:off x="541972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Browser</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Library</a:t>
            </a:r>
          </a:p>
        </p:txBody>
      </p:sp>
      <p:sp>
        <p:nvSpPr>
          <p:cNvPr id="19" name="">
            <a:extLst xmlns:a="http://schemas.openxmlformats.org/drawingml/2006/main">
              <a:ext uri="{FF2B5EF4-FFF2-40B4-BE49-F238E27FC236}">
                <a16:creationId xmlns:a16="http://schemas.microsoft.com/office/drawing/2014/main" id="{B64ED10C-81FB-4CF4-8034-8065267A7070}"/>
              </a:ext>
            </a:extLst>
          </p:cNvPr>
          <p:cNvSpPr>
            <a:spLocks xmlns:a="http://schemas.openxmlformats.org/drawingml/2006/main" noGrp="1"/>
          </p:cNvSpPr>
          <p:nvPr/>
        </p:nvSpPr>
        <p:spPr>
          <a:xfrm xmlns:a="http://schemas.openxmlformats.org/drawingml/2006/main">
            <a:off x="679132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7B801FF2-8E7C-4891-B3B7-2EDA76D8E5BC}"/>
              </a:ext>
            </a:extLst>
          </p:cNvPr>
          <p:cNvSpPr>
            <a:spLocks xmlns:a="http://schemas.openxmlformats.org/drawingml/2006/main" noGrp="1"/>
          </p:cNvSpPr>
          <p:nvPr/>
        </p:nvSpPr>
        <p:spPr>
          <a:xfrm xmlns:a="http://schemas.openxmlformats.org/drawingml/2006/main">
            <a:off x="6934200"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9649C1-9BD8-4CD7-AA2F-B18294FEA9AD}"/>
              </a:ext>
            </a:extLst>
          </p:cNvPr>
          <p:cNvSpPr>
            <a:spLocks xmlns:a="http://schemas.openxmlformats.org/drawingml/2006/main" noGrp="1"/>
          </p:cNvSpPr>
          <p:nvPr/>
        </p:nvSpPr>
        <p:spPr>
          <a:xfrm xmlns:a="http://schemas.openxmlformats.org/drawingml/2006/main">
            <a:off x="702945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Playwright</a:t>
            </a:r>
          </a:p>
        </p:txBody>
      </p:sp>
      <p:sp>
        <p:nvSpPr>
          <p:cNvPr id="22" name="">
            <a:extLst xmlns:a="http://schemas.openxmlformats.org/drawingml/2006/main">
              <a:ext uri="{FF2B5EF4-FFF2-40B4-BE49-F238E27FC236}">
                <a16:creationId xmlns:a16="http://schemas.microsoft.com/office/drawing/2014/main" id="{65098E63-6F51-49DC-AC75-185A0E493449}"/>
              </a:ext>
            </a:extLst>
          </p:cNvPr>
          <p:cNvSpPr>
            <a:spLocks xmlns:a="http://schemas.openxmlformats.org/drawingml/2006/main" noGrp="1"/>
          </p:cNvSpPr>
          <p:nvPr/>
        </p:nvSpPr>
        <p:spPr>
          <a:xfrm xmlns:a="http://schemas.openxmlformats.org/drawingml/2006/main">
            <a:off x="840105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3" name="">
            <a:extLst xmlns:a="http://schemas.openxmlformats.org/drawingml/2006/main">
              <a:ext uri="{FF2B5EF4-FFF2-40B4-BE49-F238E27FC236}">
                <a16:creationId xmlns:a16="http://schemas.microsoft.com/office/drawing/2014/main" id="{7883AA84-37F7-4886-8DAD-D4C30499DC46}"/>
              </a:ext>
            </a:extLst>
          </p:cNvPr>
          <p:cNvSpPr>
            <a:spLocks xmlns:a="http://schemas.openxmlformats.org/drawingml/2006/main" noGrp="1"/>
          </p:cNvSpPr>
          <p:nvPr/>
        </p:nvSpPr>
        <p:spPr>
          <a:xfrm xmlns:a="http://schemas.openxmlformats.org/drawingml/2006/main">
            <a:off x="8543925"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9AA7137-9001-476F-897A-3C3D87C2D3D4}"/>
              </a:ext>
            </a:extLst>
          </p:cNvPr>
          <p:cNvSpPr>
            <a:spLocks xmlns:a="http://schemas.openxmlformats.org/drawingml/2006/main" noGrp="1"/>
          </p:cNvSpPr>
          <p:nvPr/>
        </p:nvSpPr>
        <p:spPr>
          <a:xfrm xmlns:a="http://schemas.openxmlformats.org/drawingml/2006/main">
            <a:off x="863917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Chromium</a:t>
            </a:r>
          </a:p>
        </p:txBody>
      </p:sp>
      <p:sp>
        <p:nvSpPr>
          <p:cNvPr id="25" name="">
            <a:extLst xmlns:a="http://schemas.openxmlformats.org/drawingml/2006/main">
              <a:ext uri="{FF2B5EF4-FFF2-40B4-BE49-F238E27FC236}">
                <a16:creationId xmlns:a16="http://schemas.microsoft.com/office/drawing/2014/main" id="{8480AD5B-E4DF-452D-A639-1080E71FC2C7}"/>
              </a:ext>
            </a:extLst>
          </p:cNvPr>
          <p:cNvSpPr>
            <a:spLocks xmlns:a="http://schemas.openxmlformats.org/drawingml/2006/main" noGrp="1"/>
          </p:cNvSpPr>
          <p:nvPr/>
        </p:nvSpPr>
        <p:spPr>
          <a:xfrm xmlns:a="http://schemas.openxmlformats.org/drawingml/2006/main">
            <a:off x="1001077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6" name="">
            <a:extLst xmlns:a="http://schemas.openxmlformats.org/drawingml/2006/main">
              <a:ext uri="{FF2B5EF4-FFF2-40B4-BE49-F238E27FC236}">
                <a16:creationId xmlns:a16="http://schemas.microsoft.com/office/drawing/2014/main" id="{3E9ECF40-B23B-438D-9337-69F10EB75CB3}"/>
              </a:ext>
            </a:extLst>
          </p:cNvPr>
          <p:cNvSpPr>
            <a:spLocks xmlns:a="http://schemas.openxmlformats.org/drawingml/2006/main" noGrp="1"/>
          </p:cNvSpPr>
          <p:nvPr/>
        </p:nvSpPr>
        <p:spPr>
          <a:xfrm xmlns:a="http://schemas.openxmlformats.org/drawingml/2006/main">
            <a:off x="10153650" y="2524125"/>
            <a:ext cx="1466850" cy="1314450"/>
          </a:xfrm>
          <a:prstGeom xmlns:a="http://schemas.openxmlformats.org/drawingml/2006/main" prst="roundRect">
            <a:avLst>
              <a:gd name="adj" fmla="val 5797"/>
            </a:avLst>
          </a:prstGeom>
          <a:solidFill xmlns:a="http://schemas.openxmlformats.org/drawingml/2006/main">
            <a:srgbClr val="11766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5CF18E7-73A5-4EF6-9F88-BFE2D1964468}"/>
              </a:ext>
            </a:extLst>
          </p:cNvPr>
          <p:cNvSpPr>
            <a:spLocks xmlns:a="http://schemas.openxmlformats.org/drawingml/2006/main" noGrp="1"/>
          </p:cNvSpPr>
          <p:nvPr/>
        </p:nvSpPr>
        <p:spPr>
          <a:xfrm xmlns:a="http://schemas.openxmlformats.org/drawingml/2006/main">
            <a:off x="1024890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FFFFFF"/>
                </a:solidFill>
                <a:latin typeface="Avenir Next"/>
                <a:ea typeface="Avenir Next"/>
                <a:cs typeface="Avenir Next"/>
              </a:defRPr>
            </a:defPPr>
            <a:lvl1pPr algn="ctr">
              <a:defRPr sz="1725" b="1">
                <a:solidFill>
                  <a:srgbClr val="FFFFFF"/>
                </a:solidFill>
                <a:latin typeface="Avenir Next"/>
                <a:ea typeface="Avenir Next"/>
                <a:cs typeface="Avenir Next"/>
              </a:defRPr>
            </a:lvl1pPr>
            <a:lvl2pPr algn="ctr">
              <a:defRPr sz="1725" b="1">
                <a:solidFill>
                  <a:srgbClr val="FFFFFF"/>
                </a:solidFill>
                <a:latin typeface="Avenir Next"/>
                <a:ea typeface="Avenir Next"/>
                <a:cs typeface="Avenir Next"/>
              </a:defRPr>
            </a:lvl2pPr>
            <a:lvl3pPr algn="ctr">
              <a:defRPr sz="1725" b="1">
                <a:solidFill>
                  <a:srgbClr val="FFFFFF"/>
                </a:solidFill>
                <a:latin typeface="Avenir Next"/>
                <a:ea typeface="Avenir Next"/>
                <a:cs typeface="Avenir Next"/>
              </a:defRPr>
            </a:lvl3pPr>
            <a:lvl4pPr algn="ctr">
              <a:defRPr sz="1725" b="1">
                <a:solidFill>
                  <a:srgbClr val="FFFFFF"/>
                </a:solidFill>
                <a:latin typeface="Avenir Next"/>
                <a:ea typeface="Avenir Next"/>
                <a:cs typeface="Avenir Next"/>
              </a:defRPr>
            </a:lvl4pPr>
            <a:lvl5pPr algn="ctr">
              <a:defRPr sz="1725" b="1">
                <a:solidFill>
                  <a:srgbClr val="FFFFFF"/>
                </a:solidFill>
                <a:latin typeface="Avenir Next"/>
                <a:ea typeface="Avenir Next"/>
                <a:cs typeface="Avenir Next"/>
              </a:defRPr>
            </a:lvl5pPr>
            <a:lvl6pPr algn="ctr">
              <a:defRPr sz="1725" b="1">
                <a:solidFill>
                  <a:srgbClr val="FFFFFF"/>
                </a:solidFill>
                <a:latin typeface="Avenir Next"/>
                <a:ea typeface="Avenir Next"/>
                <a:cs typeface="Avenir Next"/>
              </a:defRPr>
            </a:lvl6pPr>
            <a:lvl7pPr algn="ctr">
              <a:defRPr sz="1725" b="1">
                <a:solidFill>
                  <a:srgbClr val="FFFFFF"/>
                </a:solidFill>
                <a:latin typeface="Avenir Next"/>
                <a:ea typeface="Avenir Next"/>
                <a:cs typeface="Avenir Next"/>
              </a:defRPr>
            </a:lvl7pPr>
            <a:lvl8pPr algn="ctr">
              <a:defRPr sz="1725" b="1">
                <a:solidFill>
                  <a:srgbClr val="FFFFFF"/>
                </a:solidFill>
                <a:latin typeface="Avenir Next"/>
                <a:ea typeface="Avenir Next"/>
                <a:cs typeface="Avenir Next"/>
              </a:defRPr>
            </a:lvl8pPr>
            <a:lvl9pPr algn="ctr">
              <a:defRPr sz="1725" b="1">
                <a:solidFill>
                  <a:srgbClr val="FFFFFF"/>
                </a:solidFill>
                <a:latin typeface="Avenir Next"/>
                <a:ea typeface="Avenir Next"/>
                <a:cs typeface="Avenir Next"/>
              </a:defRPr>
            </a:lvl9pPr>
          </a:lstStyle>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Qolqe</a:t>
            </a:r>
          </a:p>
        </p:txBody>
      </p:sp>
      <p:sp>
        <p:nvSpPr>
          <p:cNvPr id="28" name="">
            <a:extLst xmlns:a="http://schemas.openxmlformats.org/drawingml/2006/main">
              <a:ext uri="{FF2B5EF4-FFF2-40B4-BE49-F238E27FC236}">
                <a16:creationId xmlns:a16="http://schemas.microsoft.com/office/drawing/2014/main" id="{9B24D30B-557B-42D4-92B3-23D83312E38B}"/>
              </a:ext>
            </a:extLst>
          </p:cNvPr>
          <p:cNvSpPr>
            <a:spLocks xmlns:a="http://schemas.openxmlformats.org/drawingml/2006/main" noGrp="1"/>
          </p:cNvSpPr>
          <p:nvPr/>
        </p:nvSpPr>
        <p:spPr>
          <a:xfrm xmlns:a="http://schemas.openxmlformats.org/drawingml/2006/main">
            <a:off x="495300" y="4162425"/>
            <a:ext cx="30765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Qué probar</a:t>
            </a:r>
          </a:p>
        </p:txBody>
      </p:sp>
      <p:sp>
        <p:nvSpPr>
          <p:cNvPr id="29" name="">
            <a:extLst xmlns:a="http://schemas.openxmlformats.org/drawingml/2006/main">
              <a:ext uri="{FF2B5EF4-FFF2-40B4-BE49-F238E27FC236}">
                <a16:creationId xmlns:a16="http://schemas.microsoft.com/office/drawing/2014/main" id="{43F53440-A55F-4CD9-88D2-2BD125B8ECA2}"/>
              </a:ext>
            </a:extLst>
          </p:cNvPr>
          <p:cNvSpPr>
            <a:spLocks xmlns:a="http://schemas.openxmlformats.org/drawingml/2006/main" noGrp="1"/>
          </p:cNvSpPr>
          <p:nvPr/>
        </p:nvSpPr>
        <p:spPr>
          <a:xfrm xmlns:a="http://schemas.openxmlformats.org/drawingml/2006/main">
            <a:off x="3714750" y="4162425"/>
            <a:ext cx="46863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Cómo ejecutarlo</a:t>
            </a:r>
          </a:p>
        </p:txBody>
      </p:sp>
      <p:sp>
        <p:nvSpPr>
          <p:cNvPr id="30" name="">
            <a:extLst xmlns:a="http://schemas.openxmlformats.org/drawingml/2006/main">
              <a:ext uri="{FF2B5EF4-FFF2-40B4-BE49-F238E27FC236}">
                <a16:creationId xmlns:a16="http://schemas.microsoft.com/office/drawing/2014/main" id="{BEB60B28-AA48-4E1E-AD30-423A1ED8FE6B}"/>
              </a:ext>
            </a:extLst>
          </p:cNvPr>
          <p:cNvSpPr>
            <a:spLocks xmlns:a="http://schemas.openxmlformats.org/drawingml/2006/main" noGrp="1"/>
          </p:cNvSpPr>
          <p:nvPr/>
        </p:nvSpPr>
        <p:spPr>
          <a:xfrm xmlns:a="http://schemas.openxmlformats.org/drawingml/2006/main">
            <a:off x="8543925" y="4162425"/>
            <a:ext cx="30765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Sistema</a:t>
            </a:r>
          </a:p>
        </p:txBody>
      </p:sp>
      <p:sp>
        <p:nvSpPr>
          <p:cNvPr id="31" name="">
            <a:extLst xmlns:a="http://schemas.openxmlformats.org/drawingml/2006/main">
              <a:ext uri="{FF2B5EF4-FFF2-40B4-BE49-F238E27FC236}">
                <a16:creationId xmlns:a16="http://schemas.microsoft.com/office/drawing/2014/main" id="{954DFB46-E4E5-4E44-B7F5-01EBDCF573EE}"/>
              </a:ext>
            </a:extLst>
          </p:cNvPr>
          <p:cNvSpPr>
            <a:spLocks xmlns:a="http://schemas.openxmlformats.org/drawingml/2006/main" noGrp="1"/>
          </p:cNvSpPr>
          <p:nvPr/>
        </p:nvSpPr>
        <p:spPr>
          <a:xfrm xmlns:a="http://schemas.openxmlformats.org/drawingml/2006/main">
            <a:off x="1028700" y="4857750"/>
            <a:ext cx="10134600" cy="800100"/>
          </a:xfrm>
          <a:prstGeom xmlns:a="http://schemas.openxmlformats.org/drawingml/2006/main" prst="roundRect">
            <a:avLst>
              <a:gd name="adj" fmla="val 9524"/>
            </a:avLst>
          </a:prstGeom>
          <a:solidFill xmlns:a="http://schemas.openxmlformats.org/drawingml/2006/main">
            <a:srgbClr val="122D3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3814AAA-E8B9-4795-B35A-EB43DD921166}"/>
              </a:ext>
            </a:extLst>
          </p:cNvPr>
          <p:cNvSpPr>
            <a:spLocks xmlns:a="http://schemas.openxmlformats.org/drawingml/2006/main" noGrp="1"/>
          </p:cNvSpPr>
          <p:nvPr/>
        </p:nvSpPr>
        <p:spPr>
          <a:xfrm xmlns:a="http://schemas.openxmlformats.org/drawingml/2006/main">
            <a:off x="1257300" y="4981575"/>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5B96C"/>
                </a:solidFill>
                <a:latin typeface="Avenir Next"/>
                <a:ea typeface="Avenir Next"/>
                <a:cs typeface="Avenir Next"/>
              </a:defRPr>
            </a:defPPr>
            <a:lvl1pPr algn="l">
              <a:defRPr sz="1500" b="1">
                <a:solidFill>
                  <a:srgbClr val="F5B96C"/>
                </a:solidFill>
                <a:latin typeface="Avenir Next"/>
                <a:ea typeface="Avenir Next"/>
                <a:cs typeface="Avenir Next"/>
              </a:defRPr>
            </a:lvl1pPr>
            <a:lvl2pPr algn="l">
              <a:defRPr sz="1500" b="1">
                <a:solidFill>
                  <a:srgbClr val="F5B96C"/>
                </a:solidFill>
                <a:latin typeface="Avenir Next"/>
                <a:ea typeface="Avenir Next"/>
                <a:cs typeface="Avenir Next"/>
              </a:defRPr>
            </a:lvl2pPr>
            <a:lvl3pPr algn="l">
              <a:defRPr sz="1500" b="1">
                <a:solidFill>
                  <a:srgbClr val="F5B96C"/>
                </a:solidFill>
                <a:latin typeface="Avenir Next"/>
                <a:ea typeface="Avenir Next"/>
                <a:cs typeface="Avenir Next"/>
              </a:defRPr>
            </a:lvl3pPr>
            <a:lvl4pPr algn="l">
              <a:defRPr sz="1500" b="1">
                <a:solidFill>
                  <a:srgbClr val="F5B96C"/>
                </a:solidFill>
                <a:latin typeface="Avenir Next"/>
                <a:ea typeface="Avenir Next"/>
                <a:cs typeface="Avenir Next"/>
              </a:defRPr>
            </a:lvl4pPr>
            <a:lvl5pPr algn="l">
              <a:defRPr sz="1500" b="1">
                <a:solidFill>
                  <a:srgbClr val="F5B96C"/>
                </a:solidFill>
                <a:latin typeface="Avenir Next"/>
                <a:ea typeface="Avenir Next"/>
                <a:cs typeface="Avenir Next"/>
              </a:defRPr>
            </a:lvl5pPr>
            <a:lvl6pPr algn="l">
              <a:defRPr sz="1500" b="1">
                <a:solidFill>
                  <a:srgbClr val="F5B96C"/>
                </a:solidFill>
                <a:latin typeface="Avenir Next"/>
                <a:ea typeface="Avenir Next"/>
                <a:cs typeface="Avenir Next"/>
              </a:defRPr>
            </a:lvl6pPr>
            <a:lvl7pPr algn="l">
              <a:defRPr sz="1500" b="1">
                <a:solidFill>
                  <a:srgbClr val="F5B96C"/>
                </a:solidFill>
                <a:latin typeface="Avenir Next"/>
                <a:ea typeface="Avenir Next"/>
                <a:cs typeface="Avenir Next"/>
              </a:defRPr>
            </a:lvl7pPr>
            <a:lvl8pPr algn="l">
              <a:defRPr sz="1500" b="1">
                <a:solidFill>
                  <a:srgbClr val="F5B96C"/>
                </a:solidFill>
                <a:latin typeface="Avenir Next"/>
                <a:ea typeface="Avenir Next"/>
                <a:cs typeface="Avenir Next"/>
              </a:defRPr>
            </a:lvl8pPr>
            <a:lvl9pPr algn="l">
              <a:defRPr sz="1500" b="1">
                <a:solidFill>
                  <a:srgbClr val="F5B96C"/>
                </a:solidFill>
                <a:latin typeface="Avenir Next"/>
                <a:ea typeface="Avenir Next"/>
                <a:cs typeface="Avenir Next"/>
              </a:defRPr>
            </a:lvl9pPr>
          </a:lstStyle>
          <a:p xmlns:a="http://schemas.openxmlformats.org/drawingml/2006/main">
            <a:pPr algn="l">
              <a:defRPr sz="1500" b="1">
                <a:solidFill>
                  <a:srgbClr val="F5B96C"/>
                </a:solidFill>
                <a:latin typeface="Avenir Next"/>
                <a:ea typeface="Avenir Next"/>
                <a:cs typeface="Avenir Next"/>
              </a:defRPr>
            </a:pPr>
            <a:r>
              <a:rPr sz="1500" b="1">
                <a:solidFill>
                  <a:srgbClr val="F5B96C"/>
                </a:solidFill>
                <a:latin typeface="Avenir Next"/>
                <a:ea typeface="Avenir Next"/>
                <a:cs typeface="Avenir Next"/>
              </a:rPr>
              <a:t>EVIDENCIA</a:t>
            </a:r>
          </a:p>
        </p:txBody>
      </p:sp>
      <p:sp>
        <p:nvSpPr>
          <p:cNvPr id="33" name="">
            <a:extLst xmlns:a="http://schemas.openxmlformats.org/drawingml/2006/main">
              <a:ext uri="{FF2B5EF4-FFF2-40B4-BE49-F238E27FC236}">
                <a16:creationId xmlns:a16="http://schemas.microsoft.com/office/drawing/2014/main" id="{5689F893-938C-4C59-8924-AF9B548B9AE4}"/>
              </a:ext>
            </a:extLst>
          </p:cNvPr>
          <p:cNvSpPr>
            <a:spLocks xmlns:a="http://schemas.openxmlformats.org/drawingml/2006/main" noGrp="1"/>
          </p:cNvSpPr>
          <p:nvPr/>
        </p:nvSpPr>
        <p:spPr>
          <a:xfrm xmlns:a="http://schemas.openxmlformats.org/drawingml/2006/main">
            <a:off x="3124200" y="4981575"/>
            <a:ext cx="76295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output.xml    ·    log.html    ·    report.html</a:t>
            </a:r>
          </a:p>
        </p:txBody>
      </p:sp>
    </p:spTree>
    <p:extLst>
      <p:ext uri="{BB962C8B-B14F-4D97-AF65-F5344CB8AC3E}">
        <p14:creationId xmlns:p14="http://schemas.microsoft.com/office/powerpoint/2010/main" val="1177133100"/>
      </p:ext>
    </p:extLst>
  </p:cSld>
</p:sld>
</file>

<file path=ppt/slides/slide5.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2617706-C116-44A0-8C6D-B0FC1F0743F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1D5298-9977-4C17-B046-28847E5ED68A}"/>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11047C05-F338-4179-8D4B-78899A470EF1}"/>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Patrón S25: Page Object</a:t>
            </a:r>
          </a:p>
        </p:txBody>
      </p:sp>
      <p:sp>
        <p:nvSpPr>
          <p:cNvPr id="4" name="">
            <a:extLst xmlns:a="http://schemas.openxmlformats.org/drawingml/2006/main">
              <a:ext uri="{FF2B5EF4-FFF2-40B4-BE49-F238E27FC236}">
                <a16:creationId xmlns:a16="http://schemas.microsoft.com/office/drawing/2014/main" id="{59F0B6DC-7D5B-4037-83A9-DCCA8ADEBF6F}"/>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El caso expresa el negocio; cada recurso encapsula las acciones de una pantalla.</a:t>
            </a:r>
          </a:p>
        </p:txBody>
      </p:sp>
      <p:sp>
        <p:nvSpPr>
          <p:cNvPr id="5" name="">
            <a:extLst xmlns:a="http://schemas.openxmlformats.org/drawingml/2006/main">
              <a:ext uri="{FF2B5EF4-FFF2-40B4-BE49-F238E27FC236}">
                <a16:creationId xmlns:a16="http://schemas.microsoft.com/office/drawing/2014/main" id="{B4395EC4-0A71-4623-9CD7-086CCE784406}"/>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ACDDF43-FF51-4689-99D8-311D7FE0976F}"/>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0F3E601-1133-4B63-A288-3323B98D115A}"/>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18C42C6C-D247-44E4-8D03-877C8A7CE742}"/>
              </a:ext>
            </a:extLst>
          </p:cNvPr>
          <p:cNvSpPr>
            <a:spLocks xmlns:a="http://schemas.openxmlformats.org/drawingml/2006/main" noGrp="1"/>
          </p:cNvSpPr>
          <p:nvPr/>
        </p:nvSpPr>
        <p:spPr>
          <a:xfrm xmlns:a="http://schemas.openxmlformats.org/drawingml/2006/main">
            <a:off x="552450" y="1704975"/>
            <a:ext cx="5276850" cy="3562350"/>
          </a:xfrm>
          <a:prstGeom xmlns:a="http://schemas.openxmlformats.org/drawingml/2006/main" prst="roundRect">
            <a:avLst>
              <a:gd name="adj" fmla="val 2139"/>
            </a:avLst>
          </a:prstGeom>
          <a:solidFill xmlns:a="http://schemas.openxmlformats.org/drawingml/2006/main">
            <a:srgbClr val="122D3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2770072-8A54-4C63-9D45-58CDB5A82129}"/>
              </a:ext>
            </a:extLst>
          </p:cNvPr>
          <p:cNvSpPr>
            <a:spLocks xmlns:a="http://schemas.openxmlformats.org/drawingml/2006/main" noGrp="1"/>
          </p:cNvSpPr>
          <p:nvPr/>
        </p:nvSpPr>
        <p:spPr>
          <a:xfrm xmlns:a="http://schemas.openxmlformats.org/drawingml/2006/main">
            <a:off x="723900" y="1866900"/>
            <a:ext cx="1990725"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C9CE04-C580-4D18-9182-1E833534E13A}"/>
              </a:ext>
            </a:extLst>
          </p:cNvPr>
          <p:cNvSpPr>
            <a:spLocks xmlns:a="http://schemas.openxmlformats.org/drawingml/2006/main" noGrp="1"/>
          </p:cNvSpPr>
          <p:nvPr/>
        </p:nvSpPr>
        <p:spPr>
          <a:xfrm xmlns:a="http://schemas.openxmlformats.org/drawingml/2006/main">
            <a:off x="838200" y="19050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CASO .robot · QUÉ</a:t>
            </a:r>
          </a:p>
        </p:txBody>
      </p:sp>
      <p:sp>
        <p:nvSpPr>
          <p:cNvPr id="11" name="">
            <a:extLst xmlns:a="http://schemas.openxmlformats.org/drawingml/2006/main">
              <a:ext uri="{FF2B5EF4-FFF2-40B4-BE49-F238E27FC236}">
                <a16:creationId xmlns:a16="http://schemas.microsoft.com/office/drawing/2014/main" id="{6026E4E9-F107-46F7-A839-663D8FC97D03}"/>
              </a:ext>
            </a:extLst>
          </p:cNvPr>
          <p:cNvSpPr>
            <a:spLocks xmlns:a="http://schemas.openxmlformats.org/drawingml/2006/main" noGrp="1"/>
          </p:cNvSpPr>
          <p:nvPr/>
        </p:nvSpPr>
        <p:spPr>
          <a:xfrm xmlns:a="http://schemas.openxmlformats.org/drawingml/2006/main">
            <a:off x="790575" y="2419350"/>
            <a:ext cx="4772025" cy="216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FFFFFF"/>
                </a:solidFill>
                <a:latin typeface="Avenir Next"/>
                <a:ea typeface="Avenir Next"/>
                <a:cs typeface="Avenir Next"/>
              </a:defRPr>
            </a:defPPr>
            <a:lvl1pPr algn="l">
              <a:defRPr sz="1875" b="0">
                <a:solidFill>
                  <a:srgbClr val="FFFFFF"/>
                </a:solidFill>
                <a:latin typeface="Avenir Next"/>
                <a:ea typeface="Avenir Next"/>
                <a:cs typeface="Avenir Next"/>
              </a:defRPr>
            </a:lvl1pPr>
            <a:lvl2pPr algn="l">
              <a:defRPr sz="1875" b="0">
                <a:solidFill>
                  <a:srgbClr val="FFFFFF"/>
                </a:solidFill>
                <a:latin typeface="Avenir Next"/>
                <a:ea typeface="Avenir Next"/>
                <a:cs typeface="Avenir Next"/>
              </a:defRPr>
            </a:lvl2pPr>
            <a:lvl3pPr algn="l">
              <a:defRPr sz="1875" b="0">
                <a:solidFill>
                  <a:srgbClr val="FFFFFF"/>
                </a:solidFill>
                <a:latin typeface="Avenir Next"/>
                <a:ea typeface="Avenir Next"/>
                <a:cs typeface="Avenir Next"/>
              </a:defRPr>
            </a:lvl3pPr>
            <a:lvl4pPr algn="l">
              <a:defRPr sz="1875" b="0">
                <a:solidFill>
                  <a:srgbClr val="FFFFFF"/>
                </a:solidFill>
                <a:latin typeface="Avenir Next"/>
                <a:ea typeface="Avenir Next"/>
                <a:cs typeface="Avenir Next"/>
              </a:defRPr>
            </a:lvl4pPr>
            <a:lvl5pPr algn="l">
              <a:defRPr sz="1875" b="0">
                <a:solidFill>
                  <a:srgbClr val="FFFFFF"/>
                </a:solidFill>
                <a:latin typeface="Avenir Next"/>
                <a:ea typeface="Avenir Next"/>
                <a:cs typeface="Avenir Next"/>
              </a:defRPr>
            </a:lvl5pPr>
            <a:lvl6pPr algn="l">
              <a:defRPr sz="1875" b="0">
                <a:solidFill>
                  <a:srgbClr val="FFFFFF"/>
                </a:solidFill>
                <a:latin typeface="Avenir Next"/>
                <a:ea typeface="Avenir Next"/>
                <a:cs typeface="Avenir Next"/>
              </a:defRPr>
            </a:lvl6pPr>
            <a:lvl7pPr algn="l">
              <a:defRPr sz="1875" b="0">
                <a:solidFill>
                  <a:srgbClr val="FFFFFF"/>
                </a:solidFill>
                <a:latin typeface="Avenir Next"/>
                <a:ea typeface="Avenir Next"/>
                <a:cs typeface="Avenir Next"/>
              </a:defRPr>
            </a:lvl7pPr>
            <a:lvl8pPr algn="l">
              <a:defRPr sz="1875" b="0">
                <a:solidFill>
                  <a:srgbClr val="FFFFFF"/>
                </a:solidFill>
                <a:latin typeface="Avenir Next"/>
                <a:ea typeface="Avenir Next"/>
                <a:cs typeface="Avenir Next"/>
              </a:defRPr>
            </a:lvl8pPr>
            <a:lvl9pPr algn="l">
              <a:defRPr sz="1875" b="0">
                <a:solidFill>
                  <a:srgbClr val="FFFFFF"/>
                </a:solidFill>
                <a:latin typeface="Avenir Next"/>
                <a:ea typeface="Avenir Next"/>
                <a:cs typeface="Avenir Next"/>
              </a:defRPr>
            </a:lvl9pPr>
          </a:lstStyle>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Enviar solicitud a contacto</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Aceptar solicitud recibida</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Comprobar estado de solicitud</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Comprobar saldo en inicio</a:t>
            </a:r>
          </a:p>
        </p:txBody>
      </p:sp>
      <p:sp>
        <p:nvSpPr>
          <p:cNvPr id="12" name="">
            <a:extLst xmlns:a="http://schemas.openxmlformats.org/drawingml/2006/main">
              <a:ext uri="{FF2B5EF4-FFF2-40B4-BE49-F238E27FC236}">
                <a16:creationId xmlns:a16="http://schemas.microsoft.com/office/drawing/2014/main" id="{752D4472-6B14-419B-AF08-7D750D757EAD}"/>
              </a:ext>
            </a:extLst>
          </p:cNvPr>
          <p:cNvSpPr>
            <a:spLocks xmlns:a="http://schemas.openxmlformats.org/drawingml/2006/main" noGrp="1"/>
          </p:cNvSpPr>
          <p:nvPr/>
        </p:nvSpPr>
        <p:spPr>
          <a:xfrm xmlns:a="http://schemas.openxmlformats.org/drawingml/2006/main">
            <a:off x="6343650" y="1704975"/>
            <a:ext cx="5276850" cy="3562350"/>
          </a:xfrm>
          <a:prstGeom xmlns:a="http://schemas.openxmlformats.org/drawingml/2006/main" prst="roundRect">
            <a:avLst>
              <a:gd name="adj" fmla="val 2139"/>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69A0AC9-E294-4A2D-836C-838DB83FF783}"/>
              </a:ext>
            </a:extLst>
          </p:cNvPr>
          <p:cNvSpPr>
            <a:spLocks xmlns:a="http://schemas.openxmlformats.org/drawingml/2006/main" noGrp="1"/>
          </p:cNvSpPr>
          <p:nvPr/>
        </p:nvSpPr>
        <p:spPr>
          <a:xfrm xmlns:a="http://schemas.openxmlformats.org/drawingml/2006/main">
            <a:off x="6515100" y="1866900"/>
            <a:ext cx="2190750"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7E689B-4F09-4EDD-8B3F-B36F284479F9}"/>
              </a:ext>
            </a:extLst>
          </p:cNvPr>
          <p:cNvSpPr>
            <a:spLocks xmlns:a="http://schemas.openxmlformats.org/drawingml/2006/main" noGrp="1"/>
          </p:cNvSpPr>
          <p:nvPr/>
        </p:nvSpPr>
        <p:spPr>
          <a:xfrm xmlns:a="http://schemas.openxmlformats.org/drawingml/2006/main">
            <a:off x="6629400" y="19050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RECURSO · CÓMO</a:t>
            </a:r>
          </a:p>
        </p:txBody>
      </p:sp>
      <p:sp>
        <p:nvSpPr>
          <p:cNvPr id="15" name="">
            <a:extLst xmlns:a="http://schemas.openxmlformats.org/drawingml/2006/main">
              <a:ext uri="{FF2B5EF4-FFF2-40B4-BE49-F238E27FC236}">
                <a16:creationId xmlns:a16="http://schemas.microsoft.com/office/drawing/2014/main" id="{797983DE-03A3-4CF8-899C-871DF41CCD28}"/>
              </a:ext>
            </a:extLst>
          </p:cNvPr>
          <p:cNvSpPr>
            <a:spLocks xmlns:a="http://schemas.openxmlformats.org/drawingml/2006/main" noGrp="1"/>
          </p:cNvSpPr>
          <p:nvPr/>
        </p:nvSpPr>
        <p:spPr>
          <a:xfrm xmlns:a="http://schemas.openxmlformats.org/drawingml/2006/main">
            <a:off x="6581775" y="2409825"/>
            <a:ext cx="47720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22D32"/>
                </a:solidFill>
                <a:latin typeface="Avenir Next"/>
                <a:ea typeface="Avenir Next"/>
                <a:cs typeface="Avenir Next"/>
              </a:defRPr>
            </a:defPPr>
            <a:lvl1pPr algn="l">
              <a:defRPr sz="1575" b="0">
                <a:solidFill>
                  <a:srgbClr val="122D32"/>
                </a:solidFill>
                <a:latin typeface="Avenir Next"/>
                <a:ea typeface="Avenir Next"/>
                <a:cs typeface="Avenir Next"/>
              </a:defRPr>
            </a:lvl1pPr>
            <a:lvl2pPr algn="l">
              <a:defRPr sz="1575" b="0">
                <a:solidFill>
                  <a:srgbClr val="122D32"/>
                </a:solidFill>
                <a:latin typeface="Avenir Next"/>
                <a:ea typeface="Avenir Next"/>
                <a:cs typeface="Avenir Next"/>
              </a:defRPr>
            </a:lvl2pPr>
            <a:lvl3pPr algn="l">
              <a:defRPr sz="1575" b="0">
                <a:solidFill>
                  <a:srgbClr val="122D32"/>
                </a:solidFill>
                <a:latin typeface="Avenir Next"/>
                <a:ea typeface="Avenir Next"/>
                <a:cs typeface="Avenir Next"/>
              </a:defRPr>
            </a:lvl3pPr>
            <a:lvl4pPr algn="l">
              <a:defRPr sz="1575" b="0">
                <a:solidFill>
                  <a:srgbClr val="122D32"/>
                </a:solidFill>
                <a:latin typeface="Avenir Next"/>
                <a:ea typeface="Avenir Next"/>
                <a:cs typeface="Avenir Next"/>
              </a:defRPr>
            </a:lvl4pPr>
            <a:lvl5pPr algn="l">
              <a:defRPr sz="1575" b="0">
                <a:solidFill>
                  <a:srgbClr val="122D32"/>
                </a:solidFill>
                <a:latin typeface="Avenir Next"/>
                <a:ea typeface="Avenir Next"/>
                <a:cs typeface="Avenir Next"/>
              </a:defRPr>
            </a:lvl5pPr>
            <a:lvl6pPr algn="l">
              <a:defRPr sz="1575" b="0">
                <a:solidFill>
                  <a:srgbClr val="122D32"/>
                </a:solidFill>
                <a:latin typeface="Avenir Next"/>
                <a:ea typeface="Avenir Next"/>
                <a:cs typeface="Avenir Next"/>
              </a:defRPr>
            </a:lvl6pPr>
            <a:lvl7pPr algn="l">
              <a:defRPr sz="1575" b="0">
                <a:solidFill>
                  <a:srgbClr val="122D32"/>
                </a:solidFill>
                <a:latin typeface="Avenir Next"/>
                <a:ea typeface="Avenir Next"/>
                <a:cs typeface="Avenir Next"/>
              </a:defRPr>
            </a:lvl7pPr>
            <a:lvl8pPr algn="l">
              <a:defRPr sz="1575" b="0">
                <a:solidFill>
                  <a:srgbClr val="122D32"/>
                </a:solidFill>
                <a:latin typeface="Avenir Next"/>
                <a:ea typeface="Avenir Next"/>
                <a:cs typeface="Avenir Next"/>
              </a:defRPr>
            </a:lvl8pPr>
            <a:lvl9pPr algn="l">
              <a:defRPr sz="1575" b="0">
                <a:solidFill>
                  <a:srgbClr val="122D32"/>
                </a:solidFill>
                <a:latin typeface="Avenir Next"/>
                <a:ea typeface="Avenir Next"/>
                <a:cs typeface="Avenir Next"/>
              </a:defRPr>
            </a:lvl9pPr>
          </a:lstStyle>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Fill Text</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css=[data-testid="input-solicitud-monto"]</a:t>
            </a:r>
          </a:p>
          <a:p xmlns:a="http://schemas.openxmlformats.org/drawingml/2006/main">
            <a:r>
              <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Click</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css=[data-testid="boton-solicitar"]</a:t>
            </a:r>
          </a:p>
        </p:txBody>
      </p:sp>
      <p:sp>
        <p:nvSpPr>
          <p:cNvPr id="16" name="">
            <a:extLst xmlns:a="http://schemas.openxmlformats.org/drawingml/2006/main">
              <a:ext uri="{FF2B5EF4-FFF2-40B4-BE49-F238E27FC236}">
                <a16:creationId xmlns:a16="http://schemas.microsoft.com/office/drawing/2014/main" id="{2FE15401-AC87-43EB-B7C0-DA20CC733A88}"/>
              </a:ext>
            </a:extLst>
          </p:cNvPr>
          <p:cNvSpPr>
            <a:spLocks xmlns:a="http://schemas.openxmlformats.org/drawingml/2006/main" noGrp="1"/>
          </p:cNvSpPr>
          <p:nvPr/>
        </p:nvSpPr>
        <p:spPr>
          <a:xfrm xmlns:a="http://schemas.openxmlformats.org/drawingml/2006/main">
            <a:off x="6581775" y="4848225"/>
            <a:ext cx="4772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1766E"/>
                </a:solidFill>
                <a:latin typeface="Avenir Next"/>
                <a:ea typeface="Avenir Next"/>
                <a:cs typeface="Avenir Next"/>
              </a:defRPr>
            </a:defPPr>
            <a:lvl1pPr algn="l">
              <a:defRPr sz="1275" b="1">
                <a:solidFill>
                  <a:srgbClr val="11766E"/>
                </a:solidFill>
                <a:latin typeface="Avenir Next"/>
                <a:ea typeface="Avenir Next"/>
                <a:cs typeface="Avenir Next"/>
              </a:defRPr>
            </a:lvl1pPr>
            <a:lvl2pPr algn="l">
              <a:defRPr sz="1275" b="1">
                <a:solidFill>
                  <a:srgbClr val="11766E"/>
                </a:solidFill>
                <a:latin typeface="Avenir Next"/>
                <a:ea typeface="Avenir Next"/>
                <a:cs typeface="Avenir Next"/>
              </a:defRPr>
            </a:lvl2pPr>
            <a:lvl3pPr algn="l">
              <a:defRPr sz="1275" b="1">
                <a:solidFill>
                  <a:srgbClr val="11766E"/>
                </a:solidFill>
                <a:latin typeface="Avenir Next"/>
                <a:ea typeface="Avenir Next"/>
                <a:cs typeface="Avenir Next"/>
              </a:defRPr>
            </a:lvl3pPr>
            <a:lvl4pPr algn="l">
              <a:defRPr sz="1275" b="1">
                <a:solidFill>
                  <a:srgbClr val="11766E"/>
                </a:solidFill>
                <a:latin typeface="Avenir Next"/>
                <a:ea typeface="Avenir Next"/>
                <a:cs typeface="Avenir Next"/>
              </a:defRPr>
            </a:lvl4pPr>
            <a:lvl5pPr algn="l">
              <a:defRPr sz="1275" b="1">
                <a:solidFill>
                  <a:srgbClr val="11766E"/>
                </a:solidFill>
                <a:latin typeface="Avenir Next"/>
                <a:ea typeface="Avenir Next"/>
                <a:cs typeface="Avenir Next"/>
              </a:defRPr>
            </a:lvl5pPr>
            <a:lvl6pPr algn="l">
              <a:defRPr sz="1275" b="1">
                <a:solidFill>
                  <a:srgbClr val="11766E"/>
                </a:solidFill>
                <a:latin typeface="Avenir Next"/>
                <a:ea typeface="Avenir Next"/>
                <a:cs typeface="Avenir Next"/>
              </a:defRPr>
            </a:lvl6pPr>
            <a:lvl7pPr algn="l">
              <a:defRPr sz="1275" b="1">
                <a:solidFill>
                  <a:srgbClr val="11766E"/>
                </a:solidFill>
                <a:latin typeface="Avenir Next"/>
                <a:ea typeface="Avenir Next"/>
                <a:cs typeface="Avenir Next"/>
              </a:defRPr>
            </a:lvl7pPr>
            <a:lvl8pPr algn="l">
              <a:defRPr sz="1275" b="1">
                <a:solidFill>
                  <a:srgbClr val="11766E"/>
                </a:solidFill>
                <a:latin typeface="Avenir Next"/>
                <a:ea typeface="Avenir Next"/>
                <a:cs typeface="Avenir Next"/>
              </a:defRPr>
            </a:lvl8pPr>
            <a:lvl9pPr algn="l">
              <a:defRPr sz="1275" b="1">
                <a:solidFill>
                  <a:srgbClr val="11766E"/>
                </a:solidFill>
                <a:latin typeface="Avenir Next"/>
                <a:ea typeface="Avenir Next"/>
                <a:cs typeface="Avenir Next"/>
              </a:defRPr>
            </a:lvl9pPr>
          </a:lstStyle>
          <a:p xmlns:a="http://schemas.openxmlformats.org/drawingml/2006/main">
            <a:pPr algn="l">
              <a:defRPr sz="1275" b="1">
                <a:solidFill>
                  <a:srgbClr val="11766E"/>
                </a:solidFill>
                <a:latin typeface="Avenir Next"/>
                <a:ea typeface="Avenir Next"/>
                <a:cs typeface="Avenir Next"/>
              </a:defRPr>
            </a:pPr>
            <a:r>
              <a:rPr sz="1275" b="1">
                <a:solidFill>
                  <a:srgbClr val="11766E"/>
                </a:solidFill>
                <a:latin typeface="Avenir Next"/>
                <a:ea typeface="Avenir Next"/>
                <a:cs typeface="Avenir Next"/>
              </a:rPr>
              <a:t>SolicitudesPage.resource</a:t>
            </a:r>
          </a:p>
        </p:txBody>
      </p:sp>
      <p:sp>
        <p:nvSpPr>
          <p:cNvPr id="17" name="">
            <a:extLst xmlns:a="http://schemas.openxmlformats.org/drawingml/2006/main">
              <a:ext uri="{FF2B5EF4-FFF2-40B4-BE49-F238E27FC236}">
                <a16:creationId xmlns:a16="http://schemas.microsoft.com/office/drawing/2014/main" id="{F4B722AB-6B03-47B4-BFA5-A42819FD5000}"/>
              </a:ext>
            </a:extLst>
          </p:cNvPr>
          <p:cNvSpPr>
            <a:spLocks xmlns:a="http://schemas.openxmlformats.org/drawingml/2006/main" noGrp="1"/>
          </p:cNvSpPr>
          <p:nvPr/>
        </p:nvSpPr>
        <p:spPr>
          <a:xfrm xmlns:a="http://schemas.openxmlformats.org/drawingml/2006/main">
            <a:off x="561975" y="5476875"/>
            <a:ext cx="1104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Un selector cambia en un recurso; el caso sigue legible.</a:t>
            </a:r>
          </a:p>
        </p:txBody>
      </p:sp>
    </p:spTree>
    <p:extLst>
      <p:ext uri="{BB962C8B-B14F-4D97-AF65-F5344CB8AC3E}">
        <p14:creationId xmlns:p14="http://schemas.microsoft.com/office/powerpoint/2010/main" val="384629891"/>
      </p:ext>
    </p:extLst>
  </p:cSld>
</p:sld>
</file>

<file path=ppt/slides/slide6.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FCA038-5561-4017-8813-17EC7DC2B95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2A275E-F71B-4F92-B8C6-BE9C6C69E492}"/>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8E313DF9-E0E4-479F-9366-D2574AF903AA}"/>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Diego inicia el recorrido</a:t>
            </a:r>
          </a:p>
        </p:txBody>
      </p:sp>
      <p:sp>
        <p:nvSpPr>
          <p:cNvPr id="4" name="">
            <a:extLst xmlns:a="http://schemas.openxmlformats.org/drawingml/2006/main">
              <a:ext uri="{FF2B5EF4-FFF2-40B4-BE49-F238E27FC236}">
                <a16:creationId xmlns:a16="http://schemas.microsoft.com/office/drawing/2014/main" id="{75C1D0A8-EC01-4F2D-A740-D3741C920E65}"/>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Contacto creado → solicitud de S/ 25 enviada → estado Pendiente.</a:t>
            </a:r>
          </a:p>
        </p:txBody>
      </p:sp>
      <p:sp>
        <p:nvSpPr>
          <p:cNvPr id="5" name="">
            <a:extLst xmlns:a="http://schemas.openxmlformats.org/drawingml/2006/main">
              <a:ext uri="{FF2B5EF4-FFF2-40B4-BE49-F238E27FC236}">
                <a16:creationId xmlns:a16="http://schemas.microsoft.com/office/drawing/2014/main" id="{5A8D1D6A-146F-4F50-83B9-4D42272FBDAB}"/>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62FEB4-7C9B-46FD-A178-ABB15A328787}"/>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7A7281A6-62E6-4DF8-B076-61E810D3DB76}"/>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7002CC67-3D93-4D8F-9B4F-0D0EA5A020B0}"/>
              </a:ext>
            </a:extLst>
          </p:cNvPr>
          <p:cNvSpPr>
            <a:spLocks xmlns:a="http://schemas.openxmlformats.org/drawingml/2006/main" noGrp="1"/>
          </p:cNvSpPr>
          <p:nvPr/>
        </p:nvSpPr>
        <p:spPr>
          <a:xfrm xmlns:a="http://schemas.openxmlformats.org/drawingml/2006/main">
            <a:off x="561975" y="1600200"/>
            <a:ext cx="27813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A171BE3-E124-4C1D-A3DE-2CF2AFCA893E}"/>
              </a:ext>
            </a:extLst>
          </p:cNvPr>
          <p:cNvSpPr>
            <a:spLocks xmlns:a="http://schemas.openxmlformats.org/drawingml/2006/main" noGrp="1"/>
          </p:cNvSpPr>
          <p:nvPr/>
        </p:nvSpPr>
        <p:spPr>
          <a:xfrm xmlns:a="http://schemas.openxmlformats.org/drawingml/2006/main">
            <a:off x="676275" y="16383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1  BRUNO EN CONTACTOS</a:t>
            </a:r>
          </a:p>
        </p:txBody>
      </p:sp>
      <p:sp>
        <p:nvSpPr>
          <p:cNvPr id="10" name="">
            <a:extLst xmlns:a="http://schemas.openxmlformats.org/drawingml/2006/main">
              <a:ext uri="{FF2B5EF4-FFF2-40B4-BE49-F238E27FC236}">
                <a16:creationId xmlns:a16="http://schemas.microsoft.com/office/drawing/2014/main" id="{BEC365DD-DD6F-4508-9E2D-87DE6DEA88F7}"/>
              </a:ext>
            </a:extLst>
          </p:cNvPr>
          <p:cNvSpPr>
            <a:spLocks xmlns:a="http://schemas.openxmlformats.org/drawingml/2006/main" noGrp="1"/>
          </p:cNvSpPr>
          <p:nvPr/>
        </p:nvSpPr>
        <p:spPr>
          <a:xfrm xmlns:a="http://schemas.openxmlformats.org/drawingml/2006/main">
            <a:off x="523875" y="2000250"/>
            <a:ext cx="11134725" cy="1628775"/>
          </a:xfrm>
          <a:prstGeom xmlns:a="http://schemas.openxmlformats.org/drawingml/2006/main" prst="roundRect">
            <a:avLst>
              <a:gd name="adj" fmla="val 4678"/>
            </a:avLst>
          </a:prstGeom>
          <a:solidFill xmlns:a="http://schemas.openxmlformats.org/drawingml/2006/main">
            <a:srgbClr val="FFFFFF"/>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6C9E14C6-FE8B-4D93-9AD0-5CD1C7964A72}"/>
              </a:ext>
            </a:extLst>
          </p:cNvPr>
          <p:cNvPicPr>
            <a:picLocks xmlns:a="http://schemas.openxmlformats.org/drawingml/2006/main" noChangeAspect="1"/>
          </p:cNvPicPr>
          <p:nvPr/>
        </p:nvPicPr>
        <p:blipFill>
          <a:blip xmlns:r="http://schemas.openxmlformats.org/officeDocument/2006/relationships" xmlns:a="http://schemas.openxmlformats.org/drawingml/2006/main" r:embed="R9688b299f1984ee2"/>
          <a:srcRect xmlns:a="http://schemas.openxmlformats.org/drawingml/2006/main" l="0" t="581" r="0" b="581"/>
          <a:stretch xmlns:a="http://schemas.openxmlformats.org/drawingml/2006/main">
            <a:fillRect l="0" t="0" r="0" b="0"/>
          </a:stretch>
        </p:blipFill>
        <p:spPr>
          <a:xfrm xmlns:a="http://schemas.openxmlformats.org/drawingml/2006/main">
            <a:off x="561975" y="2038350"/>
            <a:ext cx="11058525" cy="1552575"/>
          </a:xfrm>
          <a:prstGeom xmlns:a="http://schemas.openxmlformats.org/drawingml/2006/main" prst="roundRect">
            <a:avLst>
              <a:gd name="adj" fmla="val 4908"/>
            </a:avLst>
          </a:prstGeom>
        </p:spPr>
      </p:pic>
      <p:sp>
        <p:nvSpPr>
          <p:cNvPr id="12" name="">
            <a:extLst xmlns:a="http://schemas.openxmlformats.org/drawingml/2006/main">
              <a:ext uri="{FF2B5EF4-FFF2-40B4-BE49-F238E27FC236}">
                <a16:creationId xmlns:a16="http://schemas.microsoft.com/office/drawing/2014/main" id="{E922B619-DC6B-464B-ADEB-B34DF5C4E347}"/>
              </a:ext>
            </a:extLst>
          </p:cNvPr>
          <p:cNvSpPr>
            <a:spLocks xmlns:a="http://schemas.openxmlformats.org/drawingml/2006/main" noGrp="1"/>
          </p:cNvSpPr>
          <p:nvPr/>
        </p:nvSpPr>
        <p:spPr>
          <a:xfrm xmlns:a="http://schemas.openxmlformats.org/drawingml/2006/main">
            <a:off x="561975" y="3829050"/>
            <a:ext cx="2981325"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3B3F20-818B-4E17-9106-0DB00BFE5F94}"/>
              </a:ext>
            </a:extLst>
          </p:cNvPr>
          <p:cNvSpPr>
            <a:spLocks xmlns:a="http://schemas.openxmlformats.org/drawingml/2006/main" noGrp="1"/>
          </p:cNvSpPr>
          <p:nvPr/>
        </p:nvSpPr>
        <p:spPr>
          <a:xfrm xmlns:a="http://schemas.openxmlformats.org/drawingml/2006/main">
            <a:off x="676275" y="3867150"/>
            <a:ext cx="2752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2  SOLICITUD PENDIENTE</a:t>
            </a:r>
          </a:p>
        </p:txBody>
      </p:sp>
      <p:sp>
        <p:nvSpPr>
          <p:cNvPr id="14" name="">
            <a:extLst xmlns:a="http://schemas.openxmlformats.org/drawingml/2006/main">
              <a:ext uri="{FF2B5EF4-FFF2-40B4-BE49-F238E27FC236}">
                <a16:creationId xmlns:a16="http://schemas.microsoft.com/office/drawing/2014/main" id="{A07F2F8D-7223-4440-95F2-9DBC29A0C9E4}"/>
              </a:ext>
            </a:extLst>
          </p:cNvPr>
          <p:cNvSpPr>
            <a:spLocks xmlns:a="http://schemas.openxmlformats.org/drawingml/2006/main" noGrp="1"/>
          </p:cNvSpPr>
          <p:nvPr/>
        </p:nvSpPr>
        <p:spPr>
          <a:xfrm xmlns:a="http://schemas.openxmlformats.org/drawingml/2006/main">
            <a:off x="523875" y="4229100"/>
            <a:ext cx="111347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2C73BB68-5F7D-4435-A355-18F630010358}"/>
              </a:ext>
            </a:extLst>
          </p:cNvPr>
          <p:cNvPicPr>
            <a:picLocks xmlns:a="http://schemas.openxmlformats.org/drawingml/2006/main" noChangeAspect="1"/>
          </p:cNvPicPr>
          <p:nvPr/>
        </p:nvPicPr>
        <p:blipFill>
          <a:blip xmlns:r="http://schemas.openxmlformats.org/officeDocument/2006/relationships" xmlns:a="http://schemas.openxmlformats.org/drawingml/2006/main" r:embed="R3c4532d52b21434e"/>
          <a:srcRect xmlns:a="http://schemas.openxmlformats.org/drawingml/2006/main" l="0" t="884" r="0" b="884"/>
          <a:stretch xmlns:a="http://schemas.openxmlformats.org/drawingml/2006/main">
            <a:fillRect l="0" t="0" r="0" b="0"/>
          </a:stretch>
        </p:blipFill>
        <p:spPr>
          <a:xfrm xmlns:a="http://schemas.openxmlformats.org/drawingml/2006/main">
            <a:off x="561975" y="4267200"/>
            <a:ext cx="11058525" cy="1543050"/>
          </a:xfrm>
          <a:prstGeom xmlns:a="http://schemas.openxmlformats.org/drawingml/2006/main" prst="roundRect">
            <a:avLst>
              <a:gd name="adj" fmla="val 4938"/>
            </a:avLst>
          </a:prstGeom>
        </p:spPr>
      </p:pic>
    </p:spTree>
    <p:extLst>
      <p:ext uri="{BB962C8B-B14F-4D97-AF65-F5344CB8AC3E}">
        <p14:creationId xmlns:p14="http://schemas.microsoft.com/office/powerpoint/2010/main" val="635569642"/>
      </p:ext>
    </p:extLst>
  </p:cSld>
</p:sld>
</file>

<file path=ppt/slides/slide7.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3EFDAD8-D604-4ED7-9D1C-16A1D3DC1AC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B68627-CBAE-43C9-BC8E-1D1774741229}"/>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129AC497-C42E-4E7F-9825-AA55FF215C95}"/>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Bruno acepta y Qolqe transfiere</a:t>
            </a:r>
          </a:p>
        </p:txBody>
      </p:sp>
      <p:sp>
        <p:nvSpPr>
          <p:cNvPr id="4" name="">
            <a:extLst xmlns:a="http://schemas.openxmlformats.org/drawingml/2006/main">
              <a:ext uri="{FF2B5EF4-FFF2-40B4-BE49-F238E27FC236}">
                <a16:creationId xmlns:a16="http://schemas.microsoft.com/office/drawing/2014/main" id="{D7408DAF-9B7B-46D4-97A4-7478536FD739}"/>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El resultado se comprueba en estado, operación y saldos.</a:t>
            </a:r>
          </a:p>
        </p:txBody>
      </p:sp>
      <p:sp>
        <p:nvSpPr>
          <p:cNvPr id="5" name="">
            <a:extLst xmlns:a="http://schemas.openxmlformats.org/drawingml/2006/main">
              <a:ext uri="{FF2B5EF4-FFF2-40B4-BE49-F238E27FC236}">
                <a16:creationId xmlns:a16="http://schemas.microsoft.com/office/drawing/2014/main" id="{213620ED-7B1C-45F4-B88A-AD63CED89240}"/>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19730F5-35B1-434B-8E16-DE143AD8BA6A}"/>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65DB1732-D5D4-4E26-8FF8-A02692007574}"/>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3353EB6E-4EE9-48BF-AF74-F783F45404BC}"/>
              </a:ext>
            </a:extLst>
          </p:cNvPr>
          <p:cNvSpPr>
            <a:spLocks xmlns:a="http://schemas.openxmlformats.org/drawingml/2006/main" noGrp="1"/>
          </p:cNvSpPr>
          <p:nvPr/>
        </p:nvSpPr>
        <p:spPr>
          <a:xfrm xmlns:a="http://schemas.openxmlformats.org/drawingml/2006/main">
            <a:off x="523875" y="1724025"/>
            <a:ext cx="7762875" cy="3286125"/>
          </a:xfrm>
          <a:prstGeom xmlns:a="http://schemas.openxmlformats.org/drawingml/2006/main" prst="roundRect">
            <a:avLst>
              <a:gd name="adj" fmla="val 2319"/>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C33617FC-75DA-4EA5-B16E-5D89F77B0ECA}"/>
              </a:ext>
            </a:extLst>
          </p:cNvPr>
          <p:cNvPicPr>
            <a:picLocks xmlns:a="http://schemas.openxmlformats.org/drawingml/2006/main" noChangeAspect="1"/>
          </p:cNvPicPr>
          <p:nvPr/>
        </p:nvPicPr>
        <p:blipFill>
          <a:blip xmlns:r="http://schemas.openxmlformats.org/officeDocument/2006/relationships" xmlns:a="http://schemas.openxmlformats.org/drawingml/2006/main" r:embed="Rf5ad5267d3714ad6"/>
          <a:srcRect xmlns:a="http://schemas.openxmlformats.org/drawingml/2006/main" l="0" t="1104" r="0" b="1104"/>
          <a:stretch xmlns:a="http://schemas.openxmlformats.org/drawingml/2006/main">
            <a:fillRect l="0" t="0" r="0" b="0"/>
          </a:stretch>
        </p:blipFill>
        <p:spPr>
          <a:xfrm xmlns:a="http://schemas.openxmlformats.org/drawingml/2006/main">
            <a:off x="561975" y="1762125"/>
            <a:ext cx="7686675" cy="3209925"/>
          </a:xfrm>
          <a:prstGeom xmlns:a="http://schemas.openxmlformats.org/drawingml/2006/main" prst="roundRect">
            <a:avLst>
              <a:gd name="adj" fmla="val 2374"/>
            </a:avLst>
          </a:prstGeom>
        </p:spPr>
      </p:pic>
      <p:sp>
        <p:nvSpPr>
          <p:cNvPr id="10" name="">
            <a:extLst xmlns:a="http://schemas.openxmlformats.org/drawingml/2006/main">
              <a:ext uri="{FF2B5EF4-FFF2-40B4-BE49-F238E27FC236}">
                <a16:creationId xmlns:a16="http://schemas.microsoft.com/office/drawing/2014/main" id="{02A770B0-A726-4714-819C-A1D7D3E80130}"/>
              </a:ext>
            </a:extLst>
          </p:cNvPr>
          <p:cNvSpPr>
            <a:spLocks xmlns:a="http://schemas.openxmlformats.org/drawingml/2006/main" noGrp="1"/>
          </p:cNvSpPr>
          <p:nvPr/>
        </p:nvSpPr>
        <p:spPr>
          <a:xfrm xmlns:a="http://schemas.openxmlformats.org/drawingml/2006/main">
            <a:off x="8391525" y="1724025"/>
            <a:ext cx="32670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05E4632C-E8E6-4EE6-8A86-7397406E955B}"/>
              </a:ext>
            </a:extLst>
          </p:cNvPr>
          <p:cNvPicPr>
            <a:picLocks xmlns:a="http://schemas.openxmlformats.org/drawingml/2006/main" noChangeAspect="1"/>
          </p:cNvPicPr>
          <p:nvPr/>
        </p:nvPicPr>
        <p:blipFill>
          <a:blip xmlns:r="http://schemas.openxmlformats.org/officeDocument/2006/relationships" xmlns:a="http://schemas.openxmlformats.org/drawingml/2006/main" r:embed="R736a5946ad254ae2"/>
          <a:srcRect xmlns:a="http://schemas.openxmlformats.org/drawingml/2006/main" l="94" t="0" r="94" b="0"/>
          <a:stretch xmlns:a="http://schemas.openxmlformats.org/drawingml/2006/main">
            <a:fillRect l="0" t="0" r="0" b="0"/>
          </a:stretch>
        </p:blipFill>
        <p:spPr>
          <a:xfrm xmlns:a="http://schemas.openxmlformats.org/drawingml/2006/main">
            <a:off x="8429625" y="1762125"/>
            <a:ext cx="3190875" cy="1562100"/>
          </a:xfrm>
          <a:prstGeom xmlns:a="http://schemas.openxmlformats.org/drawingml/2006/main" prst="roundRect">
            <a:avLst>
              <a:gd name="adj" fmla="val 4878"/>
            </a:avLst>
          </a:prstGeom>
        </p:spPr>
      </p:pic>
      <p:sp>
        <p:nvSpPr>
          <p:cNvPr id="12" name="">
            <a:extLst xmlns:a="http://schemas.openxmlformats.org/drawingml/2006/main">
              <a:ext uri="{FF2B5EF4-FFF2-40B4-BE49-F238E27FC236}">
                <a16:creationId xmlns:a16="http://schemas.microsoft.com/office/drawing/2014/main" id="{01468021-BF74-422D-90FE-D38B068EA2FC}"/>
              </a:ext>
            </a:extLst>
          </p:cNvPr>
          <p:cNvSpPr>
            <a:spLocks xmlns:a="http://schemas.openxmlformats.org/drawingml/2006/main" noGrp="1"/>
          </p:cNvSpPr>
          <p:nvPr/>
        </p:nvSpPr>
        <p:spPr>
          <a:xfrm xmlns:a="http://schemas.openxmlformats.org/drawingml/2006/main">
            <a:off x="8429625" y="3590925"/>
            <a:ext cx="3190875" cy="1381125"/>
          </a:xfrm>
          <a:prstGeom xmlns:a="http://schemas.openxmlformats.org/drawingml/2006/main" prst="roundRect">
            <a:avLst>
              <a:gd name="adj" fmla="val 5517"/>
            </a:avLst>
          </a:prstGeom>
          <a:solidFill xmlns:a="http://schemas.openxmlformats.org/drawingml/2006/main">
            <a:srgbClr val="11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9B392B9-CED8-4581-8A40-6545EC87EF99}"/>
              </a:ext>
            </a:extLst>
          </p:cNvPr>
          <p:cNvSpPr>
            <a:spLocks xmlns:a="http://schemas.openxmlformats.org/drawingml/2006/main" noGrp="1"/>
          </p:cNvSpPr>
          <p:nvPr/>
        </p:nvSpPr>
        <p:spPr>
          <a:xfrm xmlns:a="http://schemas.openxmlformats.org/drawingml/2006/main">
            <a:off x="8629650" y="3771900"/>
            <a:ext cx="28003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FFFFFF"/>
                </a:solidFill>
                <a:latin typeface="Avenir Next"/>
                <a:ea typeface="Avenir Next"/>
                <a:cs typeface="Avenir Next"/>
              </a:defRPr>
            </a:defPPr>
            <a:lvl1pPr algn="l">
              <a:defRPr sz="2700" b="1">
                <a:solidFill>
                  <a:srgbClr val="FFFFFF"/>
                </a:solidFill>
                <a:latin typeface="Avenir Next"/>
                <a:ea typeface="Avenir Next"/>
                <a:cs typeface="Avenir Next"/>
              </a:defRPr>
            </a:lvl1pPr>
            <a:lvl2pPr algn="l">
              <a:defRPr sz="2700" b="1">
                <a:solidFill>
                  <a:srgbClr val="FFFFFF"/>
                </a:solidFill>
                <a:latin typeface="Avenir Next"/>
                <a:ea typeface="Avenir Next"/>
                <a:cs typeface="Avenir Next"/>
              </a:defRPr>
            </a:lvl2pPr>
            <a:lvl3pPr algn="l">
              <a:defRPr sz="2700" b="1">
                <a:solidFill>
                  <a:srgbClr val="FFFFFF"/>
                </a:solidFill>
                <a:latin typeface="Avenir Next"/>
                <a:ea typeface="Avenir Next"/>
                <a:cs typeface="Avenir Next"/>
              </a:defRPr>
            </a:lvl3pPr>
            <a:lvl4pPr algn="l">
              <a:defRPr sz="2700" b="1">
                <a:solidFill>
                  <a:srgbClr val="FFFFFF"/>
                </a:solidFill>
                <a:latin typeface="Avenir Next"/>
                <a:ea typeface="Avenir Next"/>
                <a:cs typeface="Avenir Next"/>
              </a:defRPr>
            </a:lvl4pPr>
            <a:lvl5pPr algn="l">
              <a:defRPr sz="2700" b="1">
                <a:solidFill>
                  <a:srgbClr val="FFFFFF"/>
                </a:solidFill>
                <a:latin typeface="Avenir Next"/>
                <a:ea typeface="Avenir Next"/>
                <a:cs typeface="Avenir Next"/>
              </a:defRPr>
            </a:lvl5pPr>
            <a:lvl6pPr algn="l">
              <a:defRPr sz="2700" b="1">
                <a:solidFill>
                  <a:srgbClr val="FFFFFF"/>
                </a:solidFill>
                <a:latin typeface="Avenir Next"/>
                <a:ea typeface="Avenir Next"/>
                <a:cs typeface="Avenir Next"/>
              </a:defRPr>
            </a:lvl6pPr>
            <a:lvl7pPr algn="l">
              <a:defRPr sz="2700" b="1">
                <a:solidFill>
                  <a:srgbClr val="FFFFFF"/>
                </a:solidFill>
                <a:latin typeface="Avenir Next"/>
                <a:ea typeface="Avenir Next"/>
                <a:cs typeface="Avenir Next"/>
              </a:defRPr>
            </a:lvl7pPr>
            <a:lvl8pPr algn="l">
              <a:defRPr sz="2700" b="1">
                <a:solidFill>
                  <a:srgbClr val="FFFFFF"/>
                </a:solidFill>
                <a:latin typeface="Avenir Next"/>
                <a:ea typeface="Avenir Next"/>
                <a:cs typeface="Avenir Next"/>
              </a:defRPr>
            </a:lvl8pPr>
            <a:lvl9pPr algn="l">
              <a:defRPr sz="2700" b="1">
                <a:solidFill>
                  <a:srgbClr val="FFFFFF"/>
                </a:solidFill>
                <a:latin typeface="Avenir Next"/>
                <a:ea typeface="Avenir Next"/>
                <a:cs typeface="Avenir Next"/>
              </a:defRPr>
            </a:lvl9pPr>
          </a:lstStyle>
          <a:p xmlns:a="http://schemas.openxmlformats.org/drawingml/2006/main">
            <a:pPr algn="l">
              <a:defRPr sz="2700" b="1">
                <a:solidFill>
                  <a:srgbClr val="FFFFFF"/>
                </a:solidFill>
                <a:latin typeface="Avenir Next"/>
                <a:ea typeface="Avenir Next"/>
                <a:cs typeface="Avenir Next"/>
              </a:defRPr>
            </a:pPr>
            <a:r>
              <a:rPr sz="2700" b="1">
                <a:solidFill>
                  <a:srgbClr val="FFFFFF"/>
                </a:solidFill>
                <a:latin typeface="Avenir Next"/>
                <a:ea typeface="Avenir Next"/>
                <a:cs typeface="Avenir Next"/>
              </a:rPr>
              <a:t>S/ 25.00</a:t>
            </a:r>
          </a:p>
        </p:txBody>
      </p:sp>
      <p:sp>
        <p:nvSpPr>
          <p:cNvPr id="14" name="">
            <a:extLst xmlns:a="http://schemas.openxmlformats.org/drawingml/2006/main">
              <a:ext uri="{FF2B5EF4-FFF2-40B4-BE49-F238E27FC236}">
                <a16:creationId xmlns:a16="http://schemas.microsoft.com/office/drawing/2014/main" id="{A4F8038F-04C7-4BC1-9D04-A7DDD6244DE8}"/>
              </a:ext>
            </a:extLst>
          </p:cNvPr>
          <p:cNvSpPr>
            <a:spLocks xmlns:a="http://schemas.openxmlformats.org/drawingml/2006/main" noGrp="1"/>
          </p:cNvSpPr>
          <p:nvPr/>
        </p:nvSpPr>
        <p:spPr>
          <a:xfrm xmlns:a="http://schemas.openxmlformats.org/drawingml/2006/main">
            <a:off x="8629650" y="438150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FFFFF"/>
                </a:solidFill>
                <a:latin typeface="Avenir Next"/>
                <a:ea typeface="Avenir Next"/>
                <a:cs typeface="Avenir Next"/>
              </a:defRPr>
            </a:defPPr>
            <a:lvl1pPr algn="l">
              <a:defRPr sz="1575" b="0">
                <a:solidFill>
                  <a:srgbClr val="FFFFFF"/>
                </a:solidFill>
                <a:latin typeface="Avenir Next"/>
                <a:ea typeface="Avenir Next"/>
                <a:cs typeface="Avenir Next"/>
              </a:defRPr>
            </a:lvl1pPr>
            <a:lvl2pPr algn="l">
              <a:defRPr sz="1575" b="0">
                <a:solidFill>
                  <a:srgbClr val="FFFFFF"/>
                </a:solidFill>
                <a:latin typeface="Avenir Next"/>
                <a:ea typeface="Avenir Next"/>
                <a:cs typeface="Avenir Next"/>
              </a:defRPr>
            </a:lvl2pPr>
            <a:lvl3pPr algn="l">
              <a:defRPr sz="1575" b="0">
                <a:solidFill>
                  <a:srgbClr val="FFFFFF"/>
                </a:solidFill>
                <a:latin typeface="Avenir Next"/>
                <a:ea typeface="Avenir Next"/>
                <a:cs typeface="Avenir Next"/>
              </a:defRPr>
            </a:lvl3pPr>
            <a:lvl4pPr algn="l">
              <a:defRPr sz="1575" b="0">
                <a:solidFill>
                  <a:srgbClr val="FFFFFF"/>
                </a:solidFill>
                <a:latin typeface="Avenir Next"/>
                <a:ea typeface="Avenir Next"/>
                <a:cs typeface="Avenir Next"/>
              </a:defRPr>
            </a:lvl4pPr>
            <a:lvl5pPr algn="l">
              <a:defRPr sz="1575" b="0">
                <a:solidFill>
                  <a:srgbClr val="FFFFFF"/>
                </a:solidFill>
                <a:latin typeface="Avenir Next"/>
                <a:ea typeface="Avenir Next"/>
                <a:cs typeface="Avenir Next"/>
              </a:defRPr>
            </a:lvl5pPr>
            <a:lvl6pPr algn="l">
              <a:defRPr sz="1575" b="0">
                <a:solidFill>
                  <a:srgbClr val="FFFFFF"/>
                </a:solidFill>
                <a:latin typeface="Avenir Next"/>
                <a:ea typeface="Avenir Next"/>
                <a:cs typeface="Avenir Next"/>
              </a:defRPr>
            </a:lvl6pPr>
            <a:lvl7pPr algn="l">
              <a:defRPr sz="1575" b="0">
                <a:solidFill>
                  <a:srgbClr val="FFFFFF"/>
                </a:solidFill>
                <a:latin typeface="Avenir Next"/>
                <a:ea typeface="Avenir Next"/>
                <a:cs typeface="Avenir Next"/>
              </a:defRPr>
            </a:lvl7pPr>
            <a:lvl8pPr algn="l">
              <a:defRPr sz="1575" b="0">
                <a:solidFill>
                  <a:srgbClr val="FFFFFF"/>
                </a:solidFill>
                <a:latin typeface="Avenir Next"/>
                <a:ea typeface="Avenir Next"/>
                <a:cs typeface="Avenir Next"/>
              </a:defRPr>
            </a:lvl8pPr>
            <a:lvl9pPr algn="l">
              <a:defRPr sz="1575" b="0">
                <a:solidFill>
                  <a:srgbClr val="FFFFFF"/>
                </a:solidFill>
                <a:latin typeface="Avenir Next"/>
                <a:ea typeface="Avenir Next"/>
                <a:cs typeface="Avenir Next"/>
              </a:defRPr>
            </a:lvl9pPr>
          </a:lstStyle>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transferidos a Diego</a:t>
            </a:r>
          </a:p>
        </p:txBody>
      </p:sp>
      <p:sp>
        <p:nvSpPr>
          <p:cNvPr id="15" name="">
            <a:extLst xmlns:a="http://schemas.openxmlformats.org/drawingml/2006/main">
              <a:ext uri="{FF2B5EF4-FFF2-40B4-BE49-F238E27FC236}">
                <a16:creationId xmlns:a16="http://schemas.microsoft.com/office/drawing/2014/main" id="{5F34D7E9-4CC9-4FCB-9DCD-48E8558D8FA3}"/>
              </a:ext>
            </a:extLst>
          </p:cNvPr>
          <p:cNvSpPr>
            <a:spLocks xmlns:a="http://schemas.openxmlformats.org/drawingml/2006/main" noGrp="1"/>
          </p:cNvSpPr>
          <p:nvPr/>
        </p:nvSpPr>
        <p:spPr>
          <a:xfrm xmlns:a="http://schemas.openxmlformats.org/drawingml/2006/main">
            <a:off x="561975" y="5238750"/>
            <a:ext cx="11058525" cy="695325"/>
          </a:xfrm>
          <a:prstGeom xmlns:a="http://schemas.openxmlformats.org/drawingml/2006/main" prst="roundRect">
            <a:avLst>
              <a:gd name="adj" fmla="val 10959"/>
            </a:avLst>
          </a:prstGeom>
          <a:solidFill xmlns:a="http://schemas.openxmlformats.org/drawingml/2006/main">
            <a:srgbClr val="DFF3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BF8BFC3-B1F7-4423-9DE5-49EC26988967}"/>
              </a:ext>
            </a:extLst>
          </p:cNvPr>
          <p:cNvSpPr>
            <a:spLocks xmlns:a="http://schemas.openxmlformats.org/drawingml/2006/main" noGrp="1"/>
          </p:cNvSpPr>
          <p:nvPr/>
        </p:nvSpPr>
        <p:spPr>
          <a:xfrm xmlns:a="http://schemas.openxmlformats.org/drawingml/2006/main">
            <a:off x="800100" y="5353050"/>
            <a:ext cx="49720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Bruno  S/ 775.00</a:t>
            </a:r>
          </a:p>
        </p:txBody>
      </p:sp>
      <p:sp>
        <p:nvSpPr>
          <p:cNvPr id="17" name="">
            <a:extLst xmlns:a="http://schemas.openxmlformats.org/drawingml/2006/main">
              <a:ext uri="{FF2B5EF4-FFF2-40B4-BE49-F238E27FC236}">
                <a16:creationId xmlns:a16="http://schemas.microsoft.com/office/drawing/2014/main" id="{E61E83AC-D5CF-4D3A-AC6D-777BF89FE9AA}"/>
              </a:ext>
            </a:extLst>
          </p:cNvPr>
          <p:cNvSpPr>
            <a:spLocks xmlns:a="http://schemas.openxmlformats.org/drawingml/2006/main" noGrp="1"/>
          </p:cNvSpPr>
          <p:nvPr/>
        </p:nvSpPr>
        <p:spPr>
          <a:xfrm xmlns:a="http://schemas.openxmlformats.org/drawingml/2006/main">
            <a:off x="6019800" y="53530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Diego  S/ 2,525.00</a:t>
            </a:r>
          </a:p>
        </p:txBody>
      </p:sp>
    </p:spTree>
    <p:extLst>
      <p:ext uri="{BB962C8B-B14F-4D97-AF65-F5344CB8AC3E}">
        <p14:creationId xmlns:p14="http://schemas.microsoft.com/office/powerpoint/2010/main" val="151551091"/>
      </p:ext>
    </p:extLst>
  </p:cSld>
</p:sld>
</file>

<file path=ppt/slides/slide8.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449AEA-370B-4FB8-9A04-A54D46AD216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B172E7-EAB4-4FE4-A9F4-11FA30A0DD6F}"/>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E5E50FAC-BFF2-4ADD-BB82-6928EBE41020}"/>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Demo en vivo + evidencia</a:t>
            </a:r>
          </a:p>
        </p:txBody>
      </p:sp>
      <p:sp>
        <p:nvSpPr>
          <p:cNvPr id="4" name="">
            <a:extLst xmlns:a="http://schemas.openxmlformats.org/drawingml/2006/main">
              <a:ext uri="{FF2B5EF4-FFF2-40B4-BE49-F238E27FC236}">
                <a16:creationId xmlns:a16="http://schemas.microsoft.com/office/drawing/2014/main" id="{CF0CDBB8-F932-4CAC-B69C-64C23284B15A}"/>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Ejecutar el caso y abrir el reporte generado por Robot.</a:t>
            </a:r>
          </a:p>
        </p:txBody>
      </p:sp>
      <p:sp>
        <p:nvSpPr>
          <p:cNvPr id="5" name="">
            <a:extLst xmlns:a="http://schemas.openxmlformats.org/drawingml/2006/main">
              <a:ext uri="{FF2B5EF4-FFF2-40B4-BE49-F238E27FC236}">
                <a16:creationId xmlns:a16="http://schemas.microsoft.com/office/drawing/2014/main" id="{7E23E2C2-B11B-49BE-AE21-D3193FB78F1A}"/>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302A6E-295C-4BD0-BC88-EBDA29CBEA5F}"/>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082E4491-6B93-41D7-86C7-314FF609D3FB}"/>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B8B6CF64-4183-413F-A911-C6FE6D40EA79}"/>
              </a:ext>
            </a:extLst>
          </p:cNvPr>
          <p:cNvSpPr>
            <a:spLocks xmlns:a="http://schemas.openxmlformats.org/drawingml/2006/main" noGrp="1"/>
          </p:cNvSpPr>
          <p:nvPr/>
        </p:nvSpPr>
        <p:spPr>
          <a:xfrm xmlns:a="http://schemas.openxmlformats.org/drawingml/2006/main">
            <a:off x="523875" y="1724025"/>
            <a:ext cx="7219950" cy="4124325"/>
          </a:xfrm>
          <a:prstGeom xmlns:a="http://schemas.openxmlformats.org/drawingml/2006/main" prst="roundRect">
            <a:avLst>
              <a:gd name="adj" fmla="val 1848"/>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2FB8F2D0-B29A-4BC3-80B5-14205B0DAA0F}"/>
              </a:ext>
            </a:extLst>
          </p:cNvPr>
          <p:cNvPicPr>
            <a:picLocks xmlns:a="http://schemas.openxmlformats.org/drawingml/2006/main" noChangeAspect="1"/>
          </p:cNvPicPr>
          <p:nvPr/>
        </p:nvPicPr>
        <p:blipFill>
          <a:blip xmlns:r="http://schemas.openxmlformats.org/officeDocument/2006/relationships" xmlns:a="http://schemas.openxmlformats.org/drawingml/2006/main" r:embed="R90b9793debc346e8"/>
          <a:srcRect xmlns:a="http://schemas.openxmlformats.org/drawingml/2006/main" l="0" t="417" r="0" b="417"/>
          <a:stretch xmlns:a="http://schemas.openxmlformats.org/drawingml/2006/main">
            <a:fillRect l="0" t="0" r="0" b="0"/>
          </a:stretch>
        </p:blipFill>
        <p:spPr>
          <a:xfrm xmlns:a="http://schemas.openxmlformats.org/drawingml/2006/main">
            <a:off x="561975" y="1762125"/>
            <a:ext cx="7143750" cy="4048125"/>
          </a:xfrm>
          <a:prstGeom xmlns:a="http://schemas.openxmlformats.org/drawingml/2006/main" prst="roundRect">
            <a:avLst>
              <a:gd name="adj" fmla="val 1882"/>
            </a:avLst>
          </a:prstGeom>
        </p:spPr>
      </p:pic>
      <p:sp>
        <p:nvSpPr>
          <p:cNvPr id="10" name="">
            <a:extLst xmlns:a="http://schemas.openxmlformats.org/drawingml/2006/main">
              <a:ext uri="{FF2B5EF4-FFF2-40B4-BE49-F238E27FC236}">
                <a16:creationId xmlns:a16="http://schemas.microsoft.com/office/drawing/2014/main" id="{0E6B7241-1558-4D0F-8AEB-C99CAFAAB5E9}"/>
              </a:ext>
            </a:extLst>
          </p:cNvPr>
          <p:cNvSpPr>
            <a:spLocks xmlns:a="http://schemas.openxmlformats.org/drawingml/2006/main" noGrp="1"/>
          </p:cNvSpPr>
          <p:nvPr/>
        </p:nvSpPr>
        <p:spPr>
          <a:xfrm xmlns:a="http://schemas.openxmlformats.org/drawingml/2006/main">
            <a:off x="7981950" y="1762125"/>
            <a:ext cx="3638550" cy="4048125"/>
          </a:xfrm>
          <a:prstGeom xmlns:a="http://schemas.openxmlformats.org/drawingml/2006/main" prst="roundRect">
            <a:avLst>
              <a:gd name="adj" fmla="val 2094"/>
            </a:avLst>
          </a:prstGeom>
          <a:solidFill xmlns:a="http://schemas.openxmlformats.org/drawingml/2006/main">
            <a:srgbClr val="122D3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EA911F2-6D9C-4300-8AFA-68B6A440B564}"/>
              </a:ext>
            </a:extLst>
          </p:cNvPr>
          <p:cNvSpPr>
            <a:spLocks xmlns:a="http://schemas.openxmlformats.org/drawingml/2006/main" noGrp="1"/>
          </p:cNvSpPr>
          <p:nvPr/>
        </p:nvSpPr>
        <p:spPr>
          <a:xfrm xmlns:a="http://schemas.openxmlformats.org/drawingml/2006/main">
            <a:off x="8258175" y="1933575"/>
            <a:ext cx="30861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5100" b="1">
                <a:solidFill>
                  <a:srgbClr val="FFFFFF"/>
                </a:solidFill>
                <a:latin typeface="Avenir Next"/>
                <a:ea typeface="Avenir Next"/>
                <a:cs typeface="Avenir Next"/>
              </a:defRPr>
            </a:defPPr>
            <a:lvl1pPr algn="l">
              <a:defRPr sz="5100" b="1">
                <a:solidFill>
                  <a:srgbClr val="FFFFFF"/>
                </a:solidFill>
                <a:latin typeface="Avenir Next"/>
                <a:ea typeface="Avenir Next"/>
                <a:cs typeface="Avenir Next"/>
              </a:defRPr>
            </a:lvl1pPr>
            <a:lvl2pPr algn="l">
              <a:defRPr sz="5100" b="1">
                <a:solidFill>
                  <a:srgbClr val="FFFFFF"/>
                </a:solidFill>
                <a:latin typeface="Avenir Next"/>
                <a:ea typeface="Avenir Next"/>
                <a:cs typeface="Avenir Next"/>
              </a:defRPr>
            </a:lvl2pPr>
            <a:lvl3pPr algn="l">
              <a:defRPr sz="5100" b="1">
                <a:solidFill>
                  <a:srgbClr val="FFFFFF"/>
                </a:solidFill>
                <a:latin typeface="Avenir Next"/>
                <a:ea typeface="Avenir Next"/>
                <a:cs typeface="Avenir Next"/>
              </a:defRPr>
            </a:lvl3pPr>
            <a:lvl4pPr algn="l">
              <a:defRPr sz="5100" b="1">
                <a:solidFill>
                  <a:srgbClr val="FFFFFF"/>
                </a:solidFill>
                <a:latin typeface="Avenir Next"/>
                <a:ea typeface="Avenir Next"/>
                <a:cs typeface="Avenir Next"/>
              </a:defRPr>
            </a:lvl4pPr>
            <a:lvl5pPr algn="l">
              <a:defRPr sz="5100" b="1">
                <a:solidFill>
                  <a:srgbClr val="FFFFFF"/>
                </a:solidFill>
                <a:latin typeface="Avenir Next"/>
                <a:ea typeface="Avenir Next"/>
                <a:cs typeface="Avenir Next"/>
              </a:defRPr>
            </a:lvl5pPr>
            <a:lvl6pPr algn="l">
              <a:defRPr sz="5100" b="1">
                <a:solidFill>
                  <a:srgbClr val="FFFFFF"/>
                </a:solidFill>
                <a:latin typeface="Avenir Next"/>
                <a:ea typeface="Avenir Next"/>
                <a:cs typeface="Avenir Next"/>
              </a:defRPr>
            </a:lvl6pPr>
            <a:lvl7pPr algn="l">
              <a:defRPr sz="5100" b="1">
                <a:solidFill>
                  <a:srgbClr val="FFFFFF"/>
                </a:solidFill>
                <a:latin typeface="Avenir Next"/>
                <a:ea typeface="Avenir Next"/>
                <a:cs typeface="Avenir Next"/>
              </a:defRPr>
            </a:lvl7pPr>
            <a:lvl8pPr algn="l">
              <a:defRPr sz="5100" b="1">
                <a:solidFill>
                  <a:srgbClr val="FFFFFF"/>
                </a:solidFill>
                <a:latin typeface="Avenir Next"/>
                <a:ea typeface="Avenir Next"/>
                <a:cs typeface="Avenir Next"/>
              </a:defRPr>
            </a:lvl8pPr>
            <a:lvl9pPr algn="l">
              <a:defRPr sz="5100" b="1">
                <a:solidFill>
                  <a:srgbClr val="FFFFFF"/>
                </a:solidFill>
                <a:latin typeface="Avenir Next"/>
                <a:ea typeface="Avenir Next"/>
                <a:cs typeface="Avenir Next"/>
              </a:defRPr>
            </a:lvl9pPr>
          </a:lstStyle>
          <a:p xmlns:a="http://schemas.openxmlformats.org/drawingml/2006/main">
            <a:pPr algn="l">
              <a:defRPr sz="5100" b="1">
                <a:solidFill>
                  <a:srgbClr val="FFFFFF"/>
                </a:solidFill>
                <a:latin typeface="Avenir Next"/>
                <a:ea typeface="Avenir Next"/>
                <a:cs typeface="Avenir Next"/>
              </a:defRPr>
            </a:pPr>
            <a:r>
              <a:rPr sz="5100" b="1">
                <a:solidFill>
                  <a:srgbClr val="FFFFFF"/>
                </a:solidFill>
                <a:latin typeface="Avenir Next"/>
                <a:ea typeface="Avenir Next"/>
                <a:cs typeface="Avenir Next"/>
              </a:rPr>
              <a:t>1/1</a:t>
            </a:r>
          </a:p>
        </p:txBody>
      </p:sp>
      <p:sp>
        <p:nvSpPr>
          <p:cNvPr id="12" name="">
            <a:extLst xmlns:a="http://schemas.openxmlformats.org/drawingml/2006/main">
              <a:ext uri="{FF2B5EF4-FFF2-40B4-BE49-F238E27FC236}">
                <a16:creationId xmlns:a16="http://schemas.microsoft.com/office/drawing/2014/main" id="{EC919BA5-0AA7-45B3-85B3-4D1EBE5BD4EB}"/>
              </a:ext>
            </a:extLst>
          </p:cNvPr>
          <p:cNvSpPr>
            <a:spLocks xmlns:a="http://schemas.openxmlformats.org/drawingml/2006/main" noGrp="1"/>
          </p:cNvSpPr>
          <p:nvPr/>
        </p:nvSpPr>
        <p:spPr>
          <a:xfrm xmlns:a="http://schemas.openxmlformats.org/drawingml/2006/main">
            <a:off x="8258175" y="2809875"/>
            <a:ext cx="30861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5B96C"/>
                </a:solidFill>
                <a:latin typeface="Avenir Next"/>
                <a:ea typeface="Avenir Next"/>
                <a:cs typeface="Avenir Next"/>
              </a:defRPr>
            </a:defPPr>
            <a:lvl1pPr algn="l">
              <a:defRPr sz="1650" b="1">
                <a:solidFill>
                  <a:srgbClr val="F5B96C"/>
                </a:solidFill>
                <a:latin typeface="Avenir Next"/>
                <a:ea typeface="Avenir Next"/>
                <a:cs typeface="Avenir Next"/>
              </a:defRPr>
            </a:lvl1pPr>
            <a:lvl2pPr algn="l">
              <a:defRPr sz="1650" b="1">
                <a:solidFill>
                  <a:srgbClr val="F5B96C"/>
                </a:solidFill>
                <a:latin typeface="Avenir Next"/>
                <a:ea typeface="Avenir Next"/>
                <a:cs typeface="Avenir Next"/>
              </a:defRPr>
            </a:lvl2pPr>
            <a:lvl3pPr algn="l">
              <a:defRPr sz="1650" b="1">
                <a:solidFill>
                  <a:srgbClr val="F5B96C"/>
                </a:solidFill>
                <a:latin typeface="Avenir Next"/>
                <a:ea typeface="Avenir Next"/>
                <a:cs typeface="Avenir Next"/>
              </a:defRPr>
            </a:lvl3pPr>
            <a:lvl4pPr algn="l">
              <a:defRPr sz="1650" b="1">
                <a:solidFill>
                  <a:srgbClr val="F5B96C"/>
                </a:solidFill>
                <a:latin typeface="Avenir Next"/>
                <a:ea typeface="Avenir Next"/>
                <a:cs typeface="Avenir Next"/>
              </a:defRPr>
            </a:lvl4pPr>
            <a:lvl5pPr algn="l">
              <a:defRPr sz="1650" b="1">
                <a:solidFill>
                  <a:srgbClr val="F5B96C"/>
                </a:solidFill>
                <a:latin typeface="Avenir Next"/>
                <a:ea typeface="Avenir Next"/>
                <a:cs typeface="Avenir Next"/>
              </a:defRPr>
            </a:lvl5pPr>
            <a:lvl6pPr algn="l">
              <a:defRPr sz="1650" b="1">
                <a:solidFill>
                  <a:srgbClr val="F5B96C"/>
                </a:solidFill>
                <a:latin typeface="Avenir Next"/>
                <a:ea typeface="Avenir Next"/>
                <a:cs typeface="Avenir Next"/>
              </a:defRPr>
            </a:lvl6pPr>
            <a:lvl7pPr algn="l">
              <a:defRPr sz="1650" b="1">
                <a:solidFill>
                  <a:srgbClr val="F5B96C"/>
                </a:solidFill>
                <a:latin typeface="Avenir Next"/>
                <a:ea typeface="Avenir Next"/>
                <a:cs typeface="Avenir Next"/>
              </a:defRPr>
            </a:lvl7pPr>
            <a:lvl8pPr algn="l">
              <a:defRPr sz="1650" b="1">
                <a:solidFill>
                  <a:srgbClr val="F5B96C"/>
                </a:solidFill>
                <a:latin typeface="Avenir Next"/>
                <a:ea typeface="Avenir Next"/>
                <a:cs typeface="Avenir Next"/>
              </a:defRPr>
            </a:lvl8pPr>
            <a:lvl9pPr algn="l">
              <a:defRPr sz="1650" b="1">
                <a:solidFill>
                  <a:srgbClr val="F5B96C"/>
                </a:solidFill>
                <a:latin typeface="Avenir Next"/>
                <a:ea typeface="Avenir Next"/>
                <a:cs typeface="Avenir Next"/>
              </a:defRPr>
            </a:lvl9pPr>
          </a:lstStyle>
          <a:p xmlns:a="http://schemas.openxmlformats.org/drawingml/2006/main">
            <a:pPr algn="l">
              <a:defRPr sz="1650" b="1">
                <a:solidFill>
                  <a:srgbClr val="F5B96C"/>
                </a:solidFill>
                <a:latin typeface="Avenir Next"/>
                <a:ea typeface="Avenir Next"/>
                <a:cs typeface="Avenir Next"/>
              </a:defRPr>
            </a:pPr>
            <a:r>
              <a:rPr sz="1650" b="1">
                <a:solidFill>
                  <a:srgbClr val="F5B96C"/>
                </a:solidFill>
                <a:latin typeface="Avenir Next"/>
                <a:ea typeface="Avenir Next"/>
                <a:cs typeface="Avenir Next"/>
              </a:rPr>
              <a:t>PRUEBA APROBADA</a:t>
            </a:r>
          </a:p>
        </p:txBody>
      </p:sp>
      <p:sp>
        <p:nvSpPr>
          <p:cNvPr id="13" name="">
            <a:extLst xmlns:a="http://schemas.openxmlformats.org/drawingml/2006/main">
              <a:ext uri="{FF2B5EF4-FFF2-40B4-BE49-F238E27FC236}">
                <a16:creationId xmlns:a16="http://schemas.microsoft.com/office/drawing/2014/main" id="{084410EE-2E34-4CF6-A9B1-AACD1B3A6789}"/>
              </a:ext>
            </a:extLst>
          </p:cNvPr>
          <p:cNvSpPr>
            <a:spLocks xmlns:a="http://schemas.openxmlformats.org/drawingml/2006/main" noGrp="1"/>
          </p:cNvSpPr>
          <p:nvPr/>
        </p:nvSpPr>
        <p:spPr>
          <a:xfrm xmlns:a="http://schemas.openxmlformats.org/drawingml/2006/main">
            <a:off x="8258175" y="3448050"/>
            <a:ext cx="30861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FFFFFF"/>
                </a:solidFill>
                <a:latin typeface="Avenir Next"/>
                <a:ea typeface="Avenir Next"/>
                <a:cs typeface="Avenir Next"/>
              </a:defRPr>
            </a:defPPr>
            <a:lvl1pPr algn="l">
              <a:defRPr sz="1800" b="0">
                <a:solidFill>
                  <a:srgbClr val="FFFFFF"/>
                </a:solidFill>
                <a:latin typeface="Avenir Next"/>
                <a:ea typeface="Avenir Next"/>
                <a:cs typeface="Avenir Next"/>
              </a:defRPr>
            </a:lvl1pPr>
            <a:lvl2pPr algn="l">
              <a:defRPr sz="1800" b="0">
                <a:solidFill>
                  <a:srgbClr val="FFFFFF"/>
                </a:solidFill>
                <a:latin typeface="Avenir Next"/>
                <a:ea typeface="Avenir Next"/>
                <a:cs typeface="Avenir Next"/>
              </a:defRPr>
            </a:lvl2pPr>
            <a:lvl3pPr algn="l">
              <a:defRPr sz="1800" b="0">
                <a:solidFill>
                  <a:srgbClr val="FFFFFF"/>
                </a:solidFill>
                <a:latin typeface="Avenir Next"/>
                <a:ea typeface="Avenir Next"/>
                <a:cs typeface="Avenir Next"/>
              </a:defRPr>
            </a:lvl3pPr>
            <a:lvl4pPr algn="l">
              <a:defRPr sz="1800" b="0">
                <a:solidFill>
                  <a:srgbClr val="FFFFFF"/>
                </a:solidFill>
                <a:latin typeface="Avenir Next"/>
                <a:ea typeface="Avenir Next"/>
                <a:cs typeface="Avenir Next"/>
              </a:defRPr>
            </a:lvl4pPr>
            <a:lvl5pPr algn="l">
              <a:defRPr sz="1800" b="0">
                <a:solidFill>
                  <a:srgbClr val="FFFFFF"/>
                </a:solidFill>
                <a:latin typeface="Avenir Next"/>
                <a:ea typeface="Avenir Next"/>
                <a:cs typeface="Avenir Next"/>
              </a:defRPr>
            </a:lvl5pPr>
            <a:lvl6pPr algn="l">
              <a:defRPr sz="1800" b="0">
                <a:solidFill>
                  <a:srgbClr val="FFFFFF"/>
                </a:solidFill>
                <a:latin typeface="Avenir Next"/>
                <a:ea typeface="Avenir Next"/>
                <a:cs typeface="Avenir Next"/>
              </a:defRPr>
            </a:lvl6pPr>
            <a:lvl7pPr algn="l">
              <a:defRPr sz="1800" b="0">
                <a:solidFill>
                  <a:srgbClr val="FFFFFF"/>
                </a:solidFill>
                <a:latin typeface="Avenir Next"/>
                <a:ea typeface="Avenir Next"/>
                <a:cs typeface="Avenir Next"/>
              </a:defRPr>
            </a:lvl7pPr>
            <a:lvl8pPr algn="l">
              <a:defRPr sz="1800" b="0">
                <a:solidFill>
                  <a:srgbClr val="FFFFFF"/>
                </a:solidFill>
                <a:latin typeface="Avenir Next"/>
                <a:ea typeface="Avenir Next"/>
                <a:cs typeface="Avenir Next"/>
              </a:defRPr>
            </a:lvl8pPr>
            <a:lvl9pPr algn="l">
              <a:defRPr sz="1800" b="0">
                <a:solidFill>
                  <a:srgbClr val="FFFFFF"/>
                </a:solidFill>
                <a:latin typeface="Avenir Next"/>
                <a:ea typeface="Avenir Next"/>
                <a:cs typeface="Avenir Next"/>
              </a:defRPr>
            </a:lvl9pPr>
          </a:lstStyle>
          <a:p xmlns:a="http://schemas.openxmlformats.org/drawingml/2006/main">
            <a:pPr algn="l">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EN VIVO</a:t>
            </a:r>
          </a:p>
          <a:p xmlns:a="http://schemas.openxmlformats.org/drawingml/2006/main">
            <a:pPr algn="l">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Ejecutar Robot</a:t>
            </a:r>
          </a:p>
          <a:p xmlns:a="http://schemas.openxmlformats.org/drawingml/2006/main">
            <a:pPr algn="l">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Abrir report.html</a:t>
            </a:r>
          </a:p>
          <a:p xmlns:a="http://schemas.openxmlformats.org/drawingml/2006/main">
            <a:pPr algn="l">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Expandir log.html</a:t>
            </a:r>
          </a:p>
        </p:txBody>
      </p:sp>
      <p:sp>
        <p:nvSpPr>
          <p:cNvPr id="14" name="">
            <a:extLst xmlns:a="http://schemas.openxmlformats.org/drawingml/2006/main">
              <a:ext uri="{FF2B5EF4-FFF2-40B4-BE49-F238E27FC236}">
                <a16:creationId xmlns:a16="http://schemas.microsoft.com/office/drawing/2014/main" id="{D6DEDB5E-75F1-486A-BF96-F2308EC96C88}"/>
              </a:ext>
            </a:extLst>
          </p:cNvPr>
          <p:cNvSpPr>
            <a:spLocks xmlns:a="http://schemas.openxmlformats.org/drawingml/2006/main" noGrp="1"/>
          </p:cNvSpPr>
          <p:nvPr/>
        </p:nvSpPr>
        <p:spPr>
          <a:xfrm xmlns:a="http://schemas.openxmlformats.org/drawingml/2006/main">
            <a:off x="8096250" y="5295900"/>
            <a:ext cx="34575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5B96C"/>
                </a:solidFill>
                <a:latin typeface="Avenir Next"/>
                <a:ea typeface="Avenir Next"/>
                <a:cs typeface="Avenir Next"/>
              </a:defRPr>
            </a:defPPr>
            <a:lvl1pPr algn="l">
              <a:defRPr sz="1350" b="1">
                <a:solidFill>
                  <a:srgbClr val="F5B96C"/>
                </a:solidFill>
                <a:latin typeface="Avenir Next"/>
                <a:ea typeface="Avenir Next"/>
                <a:cs typeface="Avenir Next"/>
              </a:defRPr>
            </a:lvl1pPr>
            <a:lvl2pPr algn="l">
              <a:defRPr sz="1350" b="1">
                <a:solidFill>
                  <a:srgbClr val="F5B96C"/>
                </a:solidFill>
                <a:latin typeface="Avenir Next"/>
                <a:ea typeface="Avenir Next"/>
                <a:cs typeface="Avenir Next"/>
              </a:defRPr>
            </a:lvl2pPr>
            <a:lvl3pPr algn="l">
              <a:defRPr sz="1350" b="1">
                <a:solidFill>
                  <a:srgbClr val="F5B96C"/>
                </a:solidFill>
                <a:latin typeface="Avenir Next"/>
                <a:ea typeface="Avenir Next"/>
                <a:cs typeface="Avenir Next"/>
              </a:defRPr>
            </a:lvl3pPr>
            <a:lvl4pPr algn="l">
              <a:defRPr sz="1350" b="1">
                <a:solidFill>
                  <a:srgbClr val="F5B96C"/>
                </a:solidFill>
                <a:latin typeface="Avenir Next"/>
                <a:ea typeface="Avenir Next"/>
                <a:cs typeface="Avenir Next"/>
              </a:defRPr>
            </a:lvl4pPr>
            <a:lvl5pPr algn="l">
              <a:defRPr sz="1350" b="1">
                <a:solidFill>
                  <a:srgbClr val="F5B96C"/>
                </a:solidFill>
                <a:latin typeface="Avenir Next"/>
                <a:ea typeface="Avenir Next"/>
                <a:cs typeface="Avenir Next"/>
              </a:defRPr>
            </a:lvl5pPr>
            <a:lvl6pPr algn="l">
              <a:defRPr sz="1350" b="1">
                <a:solidFill>
                  <a:srgbClr val="F5B96C"/>
                </a:solidFill>
                <a:latin typeface="Avenir Next"/>
                <a:ea typeface="Avenir Next"/>
                <a:cs typeface="Avenir Next"/>
              </a:defRPr>
            </a:lvl6pPr>
            <a:lvl7pPr algn="l">
              <a:defRPr sz="1350" b="1">
                <a:solidFill>
                  <a:srgbClr val="F5B96C"/>
                </a:solidFill>
                <a:latin typeface="Avenir Next"/>
                <a:ea typeface="Avenir Next"/>
                <a:cs typeface="Avenir Next"/>
              </a:defRPr>
            </a:lvl7pPr>
            <a:lvl8pPr algn="l">
              <a:defRPr sz="1350" b="1">
                <a:solidFill>
                  <a:srgbClr val="F5B96C"/>
                </a:solidFill>
                <a:latin typeface="Avenir Next"/>
                <a:ea typeface="Avenir Next"/>
                <a:cs typeface="Avenir Next"/>
              </a:defRPr>
            </a:lvl8pPr>
            <a:lvl9pPr algn="l">
              <a:defRPr sz="1350" b="1">
                <a:solidFill>
                  <a:srgbClr val="F5B96C"/>
                </a:solidFill>
                <a:latin typeface="Avenir Next"/>
                <a:ea typeface="Avenir Next"/>
                <a:cs typeface="Avenir Next"/>
              </a:defRPr>
            </a:lvl9pPr>
          </a:lstStyle>
          <a:p xmlns:a="http://schemas.openxmlformats.org/drawingml/2006/main">
            <a:pPr algn="l">
              <a:defRPr sz="1350" b="1">
                <a:solidFill>
                  <a:srgbClr val="F5B96C"/>
                </a:solidFill>
                <a:latin typeface="Avenir Next"/>
                <a:ea typeface="Avenir Next"/>
                <a:cs typeface="Avenir Next"/>
              </a:defRPr>
            </a:pPr>
            <a:r>
              <a:rPr sz="1350" b="1" u="sng">
                <a:solidFill>
                  <a:srgbClr val="F5B96C"/>
                </a:solidFill>
                <a:latin typeface="Avenir Next"/>
                <a:ea typeface="Avenir Next"/>
                <a:cs typeface="Avenir Next"/>
                <a:hlinkClick xmlns:r="http://schemas.openxmlformats.org/officeDocument/2006/relationships" r:id="R7cd36be46e304e3d"/>
              </a:rPr>
              <a:t>Abrir README de ejecución</a:t>
            </a:r>
          </a:p>
        </p:txBody>
      </p:sp>
    </p:spTree>
    <p:extLst>
      <p:ext uri="{BB962C8B-B14F-4D97-AF65-F5344CB8AC3E}">
        <p14:creationId xmlns:p14="http://schemas.microsoft.com/office/powerpoint/2010/main" val="1629542298"/>
      </p:ext>
    </p:extLst>
  </p:cSld>
</p:sld>
</file>

<file path=ppt/slides/slide9.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120710B-7029-4994-83F2-FF59B2B3D96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3888A0-F100-434D-A618-CF885558781C}"/>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F7F1D703-C935-4E2E-BF73-E02406692919}"/>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IA en vivo: detectar una brecha</a:t>
            </a:r>
          </a:p>
        </p:txBody>
      </p:sp>
      <p:sp>
        <p:nvSpPr>
          <p:cNvPr id="4" name="">
            <a:extLst xmlns:a="http://schemas.openxmlformats.org/drawingml/2006/main">
              <a:ext uri="{FF2B5EF4-FFF2-40B4-BE49-F238E27FC236}">
                <a16:creationId xmlns:a16="http://schemas.microsoft.com/office/drawing/2014/main" id="{7D1B584F-29DA-4A92-96DE-D7E31085C151}"/>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Codex contrasta la ejecución de Robot con los criterios de aceptación.</a:t>
            </a:r>
          </a:p>
        </p:txBody>
      </p:sp>
      <p:sp>
        <p:nvSpPr>
          <p:cNvPr id="5" name="">
            <a:extLst xmlns:a="http://schemas.openxmlformats.org/drawingml/2006/main">
              <a:ext uri="{FF2B5EF4-FFF2-40B4-BE49-F238E27FC236}">
                <a16:creationId xmlns:a16="http://schemas.microsoft.com/office/drawing/2014/main" id="{FA2DC893-697F-4AE6-B542-881954C7FA77}"/>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5A4E74-024C-40CD-A1CA-828A36234EDF}"/>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905A7D7-23BC-433B-8394-BD5D130BEC01}"/>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F383F324-1AAE-4745-857D-B45A3478EBC3}"/>
              </a:ext>
            </a:extLst>
          </p:cNvPr>
          <p:cNvSpPr>
            <a:spLocks xmlns:a="http://schemas.openxmlformats.org/drawingml/2006/main" noGrp="1"/>
          </p:cNvSpPr>
          <p:nvPr/>
        </p:nvSpPr>
        <p:spPr>
          <a:xfrm xmlns:a="http://schemas.openxmlformats.org/drawingml/2006/main">
            <a:off x="561975" y="1714500"/>
            <a:ext cx="11058525" cy="1628775"/>
          </a:xfrm>
          <a:prstGeom xmlns:a="http://schemas.openxmlformats.org/drawingml/2006/main" prst="roundRect">
            <a:avLst>
              <a:gd name="adj" fmla="val 4678"/>
            </a:avLst>
          </a:prstGeom>
          <a:solidFill xmlns:a="http://schemas.openxmlformats.org/drawingml/2006/main">
            <a:srgbClr val="122D3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8BD1A57-9257-4FED-B8C7-5937EB8364FA}"/>
              </a:ext>
            </a:extLst>
          </p:cNvPr>
          <p:cNvSpPr>
            <a:spLocks xmlns:a="http://schemas.openxmlformats.org/drawingml/2006/main" noGrp="1"/>
          </p:cNvSpPr>
          <p:nvPr/>
        </p:nvSpPr>
        <p:spPr>
          <a:xfrm xmlns:a="http://schemas.openxmlformats.org/drawingml/2006/main">
            <a:off x="752475" y="1885950"/>
            <a:ext cx="1981200"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D61C56E-090A-46E4-97C0-C2300F2177BD}"/>
              </a:ext>
            </a:extLst>
          </p:cNvPr>
          <p:cNvSpPr>
            <a:spLocks xmlns:a="http://schemas.openxmlformats.org/drawingml/2006/main" noGrp="1"/>
          </p:cNvSpPr>
          <p:nvPr/>
        </p:nvSpPr>
        <p:spPr>
          <a:xfrm xmlns:a="http://schemas.openxmlformats.org/drawingml/2006/main">
            <a:off x="866775" y="19240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PROMPT EN VIVO</a:t>
            </a:r>
          </a:p>
        </p:txBody>
      </p:sp>
      <p:sp>
        <p:nvSpPr>
          <p:cNvPr id="11" name="">
            <a:extLst xmlns:a="http://schemas.openxmlformats.org/drawingml/2006/main">
              <a:ext uri="{FF2B5EF4-FFF2-40B4-BE49-F238E27FC236}">
                <a16:creationId xmlns:a16="http://schemas.microsoft.com/office/drawing/2014/main" id="{CE610B44-828A-4C69-90AE-7B2842C44798}"/>
              </a:ext>
            </a:extLst>
          </p:cNvPr>
          <p:cNvSpPr>
            <a:spLocks xmlns:a="http://schemas.openxmlformats.org/drawingml/2006/main" noGrp="1"/>
          </p:cNvSpPr>
          <p:nvPr/>
        </p:nvSpPr>
        <p:spPr>
          <a:xfrm xmlns:a="http://schemas.openxmlformats.org/drawingml/2006/main">
            <a:off x="838200" y="2343150"/>
            <a:ext cx="10363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FFFFFF"/>
                </a:solidFill>
                <a:latin typeface="Avenir Next"/>
                <a:ea typeface="Avenir Next"/>
                <a:cs typeface="Avenir Next"/>
              </a:defRPr>
            </a:defPPr>
            <a:lvl1pPr algn="l">
              <a:defRPr sz="2100" b="1">
                <a:solidFill>
                  <a:srgbClr val="FFFFFF"/>
                </a:solidFill>
                <a:latin typeface="Avenir Next"/>
                <a:ea typeface="Avenir Next"/>
                <a:cs typeface="Avenir Next"/>
              </a:defRPr>
            </a:lvl1pPr>
            <a:lvl2pPr algn="l">
              <a:defRPr sz="2100" b="1">
                <a:solidFill>
                  <a:srgbClr val="FFFFFF"/>
                </a:solidFill>
                <a:latin typeface="Avenir Next"/>
                <a:ea typeface="Avenir Next"/>
                <a:cs typeface="Avenir Next"/>
              </a:defRPr>
            </a:lvl2pPr>
            <a:lvl3pPr algn="l">
              <a:defRPr sz="2100" b="1">
                <a:solidFill>
                  <a:srgbClr val="FFFFFF"/>
                </a:solidFill>
                <a:latin typeface="Avenir Next"/>
                <a:ea typeface="Avenir Next"/>
                <a:cs typeface="Avenir Next"/>
              </a:defRPr>
            </a:lvl3pPr>
            <a:lvl4pPr algn="l">
              <a:defRPr sz="2100" b="1">
                <a:solidFill>
                  <a:srgbClr val="FFFFFF"/>
                </a:solidFill>
                <a:latin typeface="Avenir Next"/>
                <a:ea typeface="Avenir Next"/>
                <a:cs typeface="Avenir Next"/>
              </a:defRPr>
            </a:lvl4pPr>
            <a:lvl5pPr algn="l">
              <a:defRPr sz="2100" b="1">
                <a:solidFill>
                  <a:srgbClr val="FFFFFF"/>
                </a:solidFill>
                <a:latin typeface="Avenir Next"/>
                <a:ea typeface="Avenir Next"/>
                <a:cs typeface="Avenir Next"/>
              </a:defRPr>
            </a:lvl5pPr>
            <a:lvl6pPr algn="l">
              <a:defRPr sz="2100" b="1">
                <a:solidFill>
                  <a:srgbClr val="FFFFFF"/>
                </a:solidFill>
                <a:latin typeface="Avenir Next"/>
                <a:ea typeface="Avenir Next"/>
                <a:cs typeface="Avenir Next"/>
              </a:defRPr>
            </a:lvl6pPr>
            <a:lvl7pPr algn="l">
              <a:defRPr sz="2100" b="1">
                <a:solidFill>
                  <a:srgbClr val="FFFFFF"/>
                </a:solidFill>
                <a:latin typeface="Avenir Next"/>
                <a:ea typeface="Avenir Next"/>
                <a:cs typeface="Avenir Next"/>
              </a:defRPr>
            </a:lvl7pPr>
            <a:lvl8pPr algn="l">
              <a:defRPr sz="2100" b="1">
                <a:solidFill>
                  <a:srgbClr val="FFFFFF"/>
                </a:solidFill>
                <a:latin typeface="Avenir Next"/>
                <a:ea typeface="Avenir Next"/>
                <a:cs typeface="Avenir Next"/>
              </a:defRPr>
            </a:lvl8pPr>
            <a:lvl9pPr algn="l">
              <a:defRPr sz="2100" b="1">
                <a:solidFill>
                  <a:srgbClr val="FFFFFF"/>
                </a:solidFill>
                <a:latin typeface="Avenir Next"/>
                <a:ea typeface="Avenir Next"/>
                <a:cs typeface="Avenir Next"/>
              </a:defRPr>
            </a:lvl9pPr>
          </a:lstStyle>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“Compara output.xml + el caso .robot con HU-G4-06 y HU-G4-08.</a:t>
            </a:r>
          </a:p>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¿Qué falta validar? Propón un keyword mínimo.”</a:t>
            </a:r>
          </a:p>
        </p:txBody>
      </p:sp>
      <p:sp>
        <p:nvSpPr>
          <p:cNvPr id="12" name="">
            <a:extLst xmlns:a="http://schemas.openxmlformats.org/drawingml/2006/main">
              <a:ext uri="{FF2B5EF4-FFF2-40B4-BE49-F238E27FC236}">
                <a16:creationId xmlns:a16="http://schemas.microsoft.com/office/drawing/2014/main" id="{88071D09-59CB-44B3-B895-2FC45063ECF7}"/>
              </a:ext>
            </a:extLst>
          </p:cNvPr>
          <p:cNvSpPr>
            <a:spLocks xmlns:a="http://schemas.openxmlformats.org/drawingml/2006/main" noGrp="1"/>
          </p:cNvSpPr>
          <p:nvPr/>
        </p:nvSpPr>
        <p:spPr>
          <a:xfrm xmlns:a="http://schemas.openxmlformats.org/drawingml/2006/main">
            <a:off x="561975" y="3667125"/>
            <a:ext cx="5238750" cy="1657350"/>
          </a:xfrm>
          <a:prstGeom xmlns:a="http://schemas.openxmlformats.org/drawingml/2006/main" prst="roundRect">
            <a:avLst>
              <a:gd name="adj" fmla="val 4598"/>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B3F7E8-3FF0-4CF8-A0D8-A776E18C36EF}"/>
              </a:ext>
            </a:extLst>
          </p:cNvPr>
          <p:cNvSpPr>
            <a:spLocks xmlns:a="http://schemas.openxmlformats.org/drawingml/2006/main" noGrp="1"/>
          </p:cNvSpPr>
          <p:nvPr/>
        </p:nvSpPr>
        <p:spPr>
          <a:xfrm xmlns:a="http://schemas.openxmlformats.org/drawingml/2006/main">
            <a:off x="771525" y="3857625"/>
            <a:ext cx="481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SALIDA ESPERADA</a:t>
            </a:r>
          </a:p>
        </p:txBody>
      </p:sp>
      <p:sp>
        <p:nvSpPr>
          <p:cNvPr id="14" name="">
            <a:extLst xmlns:a="http://schemas.openxmlformats.org/drawingml/2006/main">
              <a:ext uri="{FF2B5EF4-FFF2-40B4-BE49-F238E27FC236}">
                <a16:creationId xmlns:a16="http://schemas.microsoft.com/office/drawing/2014/main" id="{150419C7-1E8F-46B0-8738-524134BBD6D5}"/>
              </a:ext>
            </a:extLst>
          </p:cNvPr>
          <p:cNvSpPr>
            <a:spLocks xmlns:a="http://schemas.openxmlformats.org/drawingml/2006/main" noGrp="1"/>
          </p:cNvSpPr>
          <p:nvPr/>
        </p:nvSpPr>
        <p:spPr>
          <a:xfrm xmlns:a="http://schemas.openxmlformats.org/drawingml/2006/main">
            <a:off x="771525" y="4210050"/>
            <a:ext cx="48196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22D32"/>
                </a:solidFill>
                <a:latin typeface="Avenir Next"/>
                <a:ea typeface="Avenir Next"/>
                <a:cs typeface="Avenir Next"/>
              </a:defRPr>
            </a:defPPr>
            <a:lvl1pPr algn="l">
              <a:defRPr sz="2100" b="1">
                <a:solidFill>
                  <a:srgbClr val="122D32"/>
                </a:solidFill>
                <a:latin typeface="Avenir Next"/>
                <a:ea typeface="Avenir Next"/>
                <a:cs typeface="Avenir Next"/>
              </a:defRPr>
            </a:lvl1pPr>
            <a:lvl2pPr algn="l">
              <a:defRPr sz="2100" b="1">
                <a:solidFill>
                  <a:srgbClr val="122D32"/>
                </a:solidFill>
                <a:latin typeface="Avenir Next"/>
                <a:ea typeface="Avenir Next"/>
                <a:cs typeface="Avenir Next"/>
              </a:defRPr>
            </a:lvl2pPr>
            <a:lvl3pPr algn="l">
              <a:defRPr sz="2100" b="1">
                <a:solidFill>
                  <a:srgbClr val="122D32"/>
                </a:solidFill>
                <a:latin typeface="Avenir Next"/>
                <a:ea typeface="Avenir Next"/>
                <a:cs typeface="Avenir Next"/>
              </a:defRPr>
            </a:lvl3pPr>
            <a:lvl4pPr algn="l">
              <a:defRPr sz="2100" b="1">
                <a:solidFill>
                  <a:srgbClr val="122D32"/>
                </a:solidFill>
                <a:latin typeface="Avenir Next"/>
                <a:ea typeface="Avenir Next"/>
                <a:cs typeface="Avenir Next"/>
              </a:defRPr>
            </a:lvl4pPr>
            <a:lvl5pPr algn="l">
              <a:defRPr sz="2100" b="1">
                <a:solidFill>
                  <a:srgbClr val="122D32"/>
                </a:solidFill>
                <a:latin typeface="Avenir Next"/>
                <a:ea typeface="Avenir Next"/>
                <a:cs typeface="Avenir Next"/>
              </a:defRPr>
            </a:lvl5pPr>
            <a:lvl6pPr algn="l">
              <a:defRPr sz="2100" b="1">
                <a:solidFill>
                  <a:srgbClr val="122D32"/>
                </a:solidFill>
                <a:latin typeface="Avenir Next"/>
                <a:ea typeface="Avenir Next"/>
                <a:cs typeface="Avenir Next"/>
              </a:defRPr>
            </a:lvl6pPr>
            <a:lvl7pPr algn="l">
              <a:defRPr sz="2100" b="1">
                <a:solidFill>
                  <a:srgbClr val="122D32"/>
                </a:solidFill>
                <a:latin typeface="Avenir Next"/>
                <a:ea typeface="Avenir Next"/>
                <a:cs typeface="Avenir Next"/>
              </a:defRPr>
            </a:lvl7pPr>
            <a:lvl8pPr algn="l">
              <a:defRPr sz="2100" b="1">
                <a:solidFill>
                  <a:srgbClr val="122D32"/>
                </a:solidFill>
                <a:latin typeface="Avenir Next"/>
                <a:ea typeface="Avenir Next"/>
                <a:cs typeface="Avenir Next"/>
              </a:defRPr>
            </a:lvl8pPr>
            <a:lvl9pPr algn="l">
              <a:defRPr sz="2100" b="1">
                <a:solidFill>
                  <a:srgbClr val="122D32"/>
                </a:solidFill>
                <a:latin typeface="Avenir Next"/>
                <a:ea typeface="Avenir Next"/>
                <a:cs typeface="Avenir Next"/>
              </a:defRPr>
            </a:lvl9pPr>
          </a:lstStyle>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Brecha: SMS simulado</a:t>
            </a:r>
          </a:p>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a Bruno y a Diego.</a:t>
            </a:r>
          </a:p>
        </p:txBody>
      </p:sp>
      <p:sp>
        <p:nvSpPr>
          <p:cNvPr id="15" name="">
            <a:extLst xmlns:a="http://schemas.openxmlformats.org/drawingml/2006/main">
              <a:ext uri="{FF2B5EF4-FFF2-40B4-BE49-F238E27FC236}">
                <a16:creationId xmlns:a16="http://schemas.microsoft.com/office/drawing/2014/main" id="{B9FA757A-859B-4C3A-9CEE-07EEFF47ABFF}"/>
              </a:ext>
            </a:extLst>
          </p:cNvPr>
          <p:cNvSpPr>
            <a:spLocks xmlns:a="http://schemas.openxmlformats.org/drawingml/2006/main" noGrp="1"/>
          </p:cNvSpPr>
          <p:nvPr/>
        </p:nvSpPr>
        <p:spPr>
          <a:xfrm xmlns:a="http://schemas.openxmlformats.org/drawingml/2006/main">
            <a:off x="6381750" y="3667125"/>
            <a:ext cx="52387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62F405-1A9A-4D4C-AAEB-80C80D558C71}"/>
              </a:ext>
            </a:extLst>
          </p:cNvPr>
          <p:cNvSpPr>
            <a:spLocks xmlns:a="http://schemas.openxmlformats.org/drawingml/2006/main" noGrp="1"/>
          </p:cNvSpPr>
          <p:nvPr/>
        </p:nvSpPr>
        <p:spPr>
          <a:xfrm xmlns:a="http://schemas.openxmlformats.org/drawingml/2006/main">
            <a:off x="6591300" y="3857625"/>
            <a:ext cx="481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PROPUESTA DE IA</a:t>
            </a:r>
          </a:p>
        </p:txBody>
      </p:sp>
      <p:sp>
        <p:nvSpPr>
          <p:cNvPr id="17" name="">
            <a:extLst xmlns:a="http://schemas.openxmlformats.org/drawingml/2006/main">
              <a:ext uri="{FF2B5EF4-FFF2-40B4-BE49-F238E27FC236}">
                <a16:creationId xmlns:a16="http://schemas.microsoft.com/office/drawing/2014/main" id="{A5C05754-2FB4-4B70-B40A-A3DE018A1AA7}"/>
              </a:ext>
            </a:extLst>
          </p:cNvPr>
          <p:cNvSpPr>
            <a:spLocks xmlns:a="http://schemas.openxmlformats.org/drawingml/2006/main" noGrp="1"/>
          </p:cNvSpPr>
          <p:nvPr/>
        </p:nvSpPr>
        <p:spPr>
          <a:xfrm xmlns:a="http://schemas.openxmlformats.org/drawingml/2006/main">
            <a:off x="6591300" y="4210050"/>
            <a:ext cx="48196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22D32"/>
                </a:solidFill>
                <a:latin typeface="Avenir Next"/>
                <a:ea typeface="Avenir Next"/>
                <a:cs typeface="Avenir Next"/>
              </a:defRPr>
            </a:defPPr>
            <a:lvl1pPr algn="l">
              <a:defRPr sz="2100" b="1">
                <a:solidFill>
                  <a:srgbClr val="122D32"/>
                </a:solidFill>
                <a:latin typeface="Avenir Next"/>
                <a:ea typeface="Avenir Next"/>
                <a:cs typeface="Avenir Next"/>
              </a:defRPr>
            </a:lvl1pPr>
            <a:lvl2pPr algn="l">
              <a:defRPr sz="2100" b="1">
                <a:solidFill>
                  <a:srgbClr val="122D32"/>
                </a:solidFill>
                <a:latin typeface="Avenir Next"/>
                <a:ea typeface="Avenir Next"/>
                <a:cs typeface="Avenir Next"/>
              </a:defRPr>
            </a:lvl2pPr>
            <a:lvl3pPr algn="l">
              <a:defRPr sz="2100" b="1">
                <a:solidFill>
                  <a:srgbClr val="122D32"/>
                </a:solidFill>
                <a:latin typeface="Avenir Next"/>
                <a:ea typeface="Avenir Next"/>
                <a:cs typeface="Avenir Next"/>
              </a:defRPr>
            </a:lvl3pPr>
            <a:lvl4pPr algn="l">
              <a:defRPr sz="2100" b="1">
                <a:solidFill>
                  <a:srgbClr val="122D32"/>
                </a:solidFill>
                <a:latin typeface="Avenir Next"/>
                <a:ea typeface="Avenir Next"/>
                <a:cs typeface="Avenir Next"/>
              </a:defRPr>
            </a:lvl4pPr>
            <a:lvl5pPr algn="l">
              <a:defRPr sz="2100" b="1">
                <a:solidFill>
                  <a:srgbClr val="122D32"/>
                </a:solidFill>
                <a:latin typeface="Avenir Next"/>
                <a:ea typeface="Avenir Next"/>
                <a:cs typeface="Avenir Next"/>
              </a:defRPr>
            </a:lvl5pPr>
            <a:lvl6pPr algn="l">
              <a:defRPr sz="2100" b="1">
                <a:solidFill>
                  <a:srgbClr val="122D32"/>
                </a:solidFill>
                <a:latin typeface="Avenir Next"/>
                <a:ea typeface="Avenir Next"/>
                <a:cs typeface="Avenir Next"/>
              </a:defRPr>
            </a:lvl6pPr>
            <a:lvl7pPr algn="l">
              <a:defRPr sz="2100" b="1">
                <a:solidFill>
                  <a:srgbClr val="122D32"/>
                </a:solidFill>
                <a:latin typeface="Avenir Next"/>
                <a:ea typeface="Avenir Next"/>
                <a:cs typeface="Avenir Next"/>
              </a:defRPr>
            </a:lvl7pPr>
            <a:lvl8pPr algn="l">
              <a:defRPr sz="2100" b="1">
                <a:solidFill>
                  <a:srgbClr val="122D32"/>
                </a:solidFill>
                <a:latin typeface="Avenir Next"/>
                <a:ea typeface="Avenir Next"/>
                <a:cs typeface="Avenir Next"/>
              </a:defRPr>
            </a:lvl8pPr>
            <a:lvl9pPr algn="l">
              <a:defRPr sz="2100" b="1">
                <a:solidFill>
                  <a:srgbClr val="122D32"/>
                </a:solidFill>
                <a:latin typeface="Avenir Next"/>
                <a:ea typeface="Avenir Next"/>
                <a:cs typeface="Avenir Next"/>
              </a:defRPr>
            </a:lvl9pPr>
          </a:lstStyle>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Keyword para notificaciones;</a:t>
            </a:r>
          </a:p>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validarlo y ejecutarlo.</a:t>
            </a:r>
          </a:p>
        </p:txBody>
      </p:sp>
      <p:sp>
        <p:nvSpPr>
          <p:cNvPr id="18" name="">
            <a:extLst xmlns:a="http://schemas.openxmlformats.org/drawingml/2006/main">
              <a:ext uri="{FF2B5EF4-FFF2-40B4-BE49-F238E27FC236}">
                <a16:creationId xmlns:a16="http://schemas.microsoft.com/office/drawing/2014/main" id="{79AE9826-282A-4C4D-8FE1-4204E6A64459}"/>
              </a:ext>
            </a:extLst>
          </p:cNvPr>
          <p:cNvSpPr>
            <a:spLocks xmlns:a="http://schemas.openxmlformats.org/drawingml/2006/main" noGrp="1"/>
          </p:cNvSpPr>
          <p:nvPr/>
        </p:nvSpPr>
        <p:spPr>
          <a:xfrm xmlns:a="http://schemas.openxmlformats.org/drawingml/2006/main">
            <a:off x="561975" y="5495925"/>
            <a:ext cx="5133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u="sng">
                <a:solidFill>
                  <a:srgbClr val="11766E"/>
                </a:solidFill>
                <a:latin typeface="Avenir Next"/>
                <a:ea typeface="Avenir Next"/>
                <a:cs typeface="Avenir Next"/>
                <a:hlinkClick xmlns:r="http://schemas.openxmlformats.org/officeDocument/2006/relationships" r:id="R9c2f3d13c6a34446"/>
              </a:rPr>
              <a:t>Abrir guía de la demo IA</a:t>
            </a:r>
          </a:p>
        </p:txBody>
      </p:sp>
    </p:spTree>
    <p:extLst>
      <p:ext uri="{BB962C8B-B14F-4D97-AF65-F5344CB8AC3E}">
        <p14:creationId xmlns:p14="http://schemas.microsoft.com/office/powerpoint/2010/main" val="1664538901"/>
      </p:ext>
    </p:extLst>
  </p:cSld>
</p:sld>
</file>

<file path=ppt/slides/slide10.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94C27A-4B06-450F-AD5C-7B5CFA3A8B0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8450E61-79DA-4930-A706-7E4BBAE934A0}"/>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37FA1C5E-52D4-40C5-96DF-C5AB60328C4B}"/>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Hallazgos y entrega</a:t>
            </a:r>
          </a:p>
        </p:txBody>
      </p:sp>
      <p:sp>
        <p:nvSpPr>
          <p:cNvPr id="4" name="">
            <a:extLst xmlns:a="http://schemas.openxmlformats.org/drawingml/2006/main">
              <a:ext uri="{FF2B5EF4-FFF2-40B4-BE49-F238E27FC236}">
                <a16:creationId xmlns:a16="http://schemas.microsoft.com/office/drawing/2014/main" id="{0C540B55-4642-4D56-8E75-58E9E82822A9}"/>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Lo que funcionó, el límite observado y cómo continuar.</a:t>
            </a:r>
          </a:p>
        </p:txBody>
      </p:sp>
      <p:sp>
        <p:nvSpPr>
          <p:cNvPr id="5" name="">
            <a:extLst xmlns:a="http://schemas.openxmlformats.org/drawingml/2006/main">
              <a:ext uri="{FF2B5EF4-FFF2-40B4-BE49-F238E27FC236}">
                <a16:creationId xmlns:a16="http://schemas.microsoft.com/office/drawing/2014/main" id="{EC7A4D5F-91A5-42F0-8991-13489393BE72}"/>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7CD021-CC61-482D-B818-B0E44772552F}"/>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24E410CB-C670-4C81-B01F-86C43C82C55C}"/>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16045E05-0061-430B-AAFA-561AD2D15F29}"/>
              </a:ext>
            </a:extLst>
          </p:cNvPr>
          <p:cNvSpPr>
            <a:spLocks xmlns:a="http://schemas.openxmlformats.org/drawingml/2006/main" noGrp="1"/>
          </p:cNvSpPr>
          <p:nvPr/>
        </p:nvSpPr>
        <p:spPr>
          <a:xfrm xmlns:a="http://schemas.openxmlformats.org/drawingml/2006/main">
            <a:off x="561975" y="1790700"/>
            <a:ext cx="3571875" cy="2305050"/>
          </a:xfrm>
          <a:prstGeom xmlns:a="http://schemas.openxmlformats.org/drawingml/2006/main" prst="roundRect">
            <a:avLst>
              <a:gd name="adj" fmla="val 3306"/>
            </a:avLst>
          </a:prstGeom>
          <a:solidFill xmlns:a="http://schemas.openxmlformats.org/drawingml/2006/main">
            <a:srgbClr val="F5B96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E7859A9-4C3F-4DE3-9C1E-E106A945CC7E}"/>
              </a:ext>
            </a:extLst>
          </p:cNvPr>
          <p:cNvSpPr>
            <a:spLocks xmlns:a="http://schemas.openxmlformats.org/drawingml/2006/main" noGrp="1"/>
          </p:cNvSpPr>
          <p:nvPr/>
        </p:nvSpPr>
        <p:spPr>
          <a:xfrm xmlns:a="http://schemas.openxmlformats.org/drawingml/2006/main">
            <a:off x="752475"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DIFICULTAD REAL</a:t>
            </a:r>
          </a:p>
        </p:txBody>
      </p:sp>
      <p:sp>
        <p:nvSpPr>
          <p:cNvPr id="10" name="">
            <a:extLst xmlns:a="http://schemas.openxmlformats.org/drawingml/2006/main">
              <a:ext uri="{FF2B5EF4-FFF2-40B4-BE49-F238E27FC236}">
                <a16:creationId xmlns:a16="http://schemas.microsoft.com/office/drawing/2014/main" id="{97B5FBF8-7521-4A9A-B3B3-626416FA0CDF}"/>
              </a:ext>
            </a:extLst>
          </p:cNvPr>
          <p:cNvSpPr>
            <a:spLocks xmlns:a="http://schemas.openxmlformats.org/drawingml/2006/main" noGrp="1"/>
          </p:cNvSpPr>
          <p:nvPr/>
        </p:nvSpPr>
        <p:spPr>
          <a:xfrm xmlns:a="http://schemas.openxmlformats.org/drawingml/2006/main">
            <a:off x="752475"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La vista tardaba en pasar de</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Pendiente a Aceptada.</a:t>
            </a:r>
          </a:p>
        </p:txBody>
      </p:sp>
      <p:sp>
        <p:nvSpPr>
          <p:cNvPr id="11" name="">
            <a:extLst xmlns:a="http://schemas.openxmlformats.org/drawingml/2006/main">
              <a:ext uri="{FF2B5EF4-FFF2-40B4-BE49-F238E27FC236}">
                <a16:creationId xmlns:a16="http://schemas.microsoft.com/office/drawing/2014/main" id="{73897800-BA70-4F51-A08C-8CDE78F1DFF7}"/>
              </a:ext>
            </a:extLst>
          </p:cNvPr>
          <p:cNvSpPr>
            <a:spLocks xmlns:a="http://schemas.openxmlformats.org/drawingml/2006/main" noGrp="1"/>
          </p:cNvSpPr>
          <p:nvPr/>
        </p:nvSpPr>
        <p:spPr>
          <a:xfrm xmlns:a="http://schemas.openxmlformats.org/drawingml/2006/main">
            <a:off x="4305300" y="1790700"/>
            <a:ext cx="3571875" cy="2305050"/>
          </a:xfrm>
          <a:prstGeom xmlns:a="http://schemas.openxmlformats.org/drawingml/2006/main" prst="roundRect">
            <a:avLst>
              <a:gd name="adj" fmla="val 3306"/>
            </a:avLst>
          </a:prstGeom>
          <a:solidFill xmlns:a="http://schemas.openxmlformats.org/drawingml/2006/main">
            <a:srgbClr val="DFF3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30D2E8-652F-4691-9395-F5DF16BF8581}"/>
              </a:ext>
            </a:extLst>
          </p:cNvPr>
          <p:cNvSpPr>
            <a:spLocks xmlns:a="http://schemas.openxmlformats.org/drawingml/2006/main" noGrp="1"/>
          </p:cNvSpPr>
          <p:nvPr/>
        </p:nvSpPr>
        <p:spPr>
          <a:xfrm xmlns:a="http://schemas.openxmlformats.org/drawingml/2006/main">
            <a:off x="4495800"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LÍMITES</a:t>
            </a:r>
          </a:p>
        </p:txBody>
      </p:sp>
      <p:sp>
        <p:nvSpPr>
          <p:cNvPr id="13" name="">
            <a:extLst xmlns:a="http://schemas.openxmlformats.org/drawingml/2006/main">
              <a:ext uri="{FF2B5EF4-FFF2-40B4-BE49-F238E27FC236}">
                <a16:creationId xmlns:a16="http://schemas.microsoft.com/office/drawing/2014/main" id="{F51F5A95-5695-4149-BE6D-81353ABBAD87}"/>
              </a:ext>
            </a:extLst>
          </p:cNvPr>
          <p:cNvSpPr>
            <a:spLocks xmlns:a="http://schemas.openxmlformats.org/drawingml/2006/main" noGrp="1"/>
          </p:cNvSpPr>
          <p:nvPr/>
        </p:nvSpPr>
        <p:spPr>
          <a:xfrm xmlns:a="http://schemas.openxmlformats.org/drawingml/2006/main">
            <a:off x="4495800"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Instalación, velocidad de UI</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y selectores cambiantes.</a:t>
            </a:r>
          </a:p>
        </p:txBody>
      </p:sp>
      <p:sp>
        <p:nvSpPr>
          <p:cNvPr id="14" name="">
            <a:extLst xmlns:a="http://schemas.openxmlformats.org/drawingml/2006/main">
              <a:ext uri="{FF2B5EF4-FFF2-40B4-BE49-F238E27FC236}">
                <a16:creationId xmlns:a16="http://schemas.microsoft.com/office/drawing/2014/main" id="{0A616DAB-D257-4370-88AA-1BAFA4C43969}"/>
              </a:ext>
            </a:extLst>
          </p:cNvPr>
          <p:cNvSpPr>
            <a:spLocks xmlns:a="http://schemas.openxmlformats.org/drawingml/2006/main" noGrp="1"/>
          </p:cNvSpPr>
          <p:nvPr/>
        </p:nvSpPr>
        <p:spPr>
          <a:xfrm xmlns:a="http://schemas.openxmlformats.org/drawingml/2006/main">
            <a:off x="8048625" y="1790700"/>
            <a:ext cx="3571875" cy="2305050"/>
          </a:xfrm>
          <a:prstGeom xmlns:a="http://schemas.openxmlformats.org/drawingml/2006/main" prst="roundRect">
            <a:avLst>
              <a:gd name="adj" fmla="val 3306"/>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F32BBF7-CF5D-4387-B12E-5A92DD9F5CDE}"/>
              </a:ext>
            </a:extLst>
          </p:cNvPr>
          <p:cNvSpPr>
            <a:spLocks xmlns:a="http://schemas.openxmlformats.org/drawingml/2006/main" noGrp="1"/>
          </p:cNvSpPr>
          <p:nvPr/>
        </p:nvSpPr>
        <p:spPr>
          <a:xfrm xmlns:a="http://schemas.openxmlformats.org/drawingml/2006/main">
            <a:off x="8239125"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CUÁNDO NO USARLA</a:t>
            </a:r>
          </a:p>
        </p:txBody>
      </p:sp>
      <p:sp>
        <p:nvSpPr>
          <p:cNvPr id="16" name="">
            <a:extLst xmlns:a="http://schemas.openxmlformats.org/drawingml/2006/main">
              <a:ext uri="{FF2B5EF4-FFF2-40B4-BE49-F238E27FC236}">
                <a16:creationId xmlns:a16="http://schemas.microsoft.com/office/drawing/2014/main" id="{A58F4993-F358-41B2-A12C-54AE59DE2025}"/>
              </a:ext>
            </a:extLst>
          </p:cNvPr>
          <p:cNvSpPr>
            <a:spLocks xmlns:a="http://schemas.openxmlformats.org/drawingml/2006/main" noGrp="1"/>
          </p:cNvSpPr>
          <p:nvPr/>
        </p:nvSpPr>
        <p:spPr>
          <a:xfrm xmlns:a="http://schemas.openxmlformats.org/drawingml/2006/main">
            <a:off x="8239125"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Reglas pequeñas o servicios</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externos sin control.</a:t>
            </a:r>
          </a:p>
        </p:txBody>
      </p:sp>
      <p:sp>
        <p:nvSpPr>
          <p:cNvPr id="17" name="">
            <a:extLst xmlns:a="http://schemas.openxmlformats.org/drawingml/2006/main">
              <a:ext uri="{FF2B5EF4-FFF2-40B4-BE49-F238E27FC236}">
                <a16:creationId xmlns:a16="http://schemas.microsoft.com/office/drawing/2014/main" id="{49C3214E-0083-430D-BA47-9A27194861EB}"/>
              </a:ext>
            </a:extLst>
          </p:cNvPr>
          <p:cNvSpPr>
            <a:spLocks xmlns:a="http://schemas.openxmlformats.org/drawingml/2006/main" noGrp="1"/>
          </p:cNvSpPr>
          <p:nvPr/>
        </p:nvSpPr>
        <p:spPr>
          <a:xfrm xmlns:a="http://schemas.openxmlformats.org/drawingml/2006/main">
            <a:off x="561975" y="4495800"/>
            <a:ext cx="11058525" cy="1285875"/>
          </a:xfrm>
          <a:prstGeom xmlns:a="http://schemas.openxmlformats.org/drawingml/2006/main" prst="roundRect">
            <a:avLst>
              <a:gd name="adj" fmla="val 5926"/>
            </a:avLst>
          </a:prstGeom>
          <a:solidFill xmlns:a="http://schemas.openxmlformats.org/drawingml/2006/main">
            <a:srgbClr val="122D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81A693-5CB0-4BB6-AFE7-D4F102ACD073}"/>
              </a:ext>
            </a:extLst>
          </p:cNvPr>
          <p:cNvSpPr>
            <a:spLocks xmlns:a="http://schemas.openxmlformats.org/drawingml/2006/main" noGrp="1"/>
          </p:cNvSpPr>
          <p:nvPr/>
        </p:nvSpPr>
        <p:spPr>
          <a:xfrm xmlns:a="http://schemas.openxmlformats.org/drawingml/2006/main">
            <a:off x="781050" y="46672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5B96C"/>
                </a:solidFill>
                <a:latin typeface="Avenir Next"/>
                <a:ea typeface="Avenir Next"/>
                <a:cs typeface="Avenir Next"/>
              </a:defRPr>
            </a:defPPr>
            <a:lvl1pPr algn="l">
              <a:defRPr sz="1425" b="1">
                <a:solidFill>
                  <a:srgbClr val="F5B96C"/>
                </a:solidFill>
                <a:latin typeface="Avenir Next"/>
                <a:ea typeface="Avenir Next"/>
                <a:cs typeface="Avenir Next"/>
              </a:defRPr>
            </a:lvl1pPr>
            <a:lvl2pPr algn="l">
              <a:defRPr sz="1425" b="1">
                <a:solidFill>
                  <a:srgbClr val="F5B96C"/>
                </a:solidFill>
                <a:latin typeface="Avenir Next"/>
                <a:ea typeface="Avenir Next"/>
                <a:cs typeface="Avenir Next"/>
              </a:defRPr>
            </a:lvl2pPr>
            <a:lvl3pPr algn="l">
              <a:defRPr sz="1425" b="1">
                <a:solidFill>
                  <a:srgbClr val="F5B96C"/>
                </a:solidFill>
                <a:latin typeface="Avenir Next"/>
                <a:ea typeface="Avenir Next"/>
                <a:cs typeface="Avenir Next"/>
              </a:defRPr>
            </a:lvl3pPr>
            <a:lvl4pPr algn="l">
              <a:defRPr sz="1425" b="1">
                <a:solidFill>
                  <a:srgbClr val="F5B96C"/>
                </a:solidFill>
                <a:latin typeface="Avenir Next"/>
                <a:ea typeface="Avenir Next"/>
                <a:cs typeface="Avenir Next"/>
              </a:defRPr>
            </a:lvl4pPr>
            <a:lvl5pPr algn="l">
              <a:defRPr sz="1425" b="1">
                <a:solidFill>
                  <a:srgbClr val="F5B96C"/>
                </a:solidFill>
                <a:latin typeface="Avenir Next"/>
                <a:ea typeface="Avenir Next"/>
                <a:cs typeface="Avenir Next"/>
              </a:defRPr>
            </a:lvl5pPr>
            <a:lvl6pPr algn="l">
              <a:defRPr sz="1425" b="1">
                <a:solidFill>
                  <a:srgbClr val="F5B96C"/>
                </a:solidFill>
                <a:latin typeface="Avenir Next"/>
                <a:ea typeface="Avenir Next"/>
                <a:cs typeface="Avenir Next"/>
              </a:defRPr>
            </a:lvl6pPr>
            <a:lvl7pPr algn="l">
              <a:defRPr sz="1425" b="1">
                <a:solidFill>
                  <a:srgbClr val="F5B96C"/>
                </a:solidFill>
                <a:latin typeface="Avenir Next"/>
                <a:ea typeface="Avenir Next"/>
                <a:cs typeface="Avenir Next"/>
              </a:defRPr>
            </a:lvl7pPr>
            <a:lvl8pPr algn="l">
              <a:defRPr sz="1425" b="1">
                <a:solidFill>
                  <a:srgbClr val="F5B96C"/>
                </a:solidFill>
                <a:latin typeface="Avenir Next"/>
                <a:ea typeface="Avenir Next"/>
                <a:cs typeface="Avenir Next"/>
              </a:defRPr>
            </a:lvl8pPr>
            <a:lvl9pPr algn="l">
              <a:defRPr sz="1425" b="1">
                <a:solidFill>
                  <a:srgbClr val="F5B96C"/>
                </a:solidFill>
                <a:latin typeface="Avenir Next"/>
                <a:ea typeface="Avenir Next"/>
                <a:cs typeface="Avenir Next"/>
              </a:defRPr>
            </a:lvl9pPr>
          </a:lstStyle>
          <a:p xmlns:a="http://schemas.openxmlformats.org/drawingml/2006/main">
            <a:pPr algn="l">
              <a:defRPr sz="1425" b="1">
                <a:solidFill>
                  <a:srgbClr val="F5B96C"/>
                </a:solidFill>
                <a:latin typeface="Avenir Next"/>
                <a:ea typeface="Avenir Next"/>
                <a:cs typeface="Avenir Next"/>
              </a:defRPr>
            </a:pPr>
            <a:r>
              <a:rPr sz="1425" b="1">
                <a:solidFill>
                  <a:srgbClr val="F5B96C"/>
                </a:solidFill>
                <a:latin typeface="Avenir Next"/>
                <a:ea typeface="Avenir Next"/>
                <a:cs typeface="Avenir Next"/>
              </a:rPr>
              <a:t>ENTREGABLE</a:t>
            </a:r>
          </a:p>
        </p:txBody>
      </p:sp>
      <p:sp>
        <p:nvSpPr>
          <p:cNvPr id="19" name="">
            <a:extLst xmlns:a="http://schemas.openxmlformats.org/drawingml/2006/main">
              <a:ext uri="{FF2B5EF4-FFF2-40B4-BE49-F238E27FC236}">
                <a16:creationId xmlns:a16="http://schemas.microsoft.com/office/drawing/2014/main" id="{5BA027C6-C786-4B2D-A684-A7D1A117FD5C}"/>
              </a:ext>
            </a:extLst>
          </p:cNvPr>
          <p:cNvSpPr>
            <a:spLocks xmlns:a="http://schemas.openxmlformats.org/drawingml/2006/main" noGrp="1"/>
          </p:cNvSpPr>
          <p:nvPr/>
        </p:nvSpPr>
        <p:spPr>
          <a:xfrm xmlns:a="http://schemas.openxmlformats.org/drawingml/2006/main">
            <a:off x="781050" y="505777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FFFFFF"/>
                </a:solidFill>
                <a:latin typeface="Avenir Next"/>
                <a:ea typeface="Avenir Next"/>
                <a:cs typeface="Avenir Next"/>
              </a:defRPr>
            </a:defPPr>
            <a:lvl1pPr algn="l">
              <a:defRPr sz="2250" b="1">
                <a:solidFill>
                  <a:srgbClr val="FFFFFF"/>
                </a:solidFill>
                <a:latin typeface="Avenir Next"/>
                <a:ea typeface="Avenir Next"/>
                <a:cs typeface="Avenir Next"/>
              </a:defRPr>
            </a:lvl1pPr>
            <a:lvl2pPr algn="l">
              <a:defRPr sz="2250" b="1">
                <a:solidFill>
                  <a:srgbClr val="FFFFFF"/>
                </a:solidFill>
                <a:latin typeface="Avenir Next"/>
                <a:ea typeface="Avenir Next"/>
                <a:cs typeface="Avenir Next"/>
              </a:defRPr>
            </a:lvl2pPr>
            <a:lvl3pPr algn="l">
              <a:defRPr sz="2250" b="1">
                <a:solidFill>
                  <a:srgbClr val="FFFFFF"/>
                </a:solidFill>
                <a:latin typeface="Avenir Next"/>
                <a:ea typeface="Avenir Next"/>
                <a:cs typeface="Avenir Next"/>
              </a:defRPr>
            </a:lvl3pPr>
            <a:lvl4pPr algn="l">
              <a:defRPr sz="2250" b="1">
                <a:solidFill>
                  <a:srgbClr val="FFFFFF"/>
                </a:solidFill>
                <a:latin typeface="Avenir Next"/>
                <a:ea typeface="Avenir Next"/>
                <a:cs typeface="Avenir Next"/>
              </a:defRPr>
            </a:lvl4pPr>
            <a:lvl5pPr algn="l">
              <a:defRPr sz="2250" b="1">
                <a:solidFill>
                  <a:srgbClr val="FFFFFF"/>
                </a:solidFill>
                <a:latin typeface="Avenir Next"/>
                <a:ea typeface="Avenir Next"/>
                <a:cs typeface="Avenir Next"/>
              </a:defRPr>
            </a:lvl5pPr>
            <a:lvl6pPr algn="l">
              <a:defRPr sz="2250" b="1">
                <a:solidFill>
                  <a:srgbClr val="FFFFFF"/>
                </a:solidFill>
                <a:latin typeface="Avenir Next"/>
                <a:ea typeface="Avenir Next"/>
                <a:cs typeface="Avenir Next"/>
              </a:defRPr>
            </a:lvl6pPr>
            <a:lvl7pPr algn="l">
              <a:defRPr sz="2250" b="1">
                <a:solidFill>
                  <a:srgbClr val="FFFFFF"/>
                </a:solidFill>
                <a:latin typeface="Avenir Next"/>
                <a:ea typeface="Avenir Next"/>
                <a:cs typeface="Avenir Next"/>
              </a:defRPr>
            </a:lvl7pPr>
            <a:lvl8pPr algn="l">
              <a:defRPr sz="2250" b="1">
                <a:solidFill>
                  <a:srgbClr val="FFFFFF"/>
                </a:solidFill>
                <a:latin typeface="Avenir Next"/>
                <a:ea typeface="Avenir Next"/>
                <a:cs typeface="Avenir Next"/>
              </a:defRPr>
            </a:lvl8pPr>
            <a:lvl9pPr algn="l">
              <a:defRPr sz="2250" b="1">
                <a:solidFill>
                  <a:srgbClr val="FFFFFF"/>
                </a:solidFill>
                <a:latin typeface="Avenir Next"/>
                <a:ea typeface="Avenir Next"/>
                <a:cs typeface="Avenir Next"/>
              </a:defRPr>
            </a:lvl9pPr>
          </a:lstStyle>
          <a:p xmlns:a="http://schemas.openxmlformats.org/drawingml/2006/main">
            <a:pPr algn="l">
              <a:defRPr sz="2250" b="1">
                <a:solidFill>
                  <a:srgbClr val="FFFFFF"/>
                </a:solidFill>
                <a:latin typeface="Avenir Next"/>
                <a:ea typeface="Avenir Next"/>
                <a:cs typeface="Avenir Next"/>
              </a:defRPr>
            </a:pPr>
            <a:r>
              <a:rPr sz="2250" b="1">
                <a:solidFill>
                  <a:srgbClr val="FFFFFF"/>
                </a:solidFill>
                <a:latin typeface="Avenir Next"/>
                <a:ea typeface="Avenir Next"/>
                <a:cs typeface="Avenir Next"/>
              </a:rPr>
              <a:t>Presentación  +  pruebas Robot  +  README</a:t>
            </a:r>
          </a:p>
        </p:txBody>
      </p:sp>
      <p:sp>
        <p:nvSpPr>
          <p:cNvPr id="20" name="">
            <a:extLst xmlns:a="http://schemas.openxmlformats.org/drawingml/2006/main">
              <a:ext uri="{FF2B5EF4-FFF2-40B4-BE49-F238E27FC236}">
                <a16:creationId xmlns:a16="http://schemas.microsoft.com/office/drawing/2014/main" id="{69733634-7E3B-4235-87A0-7627436DA43D}"/>
              </a:ext>
            </a:extLst>
          </p:cNvPr>
          <p:cNvSpPr>
            <a:spLocks xmlns:a="http://schemas.openxmlformats.org/drawingml/2006/main" noGrp="1"/>
          </p:cNvSpPr>
          <p:nvPr/>
        </p:nvSpPr>
        <p:spPr>
          <a:xfrm xmlns:a="http://schemas.openxmlformats.org/drawingml/2006/main">
            <a:off x="561975" y="5829300"/>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u="sng">
                <a:solidFill>
                  <a:srgbClr val="11766E"/>
                </a:solidFill>
                <a:latin typeface="Avenir Next"/>
                <a:ea typeface="Avenir Next"/>
                <a:cs typeface="Avenir Next"/>
                <a:hlinkClick xmlns:r="http://schemas.openxmlformats.org/officeDocument/2006/relationships" r:id="R799c12652e4740ed"/>
              </a:rPr>
              <a:t>Repositorio y código</a:t>
            </a:r>
          </a:p>
        </p:txBody>
      </p:sp>
    </p:spTree>
    <p:extLst>
      <p:ext uri="{BB962C8B-B14F-4D97-AF65-F5344CB8AC3E}">
        <p14:creationId xmlns:p14="http://schemas.microsoft.com/office/powerpoint/2010/main" val="14043498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2026-10-24T20:09:04.3890000Z</dcterms:created>
  <dcterms:modified xsi:type="dcterms:W3CDTF">2026-10-24T20:09:04.3890000Z</dcterms:modified>
</coreProperties>
</file>